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sldIdLst>
    <p:sldId id="256" r:id="rId5"/>
    <p:sldId id="288" r:id="rId6"/>
    <p:sldId id="450" r:id="rId7"/>
    <p:sldId id="452" r:id="rId8"/>
    <p:sldId id="453" r:id="rId9"/>
    <p:sldId id="464" r:id="rId10"/>
    <p:sldId id="454" r:id="rId11"/>
    <p:sldId id="467" r:id="rId12"/>
    <p:sldId id="455" r:id="rId13"/>
    <p:sldId id="463" r:id="rId14"/>
    <p:sldId id="456" r:id="rId15"/>
    <p:sldId id="457" r:id="rId16"/>
    <p:sldId id="458" r:id="rId17"/>
    <p:sldId id="468" r:id="rId18"/>
    <p:sldId id="459" r:id="rId19"/>
    <p:sldId id="461" r:id="rId20"/>
    <p:sldId id="462" r:id="rId21"/>
    <p:sldId id="460" r:id="rId22"/>
    <p:sldId id="465" r:id="rId23"/>
    <p:sldId id="466" r:id="rId24"/>
    <p:sldId id="30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reedevi - A. G [CSE]" initials="S-AG[" lastIdx="1" clrIdx="0">
    <p:extLst>
      <p:ext uri="{19B8F6BF-5375-455C-9EA6-DF929625EA0E}">
        <p15:presenceInfo xmlns:p15="http://schemas.microsoft.com/office/powerpoint/2012/main" userId="S::ag_sreedevi@ch.amrita.edu::5cf47449-855e-499b-bb03-097a232ec37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837"/>
    <a:srgbClr val="FF6600"/>
    <a:srgbClr val="CCFF66"/>
    <a:srgbClr val="F93548"/>
    <a:srgbClr val="2EFC44"/>
    <a:srgbClr val="FFCCFF"/>
    <a:srgbClr val="99CCFF"/>
    <a:srgbClr val="CCFF33"/>
    <a:srgbClr val="FF9999"/>
    <a:srgbClr val="F6F6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46328D-1E26-CB8D-0D74-9D0822FD70A7}" v="1" dt="2022-12-27T16:48:26.377"/>
    <p1510:client id="{0F15E1CF-1141-56BC-500B-C54AC1DF93C9}" v="3" dt="2022-11-27T16:57:49.047"/>
    <p1510:client id="{189072E8-785F-4DB7-9082-31ADA3F9445C}" v="162" dt="2022-12-27T17:59:06.931"/>
    <p1510:client id="{2DD80206-C944-A7BF-58ED-74906D01CD77}" v="2" dt="2022-11-27T16:55:02.774"/>
    <p1510:client id="{31C6B952-3094-629E-5BA5-4298884F2B60}" v="4" dt="2022-11-27T10:44:10.306"/>
    <p1510:client id="{34ED2367-ECC3-A3C1-D1B6-ED4C9BEDC9D3}" v="1" dt="2022-11-27T08:17:06.994"/>
    <p1510:client id="{3FEAACA6-DB6C-AE54-5ED7-E014C5619A40}" v="3" dt="2022-11-27T05:03:35.199"/>
    <p1510:client id="{59294821-ECC3-8648-FBF5-8F5317FF9576}" v="31" dt="2022-11-13T19:19:16.193"/>
    <p1510:client id="{5C15A152-901F-4AA6-B97A-C567A8267725}" v="27" dt="2022-12-27T18:29:14.570"/>
    <p1510:client id="{61D0095E-BDCE-BC16-F1C8-F4463A99D231}" v="1" dt="2023-11-17T18:06:54.230"/>
    <p1510:client id="{69EE7828-DF28-4947-B739-222FE07DEFE3}" v="4" dt="2022-11-27T13:54:24.103"/>
    <p1510:client id="{74DD35A9-3D7A-BB37-4433-D9E06F9C97A0}" v="1" dt="2022-11-27T04:39:06.548"/>
    <p1510:client id="{7854E6B7-9415-C176-4314-8237730F97B7}" v="3" dt="2022-11-26T17:01:18.097"/>
    <p1510:client id="{7DAB327C-5900-A8DD-C01E-0F776B376D66}" v="3" dt="2022-11-26T13:05:49.040"/>
    <p1510:client id="{81B8ABC2-2B4D-24C5-2A0A-F2F76088F24C}" v="1" dt="2022-12-27T15:11:37.277"/>
    <p1510:client id="{8A509ABF-8325-9040-2B51-8E3A57526A39}" v="1" dt="2022-11-27T16:13:21.999"/>
    <p1510:client id="{99C4EE76-99E4-526F-F1D4-47F05EB3598F}" v="3" dt="2022-11-27T10:46:54.873"/>
    <p1510:client id="{9C43B629-F043-845E-8C9A-C59C6C856753}" v="4" dt="2022-11-27T07:29:58.475"/>
    <p1510:client id="{9F656CE6-45D2-C07F-5A19-0155F94F76E4}" v="1" dt="2022-12-27T17:16:49.214"/>
    <p1510:client id="{B0D4240E-76FE-C3E5-22C6-670FFDE4AAD9}" v="6" dt="2022-12-27T10:46:34.430"/>
    <p1510:client id="{BA544960-1EB3-FA4B-5B6F-532793B42AAA}" v="21" dt="2022-11-27T14:00:25.690"/>
    <p1510:client id="{BADFE550-88F6-1683-5D63-104DA7A407BD}" v="1" dt="2022-12-28T03:10:03.099"/>
    <p1510:client id="{C61C5A66-DCE8-B3B7-80A8-C5A0CDD41EC1}" v="1" dt="2022-11-27T16:52:21.082"/>
    <p1510:client id="{C78BF208-0772-825E-0C4B-7B3D691209AD}" v="1" dt="2022-11-27T18:57:31.934"/>
    <p1510:client id="{E5A83C95-74C4-AF81-9481-78E7DE7E8E6A}" v="14" dt="2022-11-26T18:07:43.326"/>
    <p1510:client id="{F19CF7DC-DCED-E15C-BB04-C7A2D067E286}" v="2" dt="2022-11-27T15:27:24.957"/>
    <p1510:client id="{F1DC05C6-5D4D-30A2-B160-AE803FA7FEF9}" v="2" dt="2022-11-28T02:33:37.166"/>
    <p1510:client id="{F48AE313-5824-4DB4-A904-6F92FD5C61C0}" v="1" dt="2022-11-27T23:18:43.486"/>
    <p1510:client id="{FE7651BC-5095-D5FE-CADE-2B0EF5B91F9B}" v="5" dt="2022-11-26T20:13:27.8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WARNALAXMI T N - [CH.EN.U4CSE21255]" userId="S::ch.en.u4cse21255@ch.students.amrita.edu::8b09a23f-764a-4da3-a4fb-3c151d4e817d" providerId="AD" clId="Web-{0046328D-1E26-CB8D-0D74-9D0822FD70A7}"/>
    <pc:docChg chg="modSld">
      <pc:chgData name="SWARNALAXMI T N - [CH.EN.U4CSE21255]" userId="S::ch.en.u4cse21255@ch.students.amrita.edu::8b09a23f-764a-4da3-a4fb-3c151d4e817d" providerId="AD" clId="Web-{0046328D-1E26-CB8D-0D74-9D0822FD70A7}" dt="2022-12-27T16:48:26.377" v="0" actId="1076"/>
      <pc:docMkLst>
        <pc:docMk/>
      </pc:docMkLst>
      <pc:sldChg chg="modSp">
        <pc:chgData name="SWARNALAXMI T N - [CH.EN.U4CSE21255]" userId="S::ch.en.u4cse21255@ch.students.amrita.edu::8b09a23f-764a-4da3-a4fb-3c151d4e817d" providerId="AD" clId="Web-{0046328D-1E26-CB8D-0D74-9D0822FD70A7}" dt="2022-12-27T16:48:26.377" v="0" actId="1076"/>
        <pc:sldMkLst>
          <pc:docMk/>
          <pc:sldMk cId="2086252232" sldId="465"/>
        </pc:sldMkLst>
        <pc:spChg chg="mod">
          <ac:chgData name="SWARNALAXMI T N - [CH.EN.U4CSE21255]" userId="S::ch.en.u4cse21255@ch.students.amrita.edu::8b09a23f-764a-4da3-a4fb-3c151d4e817d" providerId="AD" clId="Web-{0046328D-1E26-CB8D-0D74-9D0822FD70A7}" dt="2022-12-27T16:48:26.377" v="0" actId="1076"/>
          <ac:spMkLst>
            <pc:docMk/>
            <pc:sldMk cId="2086252232" sldId="465"/>
            <ac:spMk id="7" creationId="{90C79ADF-96E3-41A7-B004-3EBFD15A24CA}"/>
          </ac:spMkLst>
        </pc:spChg>
      </pc:sldChg>
    </pc:docChg>
  </pc:docChgLst>
  <pc:docChgLst>
    <pc:chgData name="MAJETI HARSHA VARDHAN BABU - [CH.EN.U4CSE21230]" userId="S::ch.en.u4cse21230@ch.students.amrita.edu::f946d44e-8a60-4903-aad2-613dc6d72203" providerId="AD" clId="Web-{9F656CE6-45D2-C07F-5A19-0155F94F76E4}"/>
    <pc:docChg chg="modSld">
      <pc:chgData name="MAJETI HARSHA VARDHAN BABU - [CH.EN.U4CSE21230]" userId="S::ch.en.u4cse21230@ch.students.amrita.edu::f946d44e-8a60-4903-aad2-613dc6d72203" providerId="AD" clId="Web-{9F656CE6-45D2-C07F-5A19-0155F94F76E4}" dt="2022-12-27T17:16:49.214" v="0" actId="1076"/>
      <pc:docMkLst>
        <pc:docMk/>
      </pc:docMkLst>
      <pc:sldChg chg="modSp">
        <pc:chgData name="MAJETI HARSHA VARDHAN BABU - [CH.EN.U4CSE21230]" userId="S::ch.en.u4cse21230@ch.students.amrita.edu::f946d44e-8a60-4903-aad2-613dc6d72203" providerId="AD" clId="Web-{9F656CE6-45D2-C07F-5A19-0155F94F76E4}" dt="2022-12-27T17:16:49.214" v="0" actId="1076"/>
        <pc:sldMkLst>
          <pc:docMk/>
          <pc:sldMk cId="4139711666" sldId="454"/>
        </pc:sldMkLst>
        <pc:spChg chg="mod">
          <ac:chgData name="MAJETI HARSHA VARDHAN BABU - [CH.EN.U4CSE21230]" userId="S::ch.en.u4cse21230@ch.students.amrita.edu::f946d44e-8a60-4903-aad2-613dc6d72203" providerId="AD" clId="Web-{9F656CE6-45D2-C07F-5A19-0155F94F76E4}" dt="2022-12-27T17:16:49.214" v="0" actId="1076"/>
          <ac:spMkLst>
            <pc:docMk/>
            <pc:sldMk cId="4139711666" sldId="454"/>
            <ac:spMk id="9" creationId="{1F41153E-FD82-46B6-B7B7-0879136DBE91}"/>
          </ac:spMkLst>
        </pc:spChg>
      </pc:sldChg>
    </pc:docChg>
  </pc:docChgLst>
  <pc:docChgLst>
    <pc:chgData name="SURESH SAIRAMA NAGA DURGA TARAK KORA - [CH.EN.U4CSE21068]" userId="S::ch.en.u4cse21068@ch.students.amrita.edu::8ec5577e-46c0-44d6-9df0-46ec616fca98" providerId="AD" clId="Web-{31C6B952-3094-629E-5BA5-4298884F2B60}"/>
    <pc:docChg chg="modSld">
      <pc:chgData name="SURESH SAIRAMA NAGA DURGA TARAK KORA - [CH.EN.U4CSE21068]" userId="S::ch.en.u4cse21068@ch.students.amrita.edu::8ec5577e-46c0-44d6-9df0-46ec616fca98" providerId="AD" clId="Web-{31C6B952-3094-629E-5BA5-4298884F2B60}" dt="2022-11-27T10:44:09.369" v="2" actId="20577"/>
      <pc:docMkLst>
        <pc:docMk/>
      </pc:docMkLst>
      <pc:sldChg chg="modSp">
        <pc:chgData name="SURESH SAIRAMA NAGA DURGA TARAK KORA - [CH.EN.U4CSE21068]" userId="S::ch.en.u4cse21068@ch.students.amrita.edu::8ec5577e-46c0-44d6-9df0-46ec616fca98" providerId="AD" clId="Web-{31C6B952-3094-629E-5BA5-4298884F2B60}" dt="2022-11-27T10:44:09.369" v="2" actId="20577"/>
        <pc:sldMkLst>
          <pc:docMk/>
          <pc:sldMk cId="4193508272" sldId="457"/>
        </pc:sldMkLst>
        <pc:spChg chg="mod">
          <ac:chgData name="SURESH SAIRAMA NAGA DURGA TARAK KORA - [CH.EN.U4CSE21068]" userId="S::ch.en.u4cse21068@ch.students.amrita.edu::8ec5577e-46c0-44d6-9df0-46ec616fca98" providerId="AD" clId="Web-{31C6B952-3094-629E-5BA5-4298884F2B60}" dt="2022-11-27T10:44:09.369" v="2" actId="20577"/>
          <ac:spMkLst>
            <pc:docMk/>
            <pc:sldMk cId="4193508272" sldId="457"/>
            <ac:spMk id="3" creationId="{4A466B39-6E2C-4041-8C60-5A297CE689C4}"/>
          </ac:spMkLst>
        </pc:spChg>
      </pc:sldChg>
    </pc:docChg>
  </pc:docChgLst>
  <pc:docChgLst>
    <pc:chgData name="Divya A - [CH.EN.U4CSE21212]" userId="S::ch.en.u4cse21212@ch.students.amrita.edu::5634f253-6e80-4fa8-8728-7b30e6c18009" providerId="AD" clId="Web-{7DAB327C-5900-A8DD-C01E-0F776B376D66}"/>
    <pc:docChg chg="modSld">
      <pc:chgData name="Divya A - [CH.EN.U4CSE21212]" userId="S::ch.en.u4cse21212@ch.students.amrita.edu::5634f253-6e80-4fa8-8728-7b30e6c18009" providerId="AD" clId="Web-{7DAB327C-5900-A8DD-C01E-0F776B376D66}" dt="2022-11-26T13:05:49.040" v="2" actId="1076"/>
      <pc:docMkLst>
        <pc:docMk/>
      </pc:docMkLst>
      <pc:sldChg chg="modSp">
        <pc:chgData name="Divya A - [CH.EN.U4CSE21212]" userId="S::ch.en.u4cse21212@ch.students.amrita.edu::5634f253-6e80-4fa8-8728-7b30e6c18009" providerId="AD" clId="Web-{7DAB327C-5900-A8DD-C01E-0F776B376D66}" dt="2022-11-26T13:05:49.040" v="2" actId="1076"/>
        <pc:sldMkLst>
          <pc:docMk/>
          <pc:sldMk cId="2301738049" sldId="256"/>
        </pc:sldMkLst>
        <pc:picChg chg="mod">
          <ac:chgData name="Divya A - [CH.EN.U4CSE21212]" userId="S::ch.en.u4cse21212@ch.students.amrita.edu::5634f253-6e80-4fa8-8728-7b30e6c18009" providerId="AD" clId="Web-{7DAB327C-5900-A8DD-C01E-0F776B376D66}" dt="2022-11-26T13:05:49.040" v="2" actId="1076"/>
          <ac:picMkLst>
            <pc:docMk/>
            <pc:sldMk cId="2301738049" sldId="256"/>
            <ac:picMk id="7" creationId="{035FF23D-E4B7-4992-B8A6-61CE80F996A1}"/>
          </ac:picMkLst>
        </pc:picChg>
      </pc:sldChg>
    </pc:docChg>
  </pc:docChgLst>
  <pc:docChgLst>
    <pc:chgData name="Bharath Kumar D - [CH.EN.U4CSE21011]" userId="S::ch.en.u4cse21011@ch.students.amrita.edu::540b1e1b-31fc-4a1f-81b5-832975202fdb" providerId="AD" clId="Web-{F1DC05C6-5D4D-30A2-B160-AE803FA7FEF9}"/>
    <pc:docChg chg="sldOrd">
      <pc:chgData name="Bharath Kumar D - [CH.EN.U4CSE21011]" userId="S::ch.en.u4cse21011@ch.students.amrita.edu::540b1e1b-31fc-4a1f-81b5-832975202fdb" providerId="AD" clId="Web-{F1DC05C6-5D4D-30A2-B160-AE803FA7FEF9}" dt="2022-11-28T02:33:37.166" v="1"/>
      <pc:docMkLst>
        <pc:docMk/>
      </pc:docMkLst>
      <pc:sldChg chg="ord">
        <pc:chgData name="Bharath Kumar D - [CH.EN.U4CSE21011]" userId="S::ch.en.u4cse21011@ch.students.amrita.edu::540b1e1b-31fc-4a1f-81b5-832975202fdb" providerId="AD" clId="Web-{F1DC05C6-5D4D-30A2-B160-AE803FA7FEF9}" dt="2022-11-28T02:15:38.041" v="0"/>
        <pc:sldMkLst>
          <pc:docMk/>
          <pc:sldMk cId="1913899896" sldId="460"/>
        </pc:sldMkLst>
      </pc:sldChg>
      <pc:sldChg chg="ord">
        <pc:chgData name="Bharath Kumar D - [CH.EN.U4CSE21011]" userId="S::ch.en.u4cse21011@ch.students.amrita.edu::540b1e1b-31fc-4a1f-81b5-832975202fdb" providerId="AD" clId="Web-{F1DC05C6-5D4D-30A2-B160-AE803FA7FEF9}" dt="2022-11-28T02:33:37.166" v="1"/>
        <pc:sldMkLst>
          <pc:docMk/>
          <pc:sldMk cId="3552784167" sldId="464"/>
        </pc:sldMkLst>
      </pc:sldChg>
    </pc:docChg>
  </pc:docChgLst>
  <pc:docChgLst>
    <pc:chgData name="MOHAN SRINIVAS S - [CH.EN.U4CSE21140]" userId="S::ch.en.u4cse21140@ch.students.amrita.edu::a1d00675-9ec9-422e-b6a8-34e1527caa8b" providerId="AD" clId="Web-{69EE7828-DF28-4947-B739-222FE07DEFE3}"/>
    <pc:docChg chg="addSld delSld">
      <pc:chgData name="MOHAN SRINIVAS S - [CH.EN.U4CSE21140]" userId="S::ch.en.u4cse21140@ch.students.amrita.edu::a1d00675-9ec9-422e-b6a8-34e1527caa8b" providerId="AD" clId="Web-{69EE7828-DF28-4947-B739-222FE07DEFE3}" dt="2022-11-27T13:54:24.103" v="3"/>
      <pc:docMkLst>
        <pc:docMk/>
      </pc:docMkLst>
      <pc:sldChg chg="new del">
        <pc:chgData name="MOHAN SRINIVAS S - [CH.EN.U4CSE21140]" userId="S::ch.en.u4cse21140@ch.students.amrita.edu::a1d00675-9ec9-422e-b6a8-34e1527caa8b" providerId="AD" clId="Web-{69EE7828-DF28-4947-B739-222FE07DEFE3}" dt="2022-11-27T13:54:24.103" v="3"/>
        <pc:sldMkLst>
          <pc:docMk/>
          <pc:sldMk cId="1987446702" sldId="468"/>
        </pc:sldMkLst>
      </pc:sldChg>
      <pc:sldChg chg="new del">
        <pc:chgData name="MOHAN SRINIVAS S - [CH.EN.U4CSE21140]" userId="S::ch.en.u4cse21140@ch.students.amrita.edu::a1d00675-9ec9-422e-b6a8-34e1527caa8b" providerId="AD" clId="Web-{69EE7828-DF28-4947-B739-222FE07DEFE3}" dt="2022-11-27T13:54:17.712" v="1"/>
        <pc:sldMkLst>
          <pc:docMk/>
          <pc:sldMk cId="2173124284" sldId="468"/>
        </pc:sldMkLst>
      </pc:sldChg>
    </pc:docChg>
  </pc:docChgLst>
  <pc:docChgLst>
    <pc:chgData name="Guest User" userId="S::urn:spo:anon#bcb1b4adba155ddfa9f5921ccb68c2c9eff75f27a187bf2908c8cf8265d3cff6::" providerId="AD" clId="Web-{61D0095E-BDCE-BC16-F1C8-F4463A99D231}"/>
    <pc:docChg chg="addSld">
      <pc:chgData name="Guest User" userId="S::urn:spo:anon#bcb1b4adba155ddfa9f5921ccb68c2c9eff75f27a187bf2908c8cf8265d3cff6::" providerId="AD" clId="Web-{61D0095E-BDCE-BC16-F1C8-F4463A99D231}" dt="2023-11-17T18:06:54.230" v="0"/>
      <pc:docMkLst>
        <pc:docMk/>
      </pc:docMkLst>
      <pc:sldChg chg="new">
        <pc:chgData name="Guest User" userId="S::urn:spo:anon#bcb1b4adba155ddfa9f5921ccb68c2c9eff75f27a187bf2908c8cf8265d3cff6::" providerId="AD" clId="Web-{61D0095E-BDCE-BC16-F1C8-F4463A99D231}" dt="2023-11-17T18:06:54.230" v="0"/>
        <pc:sldMkLst>
          <pc:docMk/>
          <pc:sldMk cId="294413160" sldId="468"/>
        </pc:sldMkLst>
      </pc:sldChg>
    </pc:docChg>
  </pc:docChgLst>
  <pc:docChgLst>
    <pc:chgData name="Divya A - [CH.EN.U4CSE21212]" userId="S::ch.en.u4cse21212@ch.students.amrita.edu::5634f253-6e80-4fa8-8728-7b30e6c18009" providerId="AD" clId="Web-{E5A83C95-74C4-AF81-9481-78E7DE7E8E6A}"/>
    <pc:docChg chg="modSld">
      <pc:chgData name="Divya A - [CH.EN.U4CSE21212]" userId="S::ch.en.u4cse21212@ch.students.amrita.edu::5634f253-6e80-4fa8-8728-7b30e6c18009" providerId="AD" clId="Web-{E5A83C95-74C4-AF81-9481-78E7DE7E8E6A}" dt="2022-11-26T18:07:43.326" v="13" actId="1076"/>
      <pc:docMkLst>
        <pc:docMk/>
      </pc:docMkLst>
      <pc:sldChg chg="modSp">
        <pc:chgData name="Divya A - [CH.EN.U4CSE21212]" userId="S::ch.en.u4cse21212@ch.students.amrita.edu::5634f253-6e80-4fa8-8728-7b30e6c18009" providerId="AD" clId="Web-{E5A83C95-74C4-AF81-9481-78E7DE7E8E6A}" dt="2022-11-26T17:44:57.791" v="2" actId="14100"/>
        <pc:sldMkLst>
          <pc:docMk/>
          <pc:sldMk cId="2625831444" sldId="450"/>
        </pc:sldMkLst>
        <pc:spChg chg="mod">
          <ac:chgData name="Divya A - [CH.EN.U4CSE21212]" userId="S::ch.en.u4cse21212@ch.students.amrita.edu::5634f253-6e80-4fa8-8728-7b30e6c18009" providerId="AD" clId="Web-{E5A83C95-74C4-AF81-9481-78E7DE7E8E6A}" dt="2022-11-26T17:43:47.147" v="0" actId="14100"/>
          <ac:spMkLst>
            <pc:docMk/>
            <pc:sldMk cId="2625831444" sldId="450"/>
            <ac:spMk id="2" creationId="{7B1502B2-38D6-444D-8D8D-1BEF414ABFDC}"/>
          </ac:spMkLst>
        </pc:spChg>
        <pc:spChg chg="mod">
          <ac:chgData name="Divya A - [CH.EN.U4CSE21212]" userId="S::ch.en.u4cse21212@ch.students.amrita.edu::5634f253-6e80-4fa8-8728-7b30e6c18009" providerId="AD" clId="Web-{E5A83C95-74C4-AF81-9481-78E7DE7E8E6A}" dt="2022-11-26T17:44:57.791" v="2" actId="14100"/>
          <ac:spMkLst>
            <pc:docMk/>
            <pc:sldMk cId="2625831444" sldId="450"/>
            <ac:spMk id="3" creationId="{B3443CB5-EC4A-4004-9E2D-A7DB017AF7D0}"/>
          </ac:spMkLst>
        </pc:spChg>
      </pc:sldChg>
      <pc:sldChg chg="modSp">
        <pc:chgData name="Divya A - [CH.EN.U4CSE21212]" userId="S::ch.en.u4cse21212@ch.students.amrita.edu::5634f253-6e80-4fa8-8728-7b30e6c18009" providerId="AD" clId="Web-{E5A83C95-74C4-AF81-9481-78E7DE7E8E6A}" dt="2022-11-26T18:07:43.326" v="13" actId="1076"/>
        <pc:sldMkLst>
          <pc:docMk/>
          <pc:sldMk cId="1315305765" sldId="452"/>
        </pc:sldMkLst>
        <pc:spChg chg="mod">
          <ac:chgData name="Divya A - [CH.EN.U4CSE21212]" userId="S::ch.en.u4cse21212@ch.students.amrita.edu::5634f253-6e80-4fa8-8728-7b30e6c18009" providerId="AD" clId="Web-{E5A83C95-74C4-AF81-9481-78E7DE7E8E6A}" dt="2022-11-26T18:05:30.164" v="6" actId="14100"/>
          <ac:spMkLst>
            <pc:docMk/>
            <pc:sldMk cId="1315305765" sldId="452"/>
            <ac:spMk id="7" creationId="{6BEA57D6-1070-45DA-B5D7-3C2A1212E509}"/>
          </ac:spMkLst>
        </pc:spChg>
        <pc:spChg chg="mod">
          <ac:chgData name="Divya A - [CH.EN.U4CSE21212]" userId="S::ch.en.u4cse21212@ch.students.amrita.edu::5634f253-6e80-4fa8-8728-7b30e6c18009" providerId="AD" clId="Web-{E5A83C95-74C4-AF81-9481-78E7DE7E8E6A}" dt="2022-11-26T18:07:22.341" v="12" actId="1076"/>
          <ac:spMkLst>
            <pc:docMk/>
            <pc:sldMk cId="1315305765" sldId="452"/>
            <ac:spMk id="9" creationId="{93E73573-00D3-4A2A-B4D1-456CC9A26F6B}"/>
          </ac:spMkLst>
        </pc:spChg>
        <pc:spChg chg="mod">
          <ac:chgData name="Divya A - [CH.EN.U4CSE21212]" userId="S::ch.en.u4cse21212@ch.students.amrita.edu::5634f253-6e80-4fa8-8728-7b30e6c18009" providerId="AD" clId="Web-{E5A83C95-74C4-AF81-9481-78E7DE7E8E6A}" dt="2022-11-26T18:07:43.326" v="13" actId="1076"/>
          <ac:spMkLst>
            <pc:docMk/>
            <pc:sldMk cId="1315305765" sldId="452"/>
            <ac:spMk id="11" creationId="{4AB41EB8-1C51-4C91-A204-49D79D0E124F}"/>
          </ac:spMkLst>
        </pc:spChg>
      </pc:sldChg>
    </pc:docChg>
  </pc:docChgLst>
  <pc:docChgLst>
    <pc:chgData name="Aman Kumar - [CH.EN.U4CSE21103]" userId="S::ch.en.u4cse21103@ch.students.amrita.edu::4678617e-570f-48c5-a5d8-043f894b95a4" providerId="AD" clId="Web-{3FEAACA6-DB6C-AE54-5ED7-E014C5619A40}"/>
    <pc:docChg chg="modSld">
      <pc:chgData name="Aman Kumar - [CH.EN.U4CSE21103]" userId="S::ch.en.u4cse21103@ch.students.amrita.edu::4678617e-570f-48c5-a5d8-043f894b95a4" providerId="AD" clId="Web-{3FEAACA6-DB6C-AE54-5ED7-E014C5619A40}" dt="2022-11-27T05:03:35.199" v="2" actId="20577"/>
      <pc:docMkLst>
        <pc:docMk/>
      </pc:docMkLst>
      <pc:sldChg chg="modSp">
        <pc:chgData name="Aman Kumar - [CH.EN.U4CSE21103]" userId="S::ch.en.u4cse21103@ch.students.amrita.edu::4678617e-570f-48c5-a5d8-043f894b95a4" providerId="AD" clId="Web-{3FEAACA6-DB6C-AE54-5ED7-E014C5619A40}" dt="2022-11-27T05:03:35.199" v="2" actId="20577"/>
        <pc:sldMkLst>
          <pc:docMk/>
          <pc:sldMk cId="4139711666" sldId="454"/>
        </pc:sldMkLst>
        <pc:spChg chg="mod">
          <ac:chgData name="Aman Kumar - [CH.EN.U4CSE21103]" userId="S::ch.en.u4cse21103@ch.students.amrita.edu::4678617e-570f-48c5-a5d8-043f894b95a4" providerId="AD" clId="Web-{3FEAACA6-DB6C-AE54-5ED7-E014C5619A40}" dt="2022-11-27T05:03:35.199" v="2" actId="20577"/>
          <ac:spMkLst>
            <pc:docMk/>
            <pc:sldMk cId="4139711666" sldId="454"/>
            <ac:spMk id="7" creationId="{73F13962-B058-4276-A872-724A8FB63A44}"/>
          </ac:spMkLst>
        </pc:spChg>
      </pc:sldChg>
    </pc:docChg>
  </pc:docChgLst>
  <pc:docChgLst>
    <pc:chgData name="Kaligatla Yasaswy - [CH.EN.U4CSE21125]" userId="S::ch.en.u4cse21125@ch.students.amrita.edu::93a212cb-5351-4c18-8157-c119506a7da8" providerId="AD" clId="Web-{F19CF7DC-DCED-E15C-BB04-C7A2D067E286}"/>
    <pc:docChg chg="addSld delSld">
      <pc:chgData name="Kaligatla Yasaswy - [CH.EN.U4CSE21125]" userId="S::ch.en.u4cse21125@ch.students.amrita.edu::93a212cb-5351-4c18-8157-c119506a7da8" providerId="AD" clId="Web-{F19CF7DC-DCED-E15C-BB04-C7A2D067E286}" dt="2022-11-27T15:27:24.957" v="1"/>
      <pc:docMkLst>
        <pc:docMk/>
      </pc:docMkLst>
      <pc:sldChg chg="add del">
        <pc:chgData name="Kaligatla Yasaswy - [CH.EN.U4CSE21125]" userId="S::ch.en.u4cse21125@ch.students.amrita.edu::93a212cb-5351-4c18-8157-c119506a7da8" providerId="AD" clId="Web-{F19CF7DC-DCED-E15C-BB04-C7A2D067E286}" dt="2022-11-27T15:27:24.957" v="1"/>
        <pc:sldMkLst>
          <pc:docMk/>
          <pc:sldMk cId="3499620395" sldId="467"/>
        </pc:sldMkLst>
      </pc:sldChg>
    </pc:docChg>
  </pc:docChgLst>
  <pc:docChgLst>
    <pc:chgData name="DHANUSH REDDY M - [CH.EN.U4CSE21015]" userId="S::ch.en.u4cse21015@ch.students.amrita.edu::09b7eede-0c8c-42ab-b91c-a460af0fff56" providerId="AD" clId="Web-{C78BF208-0772-825E-0C4B-7B3D691209AD}"/>
    <pc:docChg chg="modSld">
      <pc:chgData name="DHANUSH REDDY M - [CH.EN.U4CSE21015]" userId="S::ch.en.u4cse21015@ch.students.amrita.edu::09b7eede-0c8c-42ab-b91c-a460af0fff56" providerId="AD" clId="Web-{C78BF208-0772-825E-0C4B-7B3D691209AD}" dt="2022-11-27T18:57:31.934" v="0" actId="1076"/>
      <pc:docMkLst>
        <pc:docMk/>
      </pc:docMkLst>
      <pc:sldChg chg="modSp">
        <pc:chgData name="DHANUSH REDDY M - [CH.EN.U4CSE21015]" userId="S::ch.en.u4cse21015@ch.students.amrita.edu::09b7eede-0c8c-42ab-b91c-a460af0fff56" providerId="AD" clId="Web-{C78BF208-0772-825E-0C4B-7B3D691209AD}" dt="2022-11-27T18:57:31.934" v="0" actId="1076"/>
        <pc:sldMkLst>
          <pc:docMk/>
          <pc:sldMk cId="4139711666" sldId="454"/>
        </pc:sldMkLst>
        <pc:spChg chg="mod">
          <ac:chgData name="DHANUSH REDDY M - [CH.EN.U4CSE21015]" userId="S::ch.en.u4cse21015@ch.students.amrita.edu::09b7eede-0c8c-42ab-b91c-a460af0fff56" providerId="AD" clId="Web-{C78BF208-0772-825E-0C4B-7B3D691209AD}" dt="2022-11-27T18:57:31.934" v="0" actId="1076"/>
          <ac:spMkLst>
            <pc:docMk/>
            <pc:sldMk cId="4139711666" sldId="454"/>
            <ac:spMk id="14" creationId="{00CF396B-0436-47D1-B77C-3B6FC8698963}"/>
          </ac:spMkLst>
        </pc:spChg>
      </pc:sldChg>
    </pc:docChg>
  </pc:docChgLst>
  <pc:docChgLst>
    <pc:chgData name="BONTALA ABHIRAM - [CH.EN.U4CSE21112]" userId="S::ch.en.u4cse21112@ch.students.amrita.edu::98c101ee-e61d-42b6-8aea-bb375001f573" providerId="AD" clId="Web-{C61C5A66-DCE8-B3B7-80A8-C5A0CDD41EC1}"/>
    <pc:docChg chg="delSld">
      <pc:chgData name="BONTALA ABHIRAM - [CH.EN.U4CSE21112]" userId="S::ch.en.u4cse21112@ch.students.amrita.edu::98c101ee-e61d-42b6-8aea-bb375001f573" providerId="AD" clId="Web-{C61C5A66-DCE8-B3B7-80A8-C5A0CDD41EC1}" dt="2022-11-27T16:52:21.082" v="0"/>
      <pc:docMkLst>
        <pc:docMk/>
      </pc:docMkLst>
      <pc:sldChg chg="del">
        <pc:chgData name="BONTALA ABHIRAM - [CH.EN.U4CSE21112]" userId="S::ch.en.u4cse21112@ch.students.amrita.edu::98c101ee-e61d-42b6-8aea-bb375001f573" providerId="AD" clId="Web-{C61C5A66-DCE8-B3B7-80A8-C5A0CDD41EC1}" dt="2022-11-27T16:52:21.082" v="0"/>
        <pc:sldMkLst>
          <pc:docMk/>
          <pc:sldMk cId="3499620395" sldId="467"/>
        </pc:sldMkLst>
      </pc:sldChg>
    </pc:docChg>
  </pc:docChgLst>
  <pc:docChgLst>
    <pc:chgData name="MAJETI HARSHA VARDHAN BABU - [CH.EN.U4CSE21230]" userId="S::ch.en.u4cse21230@ch.students.amrita.edu::f946d44e-8a60-4903-aad2-613dc6d72203" providerId="AD" clId="Web-{8A509ABF-8325-9040-2B51-8E3A57526A39}"/>
    <pc:docChg chg="modSld">
      <pc:chgData name="MAJETI HARSHA VARDHAN BABU - [CH.EN.U4CSE21230]" userId="S::ch.en.u4cse21230@ch.students.amrita.edu::f946d44e-8a60-4903-aad2-613dc6d72203" providerId="AD" clId="Web-{8A509ABF-8325-9040-2B51-8E3A57526A39}" dt="2022-11-27T16:13:21.999" v="0" actId="1076"/>
      <pc:docMkLst>
        <pc:docMk/>
      </pc:docMkLst>
      <pc:sldChg chg="modSp">
        <pc:chgData name="MAJETI HARSHA VARDHAN BABU - [CH.EN.U4CSE21230]" userId="S::ch.en.u4cse21230@ch.students.amrita.edu::f946d44e-8a60-4903-aad2-613dc6d72203" providerId="AD" clId="Web-{8A509ABF-8325-9040-2B51-8E3A57526A39}" dt="2022-11-27T16:13:21.999" v="0" actId="1076"/>
        <pc:sldMkLst>
          <pc:docMk/>
          <pc:sldMk cId="1315305765" sldId="452"/>
        </pc:sldMkLst>
        <pc:spChg chg="mod">
          <ac:chgData name="MAJETI HARSHA VARDHAN BABU - [CH.EN.U4CSE21230]" userId="S::ch.en.u4cse21230@ch.students.amrita.edu::f946d44e-8a60-4903-aad2-613dc6d72203" providerId="AD" clId="Web-{8A509ABF-8325-9040-2B51-8E3A57526A39}" dt="2022-11-27T16:13:21.999" v="0" actId="1076"/>
          <ac:spMkLst>
            <pc:docMk/>
            <pc:sldMk cId="1315305765" sldId="452"/>
            <ac:spMk id="9" creationId="{93E73573-00D3-4A2A-B4D1-456CC9A26F6B}"/>
          </ac:spMkLst>
        </pc:spChg>
      </pc:sldChg>
    </pc:docChg>
  </pc:docChgLst>
  <pc:docChgLst>
    <pc:chgData name="Avinash - [CH.EN.U4CSE21107]" userId="S::ch.en.u4cse21107@ch.students.amrita.edu::73a6a9b6-d636-4957-9c2b-e4231a4c10e0" providerId="AD" clId="Web-{5C15A152-901F-4AA6-B97A-C567A8267725}"/>
    <pc:docChg chg="modSld">
      <pc:chgData name="Avinash - [CH.EN.U4CSE21107]" userId="S::ch.en.u4cse21107@ch.students.amrita.edu::73a6a9b6-d636-4957-9c2b-e4231a4c10e0" providerId="AD" clId="Web-{5C15A152-901F-4AA6-B97A-C567A8267725}" dt="2022-12-27T18:29:14.429" v="26" actId="20577"/>
      <pc:docMkLst>
        <pc:docMk/>
      </pc:docMkLst>
      <pc:sldChg chg="modSp">
        <pc:chgData name="Avinash - [CH.EN.U4CSE21107]" userId="S::ch.en.u4cse21107@ch.students.amrita.edu::73a6a9b6-d636-4957-9c2b-e4231a4c10e0" providerId="AD" clId="Web-{5C15A152-901F-4AA6-B97A-C567A8267725}" dt="2022-12-27T18:29:14.429" v="26" actId="20577"/>
        <pc:sldMkLst>
          <pc:docMk/>
          <pc:sldMk cId="2086252232" sldId="465"/>
        </pc:sldMkLst>
        <pc:spChg chg="mod">
          <ac:chgData name="Avinash - [CH.EN.U4CSE21107]" userId="S::ch.en.u4cse21107@ch.students.amrita.edu::73a6a9b6-d636-4957-9c2b-e4231a4c10e0" providerId="AD" clId="Web-{5C15A152-901F-4AA6-B97A-C567A8267725}" dt="2022-12-27T18:29:14.429" v="26" actId="20577"/>
          <ac:spMkLst>
            <pc:docMk/>
            <pc:sldMk cId="2086252232" sldId="465"/>
            <ac:spMk id="5" creationId="{1627AD6F-ED49-41DE-91C1-E6C99512F0A8}"/>
          </ac:spMkLst>
        </pc:spChg>
      </pc:sldChg>
    </pc:docChg>
  </pc:docChgLst>
  <pc:docChgLst>
    <pc:chgData name="Kristamsetty Adinarayana - [CH.EN.U4CSE21034]" userId="S::ch.en.u4cse21034@ch.students.amrita.edu::09687030-7a00-4977-8ef7-49035eef36e5" providerId="AD" clId="Web-{99C4EE76-99E4-526F-F1D4-47F05EB3598F}"/>
    <pc:docChg chg="modSld">
      <pc:chgData name="Kristamsetty Adinarayana - [CH.EN.U4CSE21034]" userId="S::ch.en.u4cse21034@ch.students.amrita.edu::09687030-7a00-4977-8ef7-49035eef36e5" providerId="AD" clId="Web-{99C4EE76-99E4-526F-F1D4-47F05EB3598F}" dt="2022-11-27T10:46:52.763" v="1" actId="20577"/>
      <pc:docMkLst>
        <pc:docMk/>
      </pc:docMkLst>
      <pc:sldChg chg="modSp">
        <pc:chgData name="Kristamsetty Adinarayana - [CH.EN.U4CSE21034]" userId="S::ch.en.u4cse21034@ch.students.amrita.edu::09687030-7a00-4977-8ef7-49035eef36e5" providerId="AD" clId="Web-{99C4EE76-99E4-526F-F1D4-47F05EB3598F}" dt="2022-11-27T10:46:52.763" v="1" actId="20577"/>
        <pc:sldMkLst>
          <pc:docMk/>
          <pc:sldMk cId="2625831444" sldId="450"/>
        </pc:sldMkLst>
        <pc:spChg chg="mod">
          <ac:chgData name="Kristamsetty Adinarayana - [CH.EN.U4CSE21034]" userId="S::ch.en.u4cse21034@ch.students.amrita.edu::09687030-7a00-4977-8ef7-49035eef36e5" providerId="AD" clId="Web-{99C4EE76-99E4-526F-F1D4-47F05EB3598F}" dt="2022-11-27T10:46:52.763" v="1" actId="20577"/>
          <ac:spMkLst>
            <pc:docMk/>
            <pc:sldMk cId="2625831444" sldId="450"/>
            <ac:spMk id="2" creationId="{7B1502B2-38D6-444D-8D8D-1BEF414ABFDC}"/>
          </ac:spMkLst>
        </pc:spChg>
      </pc:sldChg>
    </pc:docChg>
  </pc:docChgLst>
  <pc:docChgLst>
    <pc:chgData name="Tumula Deepak - [CH.EN.U4CSE21175]" userId="S::ch.en.u4cse21175@ch.students.amrita.edu::839c0ee4-4ee7-407a-ad8f-c7ebd8702095" providerId="AD" clId="Web-{0F15E1CF-1141-56BC-500B-C54AC1DF93C9}"/>
    <pc:docChg chg="addSld delSld modSld">
      <pc:chgData name="Tumula Deepak - [CH.EN.U4CSE21175]" userId="S::ch.en.u4cse21175@ch.students.amrita.edu::839c0ee4-4ee7-407a-ad8f-c7ebd8702095" providerId="AD" clId="Web-{0F15E1CF-1141-56BC-500B-C54AC1DF93C9}" dt="2022-11-27T16:57:49.047" v="2"/>
      <pc:docMkLst>
        <pc:docMk/>
      </pc:docMkLst>
      <pc:sldChg chg="modSp">
        <pc:chgData name="Tumula Deepak - [CH.EN.U4CSE21175]" userId="S::ch.en.u4cse21175@ch.students.amrita.edu::839c0ee4-4ee7-407a-ad8f-c7ebd8702095" providerId="AD" clId="Web-{0F15E1CF-1141-56BC-500B-C54AC1DF93C9}" dt="2022-11-27T15:25:06.797" v="0" actId="1076"/>
        <pc:sldMkLst>
          <pc:docMk/>
          <pc:sldMk cId="1359749953" sldId="288"/>
        </pc:sldMkLst>
        <pc:spChg chg="mod">
          <ac:chgData name="Tumula Deepak - [CH.EN.U4CSE21175]" userId="S::ch.en.u4cse21175@ch.students.amrita.edu::839c0ee4-4ee7-407a-ad8f-c7ebd8702095" providerId="AD" clId="Web-{0F15E1CF-1141-56BC-500B-C54AC1DF93C9}" dt="2022-11-27T15:25:06.797" v="0" actId="1076"/>
          <ac:spMkLst>
            <pc:docMk/>
            <pc:sldMk cId="1359749953" sldId="288"/>
            <ac:spMk id="2" creationId="{7925D0C4-91A6-4F6F-82A4-AB8906400E8C}"/>
          </ac:spMkLst>
        </pc:spChg>
      </pc:sldChg>
      <pc:sldChg chg="new del">
        <pc:chgData name="Tumula Deepak - [CH.EN.U4CSE21175]" userId="S::ch.en.u4cse21175@ch.students.amrita.edu::839c0ee4-4ee7-407a-ad8f-c7ebd8702095" providerId="AD" clId="Web-{0F15E1CF-1141-56BC-500B-C54AC1DF93C9}" dt="2022-11-27T16:57:49.047" v="2"/>
        <pc:sldMkLst>
          <pc:docMk/>
          <pc:sldMk cId="365360908" sldId="467"/>
        </pc:sldMkLst>
      </pc:sldChg>
    </pc:docChg>
  </pc:docChgLst>
  <pc:docChgLst>
    <pc:chgData name="Divya A - [CH.EN.U4CSE21212]" userId="S::ch.en.u4cse21212@ch.students.amrita.edu::5634f253-6e80-4fa8-8728-7b30e6c18009" providerId="AD" clId="Web-{7854E6B7-9415-C176-4314-8237730F97B7}"/>
    <pc:docChg chg="modSld">
      <pc:chgData name="Divya A - [CH.EN.U4CSE21212]" userId="S::ch.en.u4cse21212@ch.students.amrita.edu::5634f253-6e80-4fa8-8728-7b30e6c18009" providerId="AD" clId="Web-{7854E6B7-9415-C176-4314-8237730F97B7}" dt="2022-11-26T17:01:18.097" v="2" actId="14100"/>
      <pc:docMkLst>
        <pc:docMk/>
      </pc:docMkLst>
      <pc:sldChg chg="modSp">
        <pc:chgData name="Divya A - [CH.EN.U4CSE21212]" userId="S::ch.en.u4cse21212@ch.students.amrita.edu::5634f253-6e80-4fa8-8728-7b30e6c18009" providerId="AD" clId="Web-{7854E6B7-9415-C176-4314-8237730F97B7}" dt="2022-11-26T17:01:18.097" v="2" actId="14100"/>
        <pc:sldMkLst>
          <pc:docMk/>
          <pc:sldMk cId="1359749953" sldId="288"/>
        </pc:sldMkLst>
        <pc:spChg chg="mod">
          <ac:chgData name="Divya A - [CH.EN.U4CSE21212]" userId="S::ch.en.u4cse21212@ch.students.amrita.edu::5634f253-6e80-4fa8-8728-7b30e6c18009" providerId="AD" clId="Web-{7854E6B7-9415-C176-4314-8237730F97B7}" dt="2022-11-26T17:01:18.097" v="2" actId="14100"/>
          <ac:spMkLst>
            <pc:docMk/>
            <pc:sldMk cId="1359749953" sldId="288"/>
            <ac:spMk id="3" creationId="{55DE4E36-9622-4BC4-9DEC-E7A385560935}"/>
          </ac:spMkLst>
        </pc:spChg>
        <pc:picChg chg="mod">
          <ac:chgData name="Divya A - [CH.EN.U4CSE21212]" userId="S::ch.en.u4cse21212@ch.students.amrita.edu::5634f253-6e80-4fa8-8728-7b30e6c18009" providerId="AD" clId="Web-{7854E6B7-9415-C176-4314-8237730F97B7}" dt="2022-11-26T17:00:29.642" v="0" actId="14100"/>
          <ac:picMkLst>
            <pc:docMk/>
            <pc:sldMk cId="1359749953" sldId="288"/>
            <ac:picMk id="17" creationId="{04FF4C17-FAD4-4370-9248-F92C43F957F5}"/>
          </ac:picMkLst>
        </pc:picChg>
      </pc:sldChg>
    </pc:docChg>
  </pc:docChgLst>
  <pc:docChgLst>
    <pc:chgData name="Varshaa B - [CH.EN.U4CSE21260]" userId="S::ch.en.u4cse21260@ch.students.amrita.edu::9cce63a1-ac80-41fb-baf8-e5590ef8eee1" providerId="AD" clId="Web-{FE7651BC-5095-D5FE-CADE-2B0EF5B91F9B}"/>
    <pc:docChg chg="modSld">
      <pc:chgData name="Varshaa B - [CH.EN.U4CSE21260]" userId="S::ch.en.u4cse21260@ch.students.amrita.edu::9cce63a1-ac80-41fb-baf8-e5590ef8eee1" providerId="AD" clId="Web-{FE7651BC-5095-D5FE-CADE-2B0EF5B91F9B}" dt="2022-11-26T20:13:27.838" v="4" actId="1076"/>
      <pc:docMkLst>
        <pc:docMk/>
      </pc:docMkLst>
      <pc:sldChg chg="modSp">
        <pc:chgData name="Varshaa B - [CH.EN.U4CSE21260]" userId="S::ch.en.u4cse21260@ch.students.amrita.edu::9cce63a1-ac80-41fb-baf8-e5590ef8eee1" providerId="AD" clId="Web-{FE7651BC-5095-D5FE-CADE-2B0EF5B91F9B}" dt="2022-11-26T20:11:11.349" v="3" actId="20577"/>
        <pc:sldMkLst>
          <pc:docMk/>
          <pc:sldMk cId="4139711666" sldId="454"/>
        </pc:sldMkLst>
        <pc:spChg chg="mod">
          <ac:chgData name="Varshaa B - [CH.EN.U4CSE21260]" userId="S::ch.en.u4cse21260@ch.students.amrita.edu::9cce63a1-ac80-41fb-baf8-e5590ef8eee1" providerId="AD" clId="Web-{FE7651BC-5095-D5FE-CADE-2B0EF5B91F9B}" dt="2022-11-26T20:11:11.349" v="3" actId="20577"/>
          <ac:spMkLst>
            <pc:docMk/>
            <pc:sldMk cId="4139711666" sldId="454"/>
            <ac:spMk id="7" creationId="{73F13962-B058-4276-A872-724A8FB63A44}"/>
          </ac:spMkLst>
        </pc:spChg>
      </pc:sldChg>
      <pc:sldChg chg="modSp">
        <pc:chgData name="Varshaa B - [CH.EN.U4CSE21260]" userId="S::ch.en.u4cse21260@ch.students.amrita.edu::9cce63a1-ac80-41fb-baf8-e5590ef8eee1" providerId="AD" clId="Web-{FE7651BC-5095-D5FE-CADE-2B0EF5B91F9B}" dt="2022-11-26T20:13:27.838" v="4" actId="1076"/>
        <pc:sldMkLst>
          <pc:docMk/>
          <pc:sldMk cId="1921418199" sldId="455"/>
        </pc:sldMkLst>
        <pc:spChg chg="mod">
          <ac:chgData name="Varshaa B - [CH.EN.U4CSE21260]" userId="S::ch.en.u4cse21260@ch.students.amrita.edu::9cce63a1-ac80-41fb-baf8-e5590ef8eee1" providerId="AD" clId="Web-{FE7651BC-5095-D5FE-CADE-2B0EF5B91F9B}" dt="2022-11-26T20:13:27.838" v="4" actId="1076"/>
          <ac:spMkLst>
            <pc:docMk/>
            <pc:sldMk cId="1921418199" sldId="455"/>
            <ac:spMk id="3" creationId="{079D5C08-0FCA-4494-A1F8-5238FFC1B36C}"/>
          </ac:spMkLst>
        </pc:spChg>
      </pc:sldChg>
    </pc:docChg>
  </pc:docChgLst>
  <pc:docChgLst>
    <pc:chgData name="CHINTA VIJAYA PANDU RANGA REDDY - [CH.EN.U4CSE21210]" userId="S::ch.en.u4cse21210@ch.students.amrita.edu::4ac09ad5-7829-4cca-9b81-e4f56e17a209" providerId="AD" clId="Web-{74DD35A9-3D7A-BB37-4433-D9E06F9C97A0}"/>
    <pc:docChg chg="modSld">
      <pc:chgData name="CHINTA VIJAYA PANDU RANGA REDDY - [CH.EN.U4CSE21210]" userId="S::ch.en.u4cse21210@ch.students.amrita.edu::4ac09ad5-7829-4cca-9b81-e4f56e17a209" providerId="AD" clId="Web-{74DD35A9-3D7A-BB37-4433-D9E06F9C97A0}" dt="2022-11-27T04:39:06.548" v="0" actId="1076"/>
      <pc:docMkLst>
        <pc:docMk/>
      </pc:docMkLst>
      <pc:sldChg chg="modSp">
        <pc:chgData name="CHINTA VIJAYA PANDU RANGA REDDY - [CH.EN.U4CSE21210]" userId="S::ch.en.u4cse21210@ch.students.amrita.edu::4ac09ad5-7829-4cca-9b81-e4f56e17a209" providerId="AD" clId="Web-{74DD35A9-3D7A-BB37-4433-D9E06F9C97A0}" dt="2022-11-27T04:39:06.548" v="0" actId="1076"/>
        <pc:sldMkLst>
          <pc:docMk/>
          <pc:sldMk cId="3112306721" sldId="463"/>
        </pc:sldMkLst>
        <pc:spChg chg="mod">
          <ac:chgData name="CHINTA VIJAYA PANDU RANGA REDDY - [CH.EN.U4CSE21210]" userId="S::ch.en.u4cse21210@ch.students.amrita.edu::4ac09ad5-7829-4cca-9b81-e4f56e17a209" providerId="AD" clId="Web-{74DD35A9-3D7A-BB37-4433-D9E06F9C97A0}" dt="2022-11-27T04:39:06.548" v="0" actId="1076"/>
          <ac:spMkLst>
            <pc:docMk/>
            <pc:sldMk cId="3112306721" sldId="463"/>
            <ac:spMk id="6" creationId="{F2D5DE5A-7C37-4DC1-94EB-9233020DF32D}"/>
          </ac:spMkLst>
        </pc:spChg>
      </pc:sldChg>
    </pc:docChg>
  </pc:docChgLst>
  <pc:docChgLst>
    <pc:chgData name="Varshaa B - [CH.EN.U4CSE21260]" userId="S::ch.en.u4cse21260@ch.students.amrita.edu::9cce63a1-ac80-41fb-baf8-e5590ef8eee1" providerId="AD" clId="Web-{59294821-ECC3-8648-FBF5-8F5317FF9576}"/>
    <pc:docChg chg="modSld">
      <pc:chgData name="Varshaa B - [CH.EN.U4CSE21260]" userId="S::ch.en.u4cse21260@ch.students.amrita.edu::9cce63a1-ac80-41fb-baf8-e5590ef8eee1" providerId="AD" clId="Web-{59294821-ECC3-8648-FBF5-8F5317FF9576}" dt="2022-11-13T19:19:09.849" v="26" actId="20577"/>
      <pc:docMkLst>
        <pc:docMk/>
      </pc:docMkLst>
      <pc:sldChg chg="modSp">
        <pc:chgData name="Varshaa B - [CH.EN.U4CSE21260]" userId="S::ch.en.u4cse21260@ch.students.amrita.edu::9cce63a1-ac80-41fb-baf8-e5590ef8eee1" providerId="AD" clId="Web-{59294821-ECC3-8648-FBF5-8F5317FF9576}" dt="2022-11-13T19:14:47.183" v="21" actId="20577"/>
        <pc:sldMkLst>
          <pc:docMk/>
          <pc:sldMk cId="1020611460" sldId="459"/>
        </pc:sldMkLst>
        <pc:spChg chg="mod">
          <ac:chgData name="Varshaa B - [CH.EN.U4CSE21260]" userId="S::ch.en.u4cse21260@ch.students.amrita.edu::9cce63a1-ac80-41fb-baf8-e5590ef8eee1" providerId="AD" clId="Web-{59294821-ECC3-8648-FBF5-8F5317FF9576}" dt="2022-11-13T19:14:47.183" v="21" actId="20577"/>
          <ac:spMkLst>
            <pc:docMk/>
            <pc:sldMk cId="1020611460" sldId="459"/>
            <ac:spMk id="2" creationId="{6C6CB0D8-BAF4-4738-A33F-E01662885BAC}"/>
          </ac:spMkLst>
        </pc:spChg>
      </pc:sldChg>
      <pc:sldChg chg="modSp">
        <pc:chgData name="Varshaa B - [CH.EN.U4CSE21260]" userId="S::ch.en.u4cse21260@ch.students.amrita.edu::9cce63a1-ac80-41fb-baf8-e5590ef8eee1" providerId="AD" clId="Web-{59294821-ECC3-8648-FBF5-8F5317FF9576}" dt="2022-11-13T19:19:00.848" v="25" actId="20577"/>
        <pc:sldMkLst>
          <pc:docMk/>
          <pc:sldMk cId="3112306721" sldId="463"/>
        </pc:sldMkLst>
        <pc:spChg chg="mod">
          <ac:chgData name="Varshaa B - [CH.EN.U4CSE21260]" userId="S::ch.en.u4cse21260@ch.students.amrita.edu::9cce63a1-ac80-41fb-baf8-e5590ef8eee1" providerId="AD" clId="Web-{59294821-ECC3-8648-FBF5-8F5317FF9576}" dt="2022-11-13T19:19:00.848" v="25" actId="20577"/>
          <ac:spMkLst>
            <pc:docMk/>
            <pc:sldMk cId="3112306721" sldId="463"/>
            <ac:spMk id="5" creationId="{ED9205F5-A62C-4533-B407-70650CCEFC76}"/>
          </ac:spMkLst>
        </pc:spChg>
        <pc:spChg chg="mod">
          <ac:chgData name="Varshaa B - [CH.EN.U4CSE21260]" userId="S::ch.en.u4cse21260@ch.students.amrita.edu::9cce63a1-ac80-41fb-baf8-e5590ef8eee1" providerId="AD" clId="Web-{59294821-ECC3-8648-FBF5-8F5317FF9576}" dt="2022-11-13T19:18:42.988" v="23" actId="20577"/>
          <ac:spMkLst>
            <pc:docMk/>
            <pc:sldMk cId="3112306721" sldId="463"/>
            <ac:spMk id="6" creationId="{F2D5DE5A-7C37-4DC1-94EB-9233020DF32D}"/>
          </ac:spMkLst>
        </pc:spChg>
      </pc:sldChg>
      <pc:sldChg chg="modSp">
        <pc:chgData name="Varshaa B - [CH.EN.U4CSE21260]" userId="S::ch.en.u4cse21260@ch.students.amrita.edu::9cce63a1-ac80-41fb-baf8-e5590ef8eee1" providerId="AD" clId="Web-{59294821-ECC3-8648-FBF5-8F5317FF9576}" dt="2022-11-13T19:19:09.849" v="26" actId="20577"/>
        <pc:sldMkLst>
          <pc:docMk/>
          <pc:sldMk cId="2086252232" sldId="465"/>
        </pc:sldMkLst>
        <pc:spChg chg="mod">
          <ac:chgData name="Varshaa B - [CH.EN.U4CSE21260]" userId="S::ch.en.u4cse21260@ch.students.amrita.edu::9cce63a1-ac80-41fb-baf8-e5590ef8eee1" providerId="AD" clId="Web-{59294821-ECC3-8648-FBF5-8F5317FF9576}" dt="2022-11-13T19:19:09.849" v="26" actId="20577"/>
          <ac:spMkLst>
            <pc:docMk/>
            <pc:sldMk cId="2086252232" sldId="465"/>
            <ac:spMk id="5" creationId="{1627AD6F-ED49-41DE-91C1-E6C99512F0A8}"/>
          </ac:spMkLst>
        </pc:spChg>
      </pc:sldChg>
    </pc:docChg>
  </pc:docChgLst>
  <pc:docChgLst>
    <pc:chgData name="SANJEV R - [CH.EN.U4CSE21059]" userId="S::ch.en.u4cse21059@ch.students.amrita.edu::51ec09ef-d7d5-4609-98b6-9c879b195ac5" providerId="AD" clId="Web-{9C43B629-F043-845E-8C9A-C59C6C856753}"/>
    <pc:docChg chg="modSld">
      <pc:chgData name="SANJEV R - [CH.EN.U4CSE21059]" userId="S::ch.en.u4cse21059@ch.students.amrita.edu::51ec09ef-d7d5-4609-98b6-9c879b195ac5" providerId="AD" clId="Web-{9C43B629-F043-845E-8C9A-C59C6C856753}" dt="2022-11-27T07:29:57.912" v="2" actId="20577"/>
      <pc:docMkLst>
        <pc:docMk/>
      </pc:docMkLst>
      <pc:sldChg chg="modSp">
        <pc:chgData name="SANJEV R - [CH.EN.U4CSE21059]" userId="S::ch.en.u4cse21059@ch.students.amrita.edu::51ec09ef-d7d5-4609-98b6-9c879b195ac5" providerId="AD" clId="Web-{9C43B629-F043-845E-8C9A-C59C6C856753}" dt="2022-11-27T07:29:57.912" v="2" actId="20577"/>
        <pc:sldMkLst>
          <pc:docMk/>
          <pc:sldMk cId="4139711666" sldId="454"/>
        </pc:sldMkLst>
        <pc:spChg chg="mod">
          <ac:chgData name="SANJEV R - [CH.EN.U4CSE21059]" userId="S::ch.en.u4cse21059@ch.students.amrita.edu::51ec09ef-d7d5-4609-98b6-9c879b195ac5" providerId="AD" clId="Web-{9C43B629-F043-845E-8C9A-C59C6C856753}" dt="2022-11-27T07:29:57.912" v="2" actId="20577"/>
          <ac:spMkLst>
            <pc:docMk/>
            <pc:sldMk cId="4139711666" sldId="454"/>
            <ac:spMk id="7" creationId="{73F13962-B058-4276-A872-724A8FB63A44}"/>
          </ac:spMkLst>
        </pc:spChg>
      </pc:sldChg>
    </pc:docChg>
  </pc:docChgLst>
  <pc:docChgLst>
    <pc:chgData name="Sangar M - [CH.EN.U4CSE21247]" userId="S::ch.en.u4cse21247@ch.students.amrita.edu::8dac639a-1eb2-44a6-acc3-0087f42db66f" providerId="AD" clId="Web-{34ED2367-ECC3-A3C1-D1B6-ED4C9BEDC9D3}"/>
    <pc:docChg chg="addSld">
      <pc:chgData name="Sangar M - [CH.EN.U4CSE21247]" userId="S::ch.en.u4cse21247@ch.students.amrita.edu::8dac639a-1eb2-44a6-acc3-0087f42db66f" providerId="AD" clId="Web-{34ED2367-ECC3-A3C1-D1B6-ED4C9BEDC9D3}" dt="2022-11-27T08:17:06.994" v="0"/>
      <pc:docMkLst>
        <pc:docMk/>
      </pc:docMkLst>
      <pc:sldChg chg="new">
        <pc:chgData name="Sangar M - [CH.EN.U4CSE21247]" userId="S::ch.en.u4cse21247@ch.students.amrita.edu::8dac639a-1eb2-44a6-acc3-0087f42db66f" providerId="AD" clId="Web-{34ED2367-ECC3-A3C1-D1B6-ED4C9BEDC9D3}" dt="2022-11-27T08:17:06.994" v="0"/>
        <pc:sldMkLst>
          <pc:docMk/>
          <pc:sldMk cId="3499620395" sldId="467"/>
        </pc:sldMkLst>
      </pc:sldChg>
    </pc:docChg>
  </pc:docChgLst>
  <pc:docChgLst>
    <pc:chgData name="ROHAN R - [CH.EN.U4CSE21155]" userId="S::ch.en.u4cse21155@ch.students.amrita.edu::629424d6-0075-457f-9753-0b24a1a8ce82" providerId="AD" clId="Web-{189072E8-785F-4DB7-9082-31ADA3F9445C}"/>
    <pc:docChg chg="modSld">
      <pc:chgData name="ROHAN R - [CH.EN.U4CSE21155]" userId="S::ch.en.u4cse21155@ch.students.amrita.edu::629424d6-0075-457f-9753-0b24a1a8ce82" providerId="AD" clId="Web-{189072E8-785F-4DB7-9082-31ADA3F9445C}" dt="2022-12-27T17:59:06.931" v="77" actId="20577"/>
      <pc:docMkLst>
        <pc:docMk/>
      </pc:docMkLst>
      <pc:sldChg chg="modSp">
        <pc:chgData name="ROHAN R - [CH.EN.U4CSE21155]" userId="S::ch.en.u4cse21155@ch.students.amrita.edu::629424d6-0075-457f-9753-0b24a1a8ce82" providerId="AD" clId="Web-{189072E8-785F-4DB7-9082-31ADA3F9445C}" dt="2022-12-27T17:59:06.931" v="77" actId="20577"/>
        <pc:sldMkLst>
          <pc:docMk/>
          <pc:sldMk cId="1344849685" sldId="461"/>
        </pc:sldMkLst>
        <pc:spChg chg="mod">
          <ac:chgData name="ROHAN R - [CH.EN.U4CSE21155]" userId="S::ch.en.u4cse21155@ch.students.amrita.edu::629424d6-0075-457f-9753-0b24a1a8ce82" providerId="AD" clId="Web-{189072E8-785F-4DB7-9082-31ADA3F9445C}" dt="2022-12-27T17:59:06.931" v="77" actId="20577"/>
          <ac:spMkLst>
            <pc:docMk/>
            <pc:sldMk cId="1344849685" sldId="461"/>
            <ac:spMk id="15" creationId="{9D44A873-57B3-4EF3-A235-BA52000DF308}"/>
          </ac:spMkLst>
        </pc:spChg>
        <pc:spChg chg="mod">
          <ac:chgData name="ROHAN R - [CH.EN.U4CSE21155]" userId="S::ch.en.u4cse21155@ch.students.amrita.edu::629424d6-0075-457f-9753-0b24a1a8ce82" providerId="AD" clId="Web-{189072E8-785F-4DB7-9082-31ADA3F9445C}" dt="2022-12-27T17:58:21.976" v="35" actId="20577"/>
          <ac:spMkLst>
            <pc:docMk/>
            <pc:sldMk cId="1344849685" sldId="461"/>
            <ac:spMk id="21" creationId="{0EB2AEAD-199E-42AC-88A2-09846B4FB6B4}"/>
          </ac:spMkLst>
        </pc:spChg>
      </pc:sldChg>
    </pc:docChg>
  </pc:docChgLst>
  <pc:docChgLst>
    <pc:chgData name="Jaiadityan S - [CH.EN.U4CSE21219]" userId="S::ch.en.u4cse21219@ch.students.amrita.edu::c9ee5338-b6ec-4747-ad2b-0d9d32521e59" providerId="AD" clId="Web-{F48AE313-5824-4DB4-A904-6F92FD5C61C0}"/>
    <pc:docChg chg="modSld">
      <pc:chgData name="Jaiadityan S - [CH.EN.U4CSE21219]" userId="S::ch.en.u4cse21219@ch.students.amrita.edu::c9ee5338-b6ec-4747-ad2b-0d9d32521e59" providerId="AD" clId="Web-{F48AE313-5824-4DB4-A904-6F92FD5C61C0}" dt="2022-11-27T23:18:43.486" v="0"/>
      <pc:docMkLst>
        <pc:docMk/>
      </pc:docMkLst>
      <pc:sldChg chg="addSp">
        <pc:chgData name="Jaiadityan S - [CH.EN.U4CSE21219]" userId="S::ch.en.u4cse21219@ch.students.amrita.edu::c9ee5338-b6ec-4747-ad2b-0d9d32521e59" providerId="AD" clId="Web-{F48AE313-5824-4DB4-A904-6F92FD5C61C0}" dt="2022-11-27T23:18:43.486" v="0"/>
        <pc:sldMkLst>
          <pc:docMk/>
          <pc:sldMk cId="4193508272" sldId="457"/>
        </pc:sldMkLst>
        <pc:inkChg chg="add">
          <ac:chgData name="Jaiadityan S - [CH.EN.U4CSE21219]" userId="S::ch.en.u4cse21219@ch.students.amrita.edu::c9ee5338-b6ec-4747-ad2b-0d9d32521e59" providerId="AD" clId="Web-{F48AE313-5824-4DB4-A904-6F92FD5C61C0}" dt="2022-11-27T23:18:43.486" v="0"/>
          <ac:inkMkLst>
            <pc:docMk/>
            <pc:sldMk cId="4193508272" sldId="457"/>
            <ac:inkMk id="5" creationId="{039B880E-11AC-5264-5763-1692E56B2057}"/>
          </ac:inkMkLst>
        </pc:inkChg>
      </pc:sldChg>
    </pc:docChg>
  </pc:docChgLst>
  <pc:docChgLst>
    <pc:chgData name="PRADEESH A - [CH.EN.U4CSE21048]" userId="S::ch.en.u4cse21048@ch.students.amrita.edu::faffa68a-2486-44b6-8dc6-9695f092d05d" providerId="AD" clId="Web-{81B8ABC2-2B4D-24C5-2A0A-F2F76088F24C}"/>
    <pc:docChg chg="addSld">
      <pc:chgData name="PRADEESH A - [CH.EN.U4CSE21048]" userId="S::ch.en.u4cse21048@ch.students.amrita.edu::faffa68a-2486-44b6-8dc6-9695f092d05d" providerId="AD" clId="Web-{81B8ABC2-2B4D-24C5-2A0A-F2F76088F24C}" dt="2022-12-27T15:11:37.277" v="0"/>
      <pc:docMkLst>
        <pc:docMk/>
      </pc:docMkLst>
      <pc:sldChg chg="new">
        <pc:chgData name="PRADEESH A - [CH.EN.U4CSE21048]" userId="S::ch.en.u4cse21048@ch.students.amrita.edu::faffa68a-2486-44b6-8dc6-9695f092d05d" providerId="AD" clId="Web-{81B8ABC2-2B4D-24C5-2A0A-F2F76088F24C}" dt="2022-12-27T15:11:37.277" v="0"/>
        <pc:sldMkLst>
          <pc:docMk/>
          <pc:sldMk cId="2216936779" sldId="467"/>
        </pc:sldMkLst>
      </pc:sldChg>
    </pc:docChg>
  </pc:docChgLst>
  <pc:docChgLst>
    <pc:chgData name="Potnuru Ram Kumar - [CH.EN.U4CSE21148]" userId="S::ch.en.u4cse21148@ch.students.amrita.edu::67ab5689-1ab9-4276-8a96-676a2f564204" providerId="AD" clId="Web-{B0D4240E-76FE-C3E5-22C6-670FFDE4AAD9}"/>
    <pc:docChg chg="modSld">
      <pc:chgData name="Potnuru Ram Kumar - [CH.EN.U4CSE21148]" userId="S::ch.en.u4cse21148@ch.students.amrita.edu::67ab5689-1ab9-4276-8a96-676a2f564204" providerId="AD" clId="Web-{B0D4240E-76FE-C3E5-22C6-670FFDE4AAD9}" dt="2022-12-27T10:46:31.102" v="2" actId="20577"/>
      <pc:docMkLst>
        <pc:docMk/>
      </pc:docMkLst>
      <pc:sldChg chg="modSp">
        <pc:chgData name="Potnuru Ram Kumar - [CH.EN.U4CSE21148]" userId="S::ch.en.u4cse21148@ch.students.amrita.edu::67ab5689-1ab9-4276-8a96-676a2f564204" providerId="AD" clId="Web-{B0D4240E-76FE-C3E5-22C6-670FFDE4AAD9}" dt="2022-12-27T10:46:31.102" v="2" actId="20577"/>
        <pc:sldMkLst>
          <pc:docMk/>
          <pc:sldMk cId="2625831444" sldId="450"/>
        </pc:sldMkLst>
        <pc:spChg chg="mod">
          <ac:chgData name="Potnuru Ram Kumar - [CH.EN.U4CSE21148]" userId="S::ch.en.u4cse21148@ch.students.amrita.edu::67ab5689-1ab9-4276-8a96-676a2f564204" providerId="AD" clId="Web-{B0D4240E-76FE-C3E5-22C6-670FFDE4AAD9}" dt="2022-12-27T10:46:31.102" v="2" actId="20577"/>
          <ac:spMkLst>
            <pc:docMk/>
            <pc:sldMk cId="2625831444" sldId="450"/>
            <ac:spMk id="11" creationId="{BD52D9D7-5254-4973-9BF0-FFBC6DC0DFD6}"/>
          </ac:spMkLst>
        </pc:spChg>
      </pc:sldChg>
      <pc:sldChg chg="modSp">
        <pc:chgData name="Potnuru Ram Kumar - [CH.EN.U4CSE21148]" userId="S::ch.en.u4cse21148@ch.students.amrita.edu::67ab5689-1ab9-4276-8a96-676a2f564204" providerId="AD" clId="Web-{B0D4240E-76FE-C3E5-22C6-670FFDE4AAD9}" dt="2022-12-27T10:30:45.439" v="1" actId="1076"/>
        <pc:sldMkLst>
          <pc:docMk/>
          <pc:sldMk cId="3552784167" sldId="464"/>
        </pc:sldMkLst>
        <pc:spChg chg="mod">
          <ac:chgData name="Potnuru Ram Kumar - [CH.EN.U4CSE21148]" userId="S::ch.en.u4cse21148@ch.students.amrita.edu::67ab5689-1ab9-4276-8a96-676a2f564204" providerId="AD" clId="Web-{B0D4240E-76FE-C3E5-22C6-670FFDE4AAD9}" dt="2022-12-27T10:30:45.439" v="1" actId="1076"/>
          <ac:spMkLst>
            <pc:docMk/>
            <pc:sldMk cId="3552784167" sldId="464"/>
            <ac:spMk id="6" creationId="{86AED67C-2F77-40C6-966E-C7EC931F855D}"/>
          </ac:spMkLst>
        </pc:spChg>
      </pc:sldChg>
    </pc:docChg>
  </pc:docChgLst>
  <pc:docChgLst>
    <pc:chgData name="BANDARU SAI KIRAN - [CH.EN.U4CSE21110]" userId="S::ch.en.u4cse21110@ch.students.amrita.edu::cd86ad4c-df6e-4a08-b3ef-bec65c02f51e" providerId="AD" clId="Web-{BADFE550-88F6-1683-5D63-104DA7A407BD}"/>
    <pc:docChg chg="sldOrd">
      <pc:chgData name="BANDARU SAI KIRAN - [CH.EN.U4CSE21110]" userId="S::ch.en.u4cse21110@ch.students.amrita.edu::cd86ad4c-df6e-4a08-b3ef-bec65c02f51e" providerId="AD" clId="Web-{BADFE550-88F6-1683-5D63-104DA7A407BD}" dt="2022-12-28T03:10:03.099" v="0"/>
      <pc:docMkLst>
        <pc:docMk/>
      </pc:docMkLst>
      <pc:sldChg chg="ord">
        <pc:chgData name="BANDARU SAI KIRAN - [CH.EN.U4CSE21110]" userId="S::ch.en.u4cse21110@ch.students.amrita.edu::cd86ad4c-df6e-4a08-b3ef-bec65c02f51e" providerId="AD" clId="Web-{BADFE550-88F6-1683-5D63-104DA7A407BD}" dt="2022-12-28T03:10:03.099" v="0"/>
        <pc:sldMkLst>
          <pc:docMk/>
          <pc:sldMk cId="3112306721" sldId="463"/>
        </pc:sldMkLst>
      </pc:sldChg>
    </pc:docChg>
  </pc:docChgLst>
  <pc:docChgLst>
    <pc:chgData name="Sai Sampath V - [CH.EN.U4CSE21055]" userId="S::ch.en.u4cse21055@ch.students.amrita.edu::4ee60b7e-3db7-4081-8430-58283783a8b1" providerId="AD" clId="Web-{BA544960-1EB3-FA4B-5B6F-532793B42AAA}"/>
    <pc:docChg chg="modSld">
      <pc:chgData name="Sai Sampath V - [CH.EN.U4CSE21055]" userId="S::ch.en.u4cse21055@ch.students.amrita.edu::4ee60b7e-3db7-4081-8430-58283783a8b1" providerId="AD" clId="Web-{BA544960-1EB3-FA4B-5B6F-532793B42AAA}" dt="2022-11-27T14:00:23.487" v="2" actId="20577"/>
      <pc:docMkLst>
        <pc:docMk/>
      </pc:docMkLst>
      <pc:sldChg chg="modSp">
        <pc:chgData name="Sai Sampath V - [CH.EN.U4CSE21055]" userId="S::ch.en.u4cse21055@ch.students.amrita.edu::4ee60b7e-3db7-4081-8430-58283783a8b1" providerId="AD" clId="Web-{BA544960-1EB3-FA4B-5B6F-532793B42AAA}" dt="2022-11-27T14:00:23.487" v="2" actId="20577"/>
        <pc:sldMkLst>
          <pc:docMk/>
          <pc:sldMk cId="4139711666" sldId="454"/>
        </pc:sldMkLst>
        <pc:spChg chg="mod">
          <ac:chgData name="Sai Sampath V - [CH.EN.U4CSE21055]" userId="S::ch.en.u4cse21055@ch.students.amrita.edu::4ee60b7e-3db7-4081-8430-58283783a8b1" providerId="AD" clId="Web-{BA544960-1EB3-FA4B-5B6F-532793B42AAA}" dt="2022-11-27T14:00:23.487" v="2" actId="20577"/>
          <ac:spMkLst>
            <pc:docMk/>
            <pc:sldMk cId="4139711666" sldId="454"/>
            <ac:spMk id="5" creationId="{09026D5D-42F4-480C-B2CB-DF0A2D04CA96}"/>
          </ac:spMkLst>
        </pc:spChg>
      </pc:sldChg>
    </pc:docChg>
  </pc:docChgLst>
  <pc:docChgLst>
    <pc:chgData name="Sumanth - [CH.EN.U4CSE21170]" userId="S::ch.en.u4cse21170@ch.students.amrita.edu::2e9ed4ad-aee5-4479-a661-26093f0abd40" providerId="AD" clId="Web-{2DD80206-C944-A7BF-58ED-74906D01CD77}"/>
    <pc:docChg chg="modSld">
      <pc:chgData name="Sumanth - [CH.EN.U4CSE21170]" userId="S::ch.en.u4cse21170@ch.students.amrita.edu::2e9ed4ad-aee5-4479-a661-26093f0abd40" providerId="AD" clId="Web-{2DD80206-C944-A7BF-58ED-74906D01CD77}" dt="2022-11-27T16:55:02.774" v="1" actId="1076"/>
      <pc:docMkLst>
        <pc:docMk/>
      </pc:docMkLst>
      <pc:sldChg chg="modSp">
        <pc:chgData name="Sumanth - [CH.EN.U4CSE21170]" userId="S::ch.en.u4cse21170@ch.students.amrita.edu::2e9ed4ad-aee5-4479-a661-26093f0abd40" providerId="AD" clId="Web-{2DD80206-C944-A7BF-58ED-74906D01CD77}" dt="2022-11-27T16:55:02.774" v="1" actId="1076"/>
        <pc:sldMkLst>
          <pc:docMk/>
          <pc:sldMk cId="4139711666" sldId="454"/>
        </pc:sldMkLst>
        <pc:spChg chg="mod">
          <ac:chgData name="Sumanth - [CH.EN.U4CSE21170]" userId="S::ch.en.u4cse21170@ch.students.amrita.edu::2e9ed4ad-aee5-4479-a661-26093f0abd40" providerId="AD" clId="Web-{2DD80206-C944-A7BF-58ED-74906D01CD77}" dt="2022-11-27T16:54:52.383" v="0" actId="1076"/>
          <ac:spMkLst>
            <pc:docMk/>
            <pc:sldMk cId="4139711666" sldId="454"/>
            <ac:spMk id="12" creationId="{5FA5D0B9-1940-45FC-B563-148417DC75D9}"/>
          </ac:spMkLst>
        </pc:spChg>
        <pc:spChg chg="mod">
          <ac:chgData name="Sumanth - [CH.EN.U4CSE21170]" userId="S::ch.en.u4cse21170@ch.students.amrita.edu::2e9ed4ad-aee5-4479-a661-26093f0abd40" providerId="AD" clId="Web-{2DD80206-C944-A7BF-58ED-74906D01CD77}" dt="2022-11-27T16:55:02.774" v="1" actId="1076"/>
          <ac:spMkLst>
            <pc:docMk/>
            <pc:sldMk cId="4139711666" sldId="454"/>
            <ac:spMk id="18" creationId="{2A2A9363-FA99-4958-8C1D-D0B78262F0ED}"/>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28T01:21:48.983"/>
    </inkml:context>
    <inkml:brush xml:id="br0">
      <inkml:brushProperty name="width" value="0.1" units="cm"/>
      <inkml:brushProperty name="height" value="0.1" units="cm"/>
      <inkml:brushProperty name="color" value="#E71224"/>
    </inkml:brush>
  </inkml:definitions>
  <inkml:trace contextRef="#ctx0" brushRef="#br0">27543 9763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C2D97A-1407-4E8F-8F30-E399DDE4DFDF}" type="datetimeFigureOut">
              <a:rPr lang="en-IN" smtClean="0"/>
              <a:t>22-01-2026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F21B57-168A-4CE2-BCF1-703E6820F04A}" type="slidenum">
              <a:rPr lang="en-IN" smtClean="0"/>
              <a:t>‹#›</a:t>
            </a:fld>
            <a:endParaRPr lang="en-IN"/>
          </a:p>
        </p:txBody>
      </p:sp>
    </p:spTree>
    <p:extLst>
      <p:ext uri="{BB962C8B-B14F-4D97-AF65-F5344CB8AC3E}">
        <p14:creationId xmlns:p14="http://schemas.microsoft.com/office/powerpoint/2010/main" val="2463837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DC770-91F0-4AFA-80C7-D527820F6B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2C339D1-0D54-4F61-826A-FAFE37781F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9A824DA-7770-42EA-9A25-FA0AA626DF42}"/>
              </a:ext>
            </a:extLst>
          </p:cNvPr>
          <p:cNvSpPr>
            <a:spLocks noGrp="1"/>
          </p:cNvSpPr>
          <p:nvPr>
            <p:ph type="dt" sz="half" idx="10"/>
          </p:nvPr>
        </p:nvSpPr>
        <p:spPr/>
        <p:txBody>
          <a:bodyPr/>
          <a:lstStyle/>
          <a:p>
            <a:fld id="{815428A1-51D2-4B35-AAB2-60176B5FB9B7}" type="datetime1">
              <a:rPr lang="en-IN" smtClean="0"/>
              <a:t>22-01-2026</a:t>
            </a:fld>
            <a:endParaRPr lang="en-IN"/>
          </a:p>
        </p:txBody>
      </p:sp>
      <p:sp>
        <p:nvSpPr>
          <p:cNvPr id="5" name="Footer Placeholder 4">
            <a:extLst>
              <a:ext uri="{FF2B5EF4-FFF2-40B4-BE49-F238E27FC236}">
                <a16:creationId xmlns:a16="http://schemas.microsoft.com/office/drawing/2014/main" id="{E3536185-6C52-4EC5-B8F1-61F30B825F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A653B4-10D2-4BD0-8727-C955F8C06E4A}"/>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3012700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5D6C6-334C-465C-8F8C-C5E1A04986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AE027B3-EC04-4EC3-B190-C46030301D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421D69-53C4-4406-873C-07DB89DACEB1}"/>
              </a:ext>
            </a:extLst>
          </p:cNvPr>
          <p:cNvSpPr>
            <a:spLocks noGrp="1"/>
          </p:cNvSpPr>
          <p:nvPr>
            <p:ph type="dt" sz="half" idx="10"/>
          </p:nvPr>
        </p:nvSpPr>
        <p:spPr/>
        <p:txBody>
          <a:bodyPr/>
          <a:lstStyle>
            <a:lvl1pPr>
              <a:defRPr sz="1400" b="1">
                <a:solidFill>
                  <a:schemeClr val="tx1"/>
                </a:solidFill>
              </a:defRPr>
            </a:lvl1pPr>
          </a:lstStyle>
          <a:p>
            <a:fld id="{28A7E088-5FD3-4403-B2FC-7AD87DA1C227}" type="datetime1">
              <a:rPr lang="en-IN" smtClean="0"/>
              <a:pPr/>
              <a:t>22-01-2026</a:t>
            </a:fld>
            <a:endParaRPr lang="en-IN"/>
          </a:p>
        </p:txBody>
      </p:sp>
      <p:sp>
        <p:nvSpPr>
          <p:cNvPr id="5" name="Footer Placeholder 4">
            <a:extLst>
              <a:ext uri="{FF2B5EF4-FFF2-40B4-BE49-F238E27FC236}">
                <a16:creationId xmlns:a16="http://schemas.microsoft.com/office/drawing/2014/main" id="{8D3AEAE1-FF8A-467F-9BE4-289C63730B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673C72-52F8-4738-8A6A-E87936D43B1C}"/>
              </a:ext>
            </a:extLst>
          </p:cNvPr>
          <p:cNvSpPr>
            <a:spLocks noGrp="1"/>
          </p:cNvSpPr>
          <p:nvPr>
            <p:ph type="sldNum" sz="quarter" idx="12"/>
          </p:nvPr>
        </p:nvSpPr>
        <p:spPr/>
        <p:txBody>
          <a:bodyPr/>
          <a:lstStyle>
            <a:lvl1pPr>
              <a:defRPr sz="1400" b="1">
                <a:solidFill>
                  <a:schemeClr val="tx1"/>
                </a:solidFill>
              </a:defRPr>
            </a:lvl1pPr>
          </a:lstStyle>
          <a:p>
            <a:fld id="{4DAC0951-10B0-4509-9BA5-FD8683A6F967}" type="slidenum">
              <a:rPr lang="en-IN" smtClean="0"/>
              <a:pPr/>
              <a:t>‹#›</a:t>
            </a:fld>
            <a:endParaRPr lang="en-IN"/>
          </a:p>
        </p:txBody>
      </p:sp>
    </p:spTree>
    <p:extLst>
      <p:ext uri="{BB962C8B-B14F-4D97-AF65-F5344CB8AC3E}">
        <p14:creationId xmlns:p14="http://schemas.microsoft.com/office/powerpoint/2010/main" val="484643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73CCC-B690-4797-85E4-BEBD2949CA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74F46D8-50C7-4F18-9547-D4A7786353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B5E9C5-A3B9-4867-82AB-5A23F1840B56}"/>
              </a:ext>
            </a:extLst>
          </p:cNvPr>
          <p:cNvSpPr>
            <a:spLocks noGrp="1"/>
          </p:cNvSpPr>
          <p:nvPr>
            <p:ph type="dt" sz="half" idx="10"/>
          </p:nvPr>
        </p:nvSpPr>
        <p:spPr/>
        <p:txBody>
          <a:bodyPr/>
          <a:lstStyle/>
          <a:p>
            <a:fld id="{F4418229-6F9F-4226-BB17-192C79651F7C}" type="datetime1">
              <a:rPr lang="en-IN" smtClean="0"/>
              <a:t>22-01-2026</a:t>
            </a:fld>
            <a:endParaRPr lang="en-IN"/>
          </a:p>
        </p:txBody>
      </p:sp>
      <p:sp>
        <p:nvSpPr>
          <p:cNvPr id="5" name="Footer Placeholder 4">
            <a:extLst>
              <a:ext uri="{FF2B5EF4-FFF2-40B4-BE49-F238E27FC236}">
                <a16:creationId xmlns:a16="http://schemas.microsoft.com/office/drawing/2014/main" id="{3758326D-2C06-4A41-95A9-871F336D32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8F952D-7976-49B3-8AD5-71AF23D6B674}"/>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4132120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9C872-B3F4-45B2-9BCC-E456481CC8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2EF4D8C-DBD7-471B-9982-AFCFF996FC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E073A56-8C1C-4891-8873-3F05D4BFE4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E436B58-C3C0-49EF-A244-BD5B7688A0BD}"/>
              </a:ext>
            </a:extLst>
          </p:cNvPr>
          <p:cNvSpPr>
            <a:spLocks noGrp="1"/>
          </p:cNvSpPr>
          <p:nvPr>
            <p:ph type="dt" sz="half" idx="10"/>
          </p:nvPr>
        </p:nvSpPr>
        <p:spPr/>
        <p:txBody>
          <a:bodyPr/>
          <a:lstStyle/>
          <a:p>
            <a:fld id="{BBF69600-D767-48E1-A443-21DBAB46CB44}" type="datetime1">
              <a:rPr lang="en-IN" smtClean="0"/>
              <a:t>22-01-2026</a:t>
            </a:fld>
            <a:endParaRPr lang="en-IN"/>
          </a:p>
        </p:txBody>
      </p:sp>
      <p:sp>
        <p:nvSpPr>
          <p:cNvPr id="6" name="Footer Placeholder 5">
            <a:extLst>
              <a:ext uri="{FF2B5EF4-FFF2-40B4-BE49-F238E27FC236}">
                <a16:creationId xmlns:a16="http://schemas.microsoft.com/office/drawing/2014/main" id="{A9EB5343-8193-4185-B446-56483E7285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339485-F2E7-4BD9-B29C-CB95BEC7EB53}"/>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2338618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BE1D5-65A5-403F-9C2D-A5BC3D50020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2BDE18-2684-47B2-9B83-A10F0E556E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4AF027-4D02-4FAA-A906-0327D95378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85324CC-92D4-484F-ABE8-8040B04BB4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60E1AE-BA8D-4245-BA67-5A25DD05AD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1272E07-39DD-4C61-9DAD-28B6D26B30B2}"/>
              </a:ext>
            </a:extLst>
          </p:cNvPr>
          <p:cNvSpPr>
            <a:spLocks noGrp="1"/>
          </p:cNvSpPr>
          <p:nvPr>
            <p:ph type="dt" sz="half" idx="10"/>
          </p:nvPr>
        </p:nvSpPr>
        <p:spPr/>
        <p:txBody>
          <a:bodyPr/>
          <a:lstStyle/>
          <a:p>
            <a:fld id="{6F1FD97B-47B0-4904-8A18-AFC52508C61D}" type="datetime1">
              <a:rPr lang="en-IN" smtClean="0"/>
              <a:t>22-01-2026</a:t>
            </a:fld>
            <a:endParaRPr lang="en-IN"/>
          </a:p>
        </p:txBody>
      </p:sp>
      <p:sp>
        <p:nvSpPr>
          <p:cNvPr id="8" name="Footer Placeholder 7">
            <a:extLst>
              <a:ext uri="{FF2B5EF4-FFF2-40B4-BE49-F238E27FC236}">
                <a16:creationId xmlns:a16="http://schemas.microsoft.com/office/drawing/2014/main" id="{656B9D7D-5E0F-4760-9735-237ACCD73F8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3CE69EB-8813-483E-B820-8B3396D17683}"/>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3884238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0DD22-058F-461D-830B-FE58A2AAF4A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B5F38C4-FB4E-424A-AD89-1BA27C0BCC2A}"/>
              </a:ext>
            </a:extLst>
          </p:cNvPr>
          <p:cNvSpPr>
            <a:spLocks noGrp="1"/>
          </p:cNvSpPr>
          <p:nvPr>
            <p:ph type="dt" sz="half" idx="10"/>
          </p:nvPr>
        </p:nvSpPr>
        <p:spPr/>
        <p:txBody>
          <a:bodyPr/>
          <a:lstStyle/>
          <a:p>
            <a:fld id="{58FE2C50-D6DB-4615-AA11-8096AC399FAD}" type="datetime1">
              <a:rPr lang="en-IN" smtClean="0"/>
              <a:t>22-01-2026</a:t>
            </a:fld>
            <a:endParaRPr lang="en-IN"/>
          </a:p>
        </p:txBody>
      </p:sp>
      <p:sp>
        <p:nvSpPr>
          <p:cNvPr id="4" name="Footer Placeholder 3">
            <a:extLst>
              <a:ext uri="{FF2B5EF4-FFF2-40B4-BE49-F238E27FC236}">
                <a16:creationId xmlns:a16="http://schemas.microsoft.com/office/drawing/2014/main" id="{698D5047-2290-465B-A46F-6CDD6C1CB1E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9BFA423-27DB-4E39-9334-F4E7B36F393E}"/>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3376557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C7A968-0704-440C-9F04-D19B341A5CDB}"/>
              </a:ext>
            </a:extLst>
          </p:cNvPr>
          <p:cNvSpPr>
            <a:spLocks noGrp="1"/>
          </p:cNvSpPr>
          <p:nvPr>
            <p:ph type="dt" sz="half" idx="10"/>
          </p:nvPr>
        </p:nvSpPr>
        <p:spPr/>
        <p:txBody>
          <a:bodyPr/>
          <a:lstStyle/>
          <a:p>
            <a:fld id="{521947D4-6749-4E47-8224-885558CBADF7}" type="datetime1">
              <a:rPr lang="en-IN" smtClean="0"/>
              <a:t>22-01-2026</a:t>
            </a:fld>
            <a:endParaRPr lang="en-IN"/>
          </a:p>
        </p:txBody>
      </p:sp>
      <p:sp>
        <p:nvSpPr>
          <p:cNvPr id="3" name="Footer Placeholder 2">
            <a:extLst>
              <a:ext uri="{FF2B5EF4-FFF2-40B4-BE49-F238E27FC236}">
                <a16:creationId xmlns:a16="http://schemas.microsoft.com/office/drawing/2014/main" id="{13310CA8-90AD-4E50-A5E8-0DC95120EE6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DD711EC-EBBC-437E-84D5-BFBEF4A70CE9}"/>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1597802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7A045-B561-4BF0-A203-2F3F676876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E22B3B2-8437-4AE9-800D-08D4FC3020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DA7AEEF-0240-427C-AF07-A281B6D91B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F6BFF4-EB8D-4790-ABB0-0653061572D8}"/>
              </a:ext>
            </a:extLst>
          </p:cNvPr>
          <p:cNvSpPr>
            <a:spLocks noGrp="1"/>
          </p:cNvSpPr>
          <p:nvPr>
            <p:ph type="dt" sz="half" idx="10"/>
          </p:nvPr>
        </p:nvSpPr>
        <p:spPr/>
        <p:txBody>
          <a:bodyPr/>
          <a:lstStyle/>
          <a:p>
            <a:fld id="{74C22B4F-B292-471B-B926-22823FC782DA}" type="datetime1">
              <a:rPr lang="en-IN" smtClean="0"/>
              <a:t>22-01-2026</a:t>
            </a:fld>
            <a:endParaRPr lang="en-IN"/>
          </a:p>
        </p:txBody>
      </p:sp>
      <p:sp>
        <p:nvSpPr>
          <p:cNvPr id="6" name="Footer Placeholder 5">
            <a:extLst>
              <a:ext uri="{FF2B5EF4-FFF2-40B4-BE49-F238E27FC236}">
                <a16:creationId xmlns:a16="http://schemas.microsoft.com/office/drawing/2014/main" id="{807F5910-5403-4054-AD1F-FC45FC875D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AF775F-F69B-4461-B67D-A4B7D335CA8A}"/>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2923280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CDAB8-760D-429B-9092-588F356D99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02D72EE-CC1D-47B3-9C38-FCCC07AE96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095416E-FA79-455F-8D3A-5114BC017C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D85144-8B3D-40BC-B447-6BA8A6DC09E3}"/>
              </a:ext>
            </a:extLst>
          </p:cNvPr>
          <p:cNvSpPr>
            <a:spLocks noGrp="1"/>
          </p:cNvSpPr>
          <p:nvPr>
            <p:ph type="dt" sz="half" idx="10"/>
          </p:nvPr>
        </p:nvSpPr>
        <p:spPr/>
        <p:txBody>
          <a:bodyPr/>
          <a:lstStyle/>
          <a:p>
            <a:fld id="{9C280BAA-1C15-4FB7-A6BF-92229E431826}" type="datetime1">
              <a:rPr lang="en-IN" smtClean="0"/>
              <a:t>22-01-2026</a:t>
            </a:fld>
            <a:endParaRPr lang="en-IN"/>
          </a:p>
        </p:txBody>
      </p:sp>
      <p:sp>
        <p:nvSpPr>
          <p:cNvPr id="6" name="Footer Placeholder 5">
            <a:extLst>
              <a:ext uri="{FF2B5EF4-FFF2-40B4-BE49-F238E27FC236}">
                <a16:creationId xmlns:a16="http://schemas.microsoft.com/office/drawing/2014/main" id="{F372C76E-BE0A-41E9-B0C5-B0C3CA7597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8C8B49-D02B-48E5-8E7F-5D2B46738598}"/>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875354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D4AF2-0B51-43C1-AD13-EA8EFA02B31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7A26132-B590-4B2E-9F96-342AC64624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7F43AB-4C78-44FA-B366-822F49DEED54}"/>
              </a:ext>
            </a:extLst>
          </p:cNvPr>
          <p:cNvSpPr>
            <a:spLocks noGrp="1"/>
          </p:cNvSpPr>
          <p:nvPr>
            <p:ph type="dt" sz="half" idx="10"/>
          </p:nvPr>
        </p:nvSpPr>
        <p:spPr/>
        <p:txBody>
          <a:bodyPr/>
          <a:lstStyle/>
          <a:p>
            <a:fld id="{BE75BB07-B820-4C3D-81FF-35B04E5A4C30}" type="datetime1">
              <a:rPr lang="en-IN" smtClean="0"/>
              <a:t>22-01-2026</a:t>
            </a:fld>
            <a:endParaRPr lang="en-IN"/>
          </a:p>
        </p:txBody>
      </p:sp>
      <p:sp>
        <p:nvSpPr>
          <p:cNvPr id="5" name="Footer Placeholder 4">
            <a:extLst>
              <a:ext uri="{FF2B5EF4-FFF2-40B4-BE49-F238E27FC236}">
                <a16:creationId xmlns:a16="http://schemas.microsoft.com/office/drawing/2014/main" id="{39B0D936-D793-4FC5-84F3-806ACB11CA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F02659-66E4-4F2D-BB92-2A26C2789384}"/>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3355511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29C94E-C13B-4F87-9B7B-761097737B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F95177C-1587-4072-81EA-E20D0202A2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EE284B-1E23-492D-8777-03C8141B19BE}"/>
              </a:ext>
            </a:extLst>
          </p:cNvPr>
          <p:cNvSpPr>
            <a:spLocks noGrp="1"/>
          </p:cNvSpPr>
          <p:nvPr>
            <p:ph type="dt" sz="half" idx="10"/>
          </p:nvPr>
        </p:nvSpPr>
        <p:spPr/>
        <p:txBody>
          <a:bodyPr/>
          <a:lstStyle/>
          <a:p>
            <a:fld id="{9C0456F9-570F-483E-A695-A39CF42E2564}" type="datetime1">
              <a:rPr lang="en-IN" smtClean="0"/>
              <a:t>22-01-2026</a:t>
            </a:fld>
            <a:endParaRPr lang="en-IN"/>
          </a:p>
        </p:txBody>
      </p:sp>
      <p:sp>
        <p:nvSpPr>
          <p:cNvPr id="5" name="Footer Placeholder 4">
            <a:extLst>
              <a:ext uri="{FF2B5EF4-FFF2-40B4-BE49-F238E27FC236}">
                <a16:creationId xmlns:a16="http://schemas.microsoft.com/office/drawing/2014/main" id="{1ABA4BF7-8258-481A-86CB-E3AC157A91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55C52C-4020-4491-BC3A-BEF09E3FC055}"/>
              </a:ext>
            </a:extLst>
          </p:cNvPr>
          <p:cNvSpPr>
            <a:spLocks noGrp="1"/>
          </p:cNvSpPr>
          <p:nvPr>
            <p:ph type="sldNum" sz="quarter" idx="12"/>
          </p:nvPr>
        </p:nvSpPr>
        <p:spPr/>
        <p:txBody>
          <a:bodyPr/>
          <a:lstStyle/>
          <a:p>
            <a:fld id="{4DAC0951-10B0-4509-9BA5-FD8683A6F967}" type="slidenum">
              <a:rPr lang="en-IN" smtClean="0"/>
              <a:t>‹#›</a:t>
            </a:fld>
            <a:endParaRPr lang="en-IN"/>
          </a:p>
        </p:txBody>
      </p:sp>
    </p:spTree>
    <p:extLst>
      <p:ext uri="{BB962C8B-B14F-4D97-AF65-F5344CB8AC3E}">
        <p14:creationId xmlns:p14="http://schemas.microsoft.com/office/powerpoint/2010/main" val="1180429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C4392B-314A-46B8-AE28-BAA109D5B7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CFF787F-3313-44FE-8C16-BF492EBC00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7C93B2-D083-4E5B-96F5-91BCFB1AEE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4B441A-B6F0-42A1-B5E5-E0EFF40211F0}" type="datetime1">
              <a:rPr lang="en-IN" smtClean="0"/>
              <a:t>22-01-2026</a:t>
            </a:fld>
            <a:endParaRPr lang="en-IN"/>
          </a:p>
        </p:txBody>
      </p:sp>
      <p:sp>
        <p:nvSpPr>
          <p:cNvPr id="5" name="Footer Placeholder 4">
            <a:extLst>
              <a:ext uri="{FF2B5EF4-FFF2-40B4-BE49-F238E27FC236}">
                <a16:creationId xmlns:a16="http://schemas.microsoft.com/office/drawing/2014/main" id="{B73DDB0F-4801-43B8-B6A6-DCADD75216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E0561CB-1EEA-43B1-AD45-7A02E53A8E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AC0951-10B0-4509-9BA5-FD8683A6F967}" type="slidenum">
              <a:rPr lang="en-IN" smtClean="0"/>
              <a:t>‹#›</a:t>
            </a:fld>
            <a:endParaRPr lang="en-IN"/>
          </a:p>
        </p:txBody>
      </p:sp>
    </p:spTree>
    <p:extLst>
      <p:ext uri="{BB962C8B-B14F-4D97-AF65-F5344CB8AC3E}">
        <p14:creationId xmlns:p14="http://schemas.microsoft.com/office/powerpoint/2010/main" val="2270732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34562-6CE1-46F3-B102-EECFED916131}"/>
              </a:ext>
            </a:extLst>
          </p:cNvPr>
          <p:cNvSpPr>
            <a:spLocks noGrp="1"/>
          </p:cNvSpPr>
          <p:nvPr>
            <p:ph type="ctrTitle"/>
          </p:nvPr>
        </p:nvSpPr>
        <p:spPr>
          <a:xfrm>
            <a:off x="233516" y="698203"/>
            <a:ext cx="9144000" cy="1312926"/>
          </a:xfrm>
        </p:spPr>
        <p:txBody>
          <a:bodyPr/>
          <a:lstStyle/>
          <a:p>
            <a:r>
              <a:rPr lang="en-IN">
                <a:latin typeface="Baskerville Old Face" panose="02020602080505020303" pitchFamily="18" charset="0"/>
              </a:rPr>
              <a:t>Object Oriented Paradigm</a:t>
            </a:r>
          </a:p>
        </p:txBody>
      </p:sp>
      <p:pic>
        <p:nvPicPr>
          <p:cNvPr id="7" name="Picture 6">
            <a:extLst>
              <a:ext uri="{FF2B5EF4-FFF2-40B4-BE49-F238E27FC236}">
                <a16:creationId xmlns:a16="http://schemas.microsoft.com/office/drawing/2014/main" id="{035FF23D-E4B7-4992-B8A6-61CE80F996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6933" y="229464"/>
            <a:ext cx="2038757" cy="2038757"/>
          </a:xfrm>
          <a:prstGeom prst="rect">
            <a:avLst/>
          </a:prstGeom>
        </p:spPr>
      </p:pic>
      <p:sp>
        <p:nvSpPr>
          <p:cNvPr id="10" name="Slide Number Placeholder 9">
            <a:extLst>
              <a:ext uri="{FF2B5EF4-FFF2-40B4-BE49-F238E27FC236}">
                <a16:creationId xmlns:a16="http://schemas.microsoft.com/office/drawing/2014/main" id="{42AE514C-AF9E-4168-96D8-E74B769390D6}"/>
              </a:ext>
            </a:extLst>
          </p:cNvPr>
          <p:cNvSpPr>
            <a:spLocks noGrp="1"/>
          </p:cNvSpPr>
          <p:nvPr>
            <p:ph type="sldNum" sz="quarter" idx="12"/>
          </p:nvPr>
        </p:nvSpPr>
        <p:spPr/>
        <p:txBody>
          <a:bodyPr/>
          <a:lstStyle/>
          <a:p>
            <a:fld id="{4DAC0951-10B0-4509-9BA5-FD8683A6F967}" type="slidenum">
              <a:rPr lang="en-IN" smtClean="0"/>
              <a:t>1</a:t>
            </a:fld>
            <a:endParaRPr lang="en-IN"/>
          </a:p>
        </p:txBody>
      </p:sp>
      <p:pic>
        <p:nvPicPr>
          <p:cNvPr id="11" name="Picture 10">
            <a:extLst>
              <a:ext uri="{FF2B5EF4-FFF2-40B4-BE49-F238E27FC236}">
                <a16:creationId xmlns:a16="http://schemas.microsoft.com/office/drawing/2014/main" id="{DFA40875-641A-4F85-B78E-C29139C71A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2575" y="2165419"/>
            <a:ext cx="3453280" cy="3758454"/>
          </a:xfrm>
          <a:prstGeom prst="rect">
            <a:avLst/>
          </a:prstGeom>
        </p:spPr>
      </p:pic>
      <p:sp>
        <p:nvSpPr>
          <p:cNvPr id="3" name="Subtitle 2">
            <a:extLst>
              <a:ext uri="{FF2B5EF4-FFF2-40B4-BE49-F238E27FC236}">
                <a16:creationId xmlns:a16="http://schemas.microsoft.com/office/drawing/2014/main" id="{F6D0CCD5-C118-44B3-9342-5F0A35938909}"/>
              </a:ext>
            </a:extLst>
          </p:cNvPr>
          <p:cNvSpPr>
            <a:spLocks noGrp="1"/>
          </p:cNvSpPr>
          <p:nvPr>
            <p:ph type="subTitle" idx="1"/>
          </p:nvPr>
        </p:nvSpPr>
        <p:spPr>
          <a:xfrm>
            <a:off x="4101918" y="3356632"/>
            <a:ext cx="3453280" cy="935149"/>
          </a:xfrm>
        </p:spPr>
        <p:txBody>
          <a:bodyPr>
            <a:normAutofit/>
          </a:bodyPr>
          <a:lstStyle/>
          <a:p>
            <a:r>
              <a:rPr lang="en-IN">
                <a:solidFill>
                  <a:schemeClr val="bg1"/>
                </a:solidFill>
                <a:latin typeface="Baskerville Old Face" panose="02020602080505020303" pitchFamily="18" charset="0"/>
              </a:rPr>
              <a:t>Topic: JAVA</a:t>
            </a:r>
          </a:p>
        </p:txBody>
      </p:sp>
    </p:spTree>
    <p:extLst>
      <p:ext uri="{BB962C8B-B14F-4D97-AF65-F5344CB8AC3E}">
        <p14:creationId xmlns:p14="http://schemas.microsoft.com/office/powerpoint/2010/main" val="2301738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5D0C4-91A6-4F6F-82A4-AB8906400E8C}"/>
              </a:ext>
            </a:extLst>
          </p:cNvPr>
          <p:cNvSpPr>
            <a:spLocks noGrp="1"/>
          </p:cNvSpPr>
          <p:nvPr>
            <p:ph type="title"/>
          </p:nvPr>
        </p:nvSpPr>
        <p:spPr>
          <a:xfrm>
            <a:off x="6459631" y="955922"/>
            <a:ext cx="4394367" cy="1037153"/>
          </a:xfrm>
        </p:spPr>
        <p:txBody>
          <a:bodyPr>
            <a:normAutofit/>
          </a:bodyPr>
          <a:lstStyle/>
          <a:p>
            <a:r>
              <a:rPr lang="en-IN" b="1">
                <a:solidFill>
                  <a:srgbClr val="C00000"/>
                </a:solidFill>
                <a:latin typeface="Arial Rounded MT Bold" panose="020F0704030504030204" pitchFamily="34" charset="0"/>
              </a:rPr>
              <a:t>Contents</a:t>
            </a:r>
          </a:p>
        </p:txBody>
      </p:sp>
      <p:sp>
        <p:nvSpPr>
          <p:cNvPr id="3" name="Content Placeholder 2">
            <a:extLst>
              <a:ext uri="{FF2B5EF4-FFF2-40B4-BE49-F238E27FC236}">
                <a16:creationId xmlns:a16="http://schemas.microsoft.com/office/drawing/2014/main" id="{55DE4E36-9622-4BC4-9DEC-E7A385560935}"/>
              </a:ext>
            </a:extLst>
          </p:cNvPr>
          <p:cNvSpPr>
            <a:spLocks noGrp="1"/>
          </p:cNvSpPr>
          <p:nvPr>
            <p:ph idx="1"/>
          </p:nvPr>
        </p:nvSpPr>
        <p:spPr>
          <a:xfrm>
            <a:off x="5431708" y="1899315"/>
            <a:ext cx="6275383" cy="3462394"/>
          </a:xfrm>
        </p:spPr>
        <p:txBody>
          <a:bodyPr>
            <a:noAutofit/>
          </a:bodyPr>
          <a:lstStyle/>
          <a:p>
            <a:pPr marL="457200" lvl="1" indent="0">
              <a:lnSpc>
                <a:spcPct val="80000"/>
              </a:lnSpc>
              <a:buNone/>
            </a:pPr>
            <a:endParaRPr lang="en-IN" sz="3200">
              <a:solidFill>
                <a:srgbClr val="0070C0"/>
              </a:solidFill>
              <a:latin typeface="Gill Sans MT" panose="020B0502020104020203" pitchFamily="34" charset="0"/>
            </a:endParaRPr>
          </a:p>
          <a:p>
            <a:pPr>
              <a:lnSpc>
                <a:spcPct val="80000"/>
              </a:lnSpc>
            </a:pPr>
            <a:r>
              <a:rPr lang="en-IN" sz="3200" b="1">
                <a:solidFill>
                  <a:srgbClr val="4A4A4A"/>
                </a:solidFill>
                <a:latin typeface="Gill Sans MT" panose="020B0502020104020203" pitchFamily="34" charset="0"/>
              </a:rPr>
              <a:t>Encapsulation and Data Hiding</a:t>
            </a:r>
          </a:p>
          <a:p>
            <a:pPr>
              <a:lnSpc>
                <a:spcPct val="80000"/>
              </a:lnSpc>
            </a:pPr>
            <a:r>
              <a:rPr lang="en-IN" sz="3200" b="1">
                <a:solidFill>
                  <a:srgbClr val="4A4A4A"/>
                </a:solidFill>
                <a:latin typeface="Gill Sans MT" panose="020B0502020104020203" pitchFamily="34" charset="0"/>
              </a:rPr>
              <a:t>Local and Global Variables</a:t>
            </a:r>
          </a:p>
          <a:p>
            <a:pPr>
              <a:lnSpc>
                <a:spcPct val="80000"/>
              </a:lnSpc>
            </a:pPr>
            <a:r>
              <a:rPr lang="en-IN" sz="3200" b="1">
                <a:solidFill>
                  <a:srgbClr val="4A4A4A"/>
                </a:solidFill>
                <a:latin typeface="Gill Sans MT" panose="020B0502020104020203" pitchFamily="34" charset="0"/>
              </a:rPr>
              <a:t>Packages</a:t>
            </a:r>
          </a:p>
          <a:p>
            <a:pPr>
              <a:lnSpc>
                <a:spcPct val="80000"/>
              </a:lnSpc>
            </a:pPr>
            <a:endParaRPr lang="en-IN" sz="3200">
              <a:solidFill>
                <a:srgbClr val="0070C0"/>
              </a:solidFill>
              <a:latin typeface="Gill Sans MT" panose="020B0502020104020203" pitchFamily="34" charset="0"/>
            </a:endParaRPr>
          </a:p>
          <a:p>
            <a:pPr>
              <a:lnSpc>
                <a:spcPct val="80000"/>
              </a:lnSpc>
            </a:pPr>
            <a:endParaRPr lang="en-IN" sz="3200">
              <a:solidFill>
                <a:srgbClr val="0070C0"/>
              </a:solidFill>
              <a:latin typeface="Gill Sans MT" panose="020B0502020104020203" pitchFamily="34" charset="0"/>
            </a:endParaRPr>
          </a:p>
          <a:p>
            <a:pPr lvl="1">
              <a:lnSpc>
                <a:spcPct val="80000"/>
              </a:lnSpc>
            </a:pPr>
            <a:endParaRPr lang="en-IN" sz="3200">
              <a:solidFill>
                <a:srgbClr val="0070C0"/>
              </a:solidFill>
              <a:latin typeface="Gill Sans MT" panose="020B0502020104020203" pitchFamily="34" charset="0"/>
            </a:endParaRPr>
          </a:p>
          <a:p>
            <a:pPr>
              <a:lnSpc>
                <a:spcPct val="80000"/>
              </a:lnSpc>
            </a:pPr>
            <a:endParaRPr lang="en-IN" sz="3200">
              <a:solidFill>
                <a:srgbClr val="0070C0"/>
              </a:solidFill>
              <a:latin typeface="Gill Sans MT" panose="020B0502020104020203" pitchFamily="34" charset="0"/>
            </a:endParaRPr>
          </a:p>
          <a:p>
            <a:pPr>
              <a:lnSpc>
                <a:spcPct val="80000"/>
              </a:lnSpc>
            </a:pPr>
            <a:endParaRPr lang="en-IN" sz="3200">
              <a:solidFill>
                <a:srgbClr val="0070C0"/>
              </a:solidFill>
              <a:latin typeface="Gill Sans MT" panose="020B0502020104020203" pitchFamily="34" charset="0"/>
            </a:endParaRPr>
          </a:p>
          <a:p>
            <a:pPr>
              <a:lnSpc>
                <a:spcPct val="80000"/>
              </a:lnSpc>
            </a:pPr>
            <a:endParaRPr lang="en-IN" sz="3200">
              <a:solidFill>
                <a:srgbClr val="0070C0"/>
              </a:solidFill>
              <a:latin typeface="Gill Sans MT" panose="020B0502020104020203" pitchFamily="34" charset="0"/>
            </a:endParaRPr>
          </a:p>
          <a:p>
            <a:pPr>
              <a:lnSpc>
                <a:spcPct val="80000"/>
              </a:lnSpc>
            </a:pPr>
            <a:endParaRPr lang="en-IN" sz="3200">
              <a:solidFill>
                <a:srgbClr val="0070C0"/>
              </a:solidFill>
              <a:latin typeface="Gill Sans MT" panose="020B0502020104020203" pitchFamily="34" charset="0"/>
            </a:endParaRPr>
          </a:p>
          <a:p>
            <a:pPr>
              <a:lnSpc>
                <a:spcPct val="80000"/>
              </a:lnSpc>
            </a:pPr>
            <a:endParaRPr lang="en-IN" sz="3200">
              <a:solidFill>
                <a:srgbClr val="0070C0"/>
              </a:solidFill>
              <a:latin typeface="Gill Sans MT" panose="020B0502020104020203" pitchFamily="34" charset="0"/>
            </a:endParaRPr>
          </a:p>
          <a:p>
            <a:pPr>
              <a:lnSpc>
                <a:spcPct val="80000"/>
              </a:lnSpc>
            </a:pPr>
            <a:endParaRPr lang="en-IN" sz="3200">
              <a:solidFill>
                <a:srgbClr val="0070C0"/>
              </a:solidFill>
              <a:latin typeface="Gill Sans MT" panose="020B0502020104020203" pitchFamily="34" charset="0"/>
            </a:endParaRPr>
          </a:p>
          <a:p>
            <a:pPr>
              <a:lnSpc>
                <a:spcPct val="80000"/>
              </a:lnSpc>
            </a:pPr>
            <a:endParaRPr lang="en-IN" sz="3200">
              <a:solidFill>
                <a:srgbClr val="0070C0"/>
              </a:solidFill>
              <a:latin typeface="Gill Sans MT" panose="020B0502020104020203" pitchFamily="34" charset="0"/>
            </a:endParaRPr>
          </a:p>
        </p:txBody>
      </p:sp>
      <p:sp>
        <p:nvSpPr>
          <p:cNvPr id="4" name="Slide Number Placeholder 3">
            <a:extLst>
              <a:ext uri="{FF2B5EF4-FFF2-40B4-BE49-F238E27FC236}">
                <a16:creationId xmlns:a16="http://schemas.microsoft.com/office/drawing/2014/main" id="{0C22DB99-D9E4-4FC8-83E0-5BF45619E1A7}"/>
              </a:ext>
            </a:extLst>
          </p:cNvPr>
          <p:cNvSpPr>
            <a:spLocks noGrp="1"/>
          </p:cNvSpPr>
          <p:nvPr>
            <p:ph type="sldNum" sz="quarter" idx="12"/>
          </p:nvPr>
        </p:nvSpPr>
        <p:spPr/>
        <p:txBody>
          <a:bodyPr/>
          <a:lstStyle/>
          <a:p>
            <a:fld id="{4DAC0951-10B0-4509-9BA5-FD8683A6F967}" type="slidenum">
              <a:rPr lang="en-IN" smtClean="0"/>
              <a:pPr/>
              <a:t>2</a:t>
            </a:fld>
            <a:endParaRPr lang="en-IN"/>
          </a:p>
        </p:txBody>
      </p:sp>
      <p:pic>
        <p:nvPicPr>
          <p:cNvPr id="17" name="Picture 16">
            <a:extLst>
              <a:ext uri="{FF2B5EF4-FFF2-40B4-BE49-F238E27FC236}">
                <a16:creationId xmlns:a16="http://schemas.microsoft.com/office/drawing/2014/main" id="{04FF4C17-FAD4-4370-9248-F92C43F957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580" y="866014"/>
            <a:ext cx="4531136" cy="5556500"/>
          </a:xfrm>
          <a:prstGeom prst="rect">
            <a:avLst/>
          </a:prstGeom>
        </p:spPr>
      </p:pic>
    </p:spTree>
    <p:extLst>
      <p:ext uri="{BB962C8B-B14F-4D97-AF65-F5344CB8AC3E}">
        <p14:creationId xmlns:p14="http://schemas.microsoft.com/office/powerpoint/2010/main" val="1359749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502B2-38D6-444D-8D8D-1BEF414ABFDC}"/>
              </a:ext>
            </a:extLst>
          </p:cNvPr>
          <p:cNvSpPr>
            <a:spLocks noGrp="1"/>
          </p:cNvSpPr>
          <p:nvPr>
            <p:ph type="title"/>
          </p:nvPr>
        </p:nvSpPr>
        <p:spPr>
          <a:xfrm>
            <a:off x="576943" y="365125"/>
            <a:ext cx="10776857" cy="1347334"/>
          </a:xfrm>
        </p:spPr>
        <p:txBody>
          <a:bodyPr/>
          <a:lstStyle/>
          <a:p>
            <a:r>
              <a:rPr lang="en-IN" b="1">
                <a:solidFill>
                  <a:srgbClr val="C00000"/>
                </a:solidFill>
                <a:latin typeface="Arial Rounded MT Bold"/>
              </a:rPr>
              <a:t>Encapsulation</a:t>
            </a:r>
            <a:endParaRPr lang="en-IN" b="1">
              <a:solidFill>
                <a:srgbClr val="C00000"/>
              </a:solidFill>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B3443CB5-EC4A-4004-9E2D-A7DB017AF7D0}"/>
              </a:ext>
            </a:extLst>
          </p:cNvPr>
          <p:cNvSpPr>
            <a:spLocks noGrp="1"/>
          </p:cNvSpPr>
          <p:nvPr>
            <p:ph idx="1"/>
          </p:nvPr>
        </p:nvSpPr>
        <p:spPr>
          <a:xfrm>
            <a:off x="380011" y="1449373"/>
            <a:ext cx="10973786" cy="1265918"/>
          </a:xfrm>
          <a:solidFill>
            <a:srgbClr val="99CCFF"/>
          </a:solidFill>
          <a:ln>
            <a:solidFill>
              <a:schemeClr val="accent1"/>
            </a:solidFill>
          </a:ln>
        </p:spPr>
        <p:txBody>
          <a:bodyPr/>
          <a:lstStyle/>
          <a:p>
            <a:pPr marL="0" indent="0">
              <a:buNone/>
            </a:pPr>
            <a:r>
              <a:rPr lang="en-US" b="0" i="0">
                <a:solidFill>
                  <a:srgbClr val="222222"/>
                </a:solidFill>
                <a:effectLst/>
                <a:latin typeface="Gill Sans MT" panose="020B0502020104020203" pitchFamily="34" charset="0"/>
              </a:rPr>
              <a:t>Mechanism to wrap up variables(data) and methods(code) together as a single unit. </a:t>
            </a:r>
            <a:endParaRPr lang="en-IN">
              <a:latin typeface="Gill Sans MT" panose="020B0502020104020203" pitchFamily="34" charset="0"/>
            </a:endParaRPr>
          </a:p>
        </p:txBody>
      </p:sp>
      <p:sp>
        <p:nvSpPr>
          <p:cNvPr id="4" name="Slide Number Placeholder 3">
            <a:extLst>
              <a:ext uri="{FF2B5EF4-FFF2-40B4-BE49-F238E27FC236}">
                <a16:creationId xmlns:a16="http://schemas.microsoft.com/office/drawing/2014/main" id="{09F826A7-0A46-4568-9F2E-1792778C6641}"/>
              </a:ext>
            </a:extLst>
          </p:cNvPr>
          <p:cNvSpPr>
            <a:spLocks noGrp="1"/>
          </p:cNvSpPr>
          <p:nvPr>
            <p:ph type="sldNum" sz="quarter" idx="12"/>
          </p:nvPr>
        </p:nvSpPr>
        <p:spPr/>
        <p:txBody>
          <a:bodyPr/>
          <a:lstStyle/>
          <a:p>
            <a:fld id="{4DAC0951-10B0-4509-9BA5-FD8683A6F967}" type="slidenum">
              <a:rPr lang="en-IN" smtClean="0"/>
              <a:pPr/>
              <a:t>3</a:t>
            </a:fld>
            <a:endParaRPr lang="en-IN"/>
          </a:p>
        </p:txBody>
      </p:sp>
      <p:sp>
        <p:nvSpPr>
          <p:cNvPr id="11" name="TextBox 10">
            <a:extLst>
              <a:ext uri="{FF2B5EF4-FFF2-40B4-BE49-F238E27FC236}">
                <a16:creationId xmlns:a16="http://schemas.microsoft.com/office/drawing/2014/main" id="{BD52D9D7-5254-4973-9BF0-FFBC6DC0DFD6}"/>
              </a:ext>
            </a:extLst>
          </p:cNvPr>
          <p:cNvSpPr txBox="1"/>
          <p:nvPr/>
        </p:nvSpPr>
        <p:spPr>
          <a:xfrm>
            <a:off x="2750126" y="2822319"/>
            <a:ext cx="7197437" cy="1323439"/>
          </a:xfrm>
          <a:prstGeom prst="rect">
            <a:avLst/>
          </a:prstGeom>
          <a:noFill/>
        </p:spPr>
        <p:txBody>
          <a:bodyPr wrap="square" lIns="91440" tIns="45720" rIns="91440" bIns="45720" anchor="t">
            <a:spAutoFit/>
          </a:bodyPr>
          <a:lstStyle/>
          <a:p>
            <a:r>
              <a:rPr lang="en-US" sz="4000" b="1" i="0">
                <a:solidFill>
                  <a:srgbClr val="FF0000"/>
                </a:solidFill>
                <a:effectLst/>
                <a:latin typeface="Gill Sans MT"/>
              </a:rPr>
              <a:t>If you are creating class,</a:t>
            </a:r>
            <a:r>
              <a:rPr lang="en-US" sz="4000" b="1">
                <a:solidFill>
                  <a:srgbClr val="FF0000"/>
                </a:solidFill>
                <a:latin typeface="Gill Sans MT"/>
              </a:rPr>
              <a:t>  </a:t>
            </a:r>
            <a:r>
              <a:rPr lang="en-US" sz="4000" b="1" i="0">
                <a:solidFill>
                  <a:srgbClr val="FF0000"/>
                </a:solidFill>
                <a:effectLst/>
                <a:latin typeface="Gill Sans MT"/>
              </a:rPr>
              <a:t> you are doing encapsulation. </a:t>
            </a:r>
            <a:endParaRPr lang="en-IN" sz="4000" b="1">
              <a:solidFill>
                <a:srgbClr val="FF0000"/>
              </a:solidFill>
              <a:latin typeface="Gill Sans MT"/>
            </a:endParaRPr>
          </a:p>
        </p:txBody>
      </p:sp>
      <p:sp>
        <p:nvSpPr>
          <p:cNvPr id="13" name="TextBox 12">
            <a:extLst>
              <a:ext uri="{FF2B5EF4-FFF2-40B4-BE49-F238E27FC236}">
                <a16:creationId xmlns:a16="http://schemas.microsoft.com/office/drawing/2014/main" id="{86E781CC-7C11-4B6E-9BED-984F2F4F1E06}"/>
              </a:ext>
            </a:extLst>
          </p:cNvPr>
          <p:cNvSpPr txBox="1"/>
          <p:nvPr/>
        </p:nvSpPr>
        <p:spPr>
          <a:xfrm>
            <a:off x="706581" y="4402590"/>
            <a:ext cx="10647217" cy="523220"/>
          </a:xfrm>
          <a:prstGeom prst="rect">
            <a:avLst/>
          </a:prstGeom>
          <a:solidFill>
            <a:srgbClr val="99CCFF"/>
          </a:solidFill>
          <a:ln>
            <a:solidFill>
              <a:schemeClr val="accent1"/>
            </a:solidFill>
          </a:ln>
        </p:spPr>
        <p:txBody>
          <a:bodyPr wrap="square">
            <a:spAutoFit/>
          </a:bodyPr>
          <a:lstStyle/>
          <a:p>
            <a:r>
              <a:rPr lang="en-US" sz="2800">
                <a:solidFill>
                  <a:srgbClr val="222426"/>
                </a:solidFill>
                <a:latin typeface="Gill Sans MT" panose="020B0502020104020203" pitchFamily="34" charset="0"/>
              </a:rPr>
              <a:t>H</a:t>
            </a:r>
            <a:r>
              <a:rPr lang="en-US" sz="2800" b="0" i="0">
                <a:solidFill>
                  <a:srgbClr val="222426"/>
                </a:solidFill>
                <a:effectLst/>
                <a:latin typeface="Gill Sans MT" panose="020B0502020104020203" pitchFamily="34" charset="0"/>
              </a:rPr>
              <a:t>ides the implementation details from users.</a:t>
            </a:r>
            <a:endParaRPr lang="en-IN" sz="2800">
              <a:latin typeface="Gill Sans MT" panose="020B0502020104020203" pitchFamily="34" charset="0"/>
            </a:endParaRPr>
          </a:p>
        </p:txBody>
      </p:sp>
      <p:sp>
        <p:nvSpPr>
          <p:cNvPr id="15" name="TextBox 14">
            <a:extLst>
              <a:ext uri="{FF2B5EF4-FFF2-40B4-BE49-F238E27FC236}">
                <a16:creationId xmlns:a16="http://schemas.microsoft.com/office/drawing/2014/main" id="{9F1BDCE4-FA21-4E46-9379-3707298E7B94}"/>
              </a:ext>
            </a:extLst>
          </p:cNvPr>
          <p:cNvSpPr txBox="1"/>
          <p:nvPr/>
        </p:nvSpPr>
        <p:spPr>
          <a:xfrm>
            <a:off x="706582" y="5228250"/>
            <a:ext cx="10647216" cy="1384995"/>
          </a:xfrm>
          <a:prstGeom prst="rect">
            <a:avLst/>
          </a:prstGeom>
          <a:solidFill>
            <a:srgbClr val="99CCFF"/>
          </a:solidFill>
          <a:ln>
            <a:solidFill>
              <a:schemeClr val="accent1"/>
            </a:solidFill>
          </a:ln>
        </p:spPr>
        <p:txBody>
          <a:bodyPr wrap="square">
            <a:spAutoFit/>
          </a:bodyPr>
          <a:lstStyle/>
          <a:p>
            <a:r>
              <a:rPr lang="en-US" sz="2800" b="0" i="0">
                <a:solidFill>
                  <a:srgbClr val="222426"/>
                </a:solidFill>
                <a:effectLst/>
                <a:latin typeface="Gill Sans MT" panose="020B0502020104020203" pitchFamily="34" charset="0"/>
              </a:rPr>
              <a:t>If a data member is </a:t>
            </a:r>
            <a:r>
              <a:rPr lang="en-US" sz="2800" b="1" i="0">
                <a:solidFill>
                  <a:srgbClr val="FF0000"/>
                </a:solidFill>
                <a:effectLst/>
                <a:latin typeface="Gill Sans MT" panose="020B0502020104020203" pitchFamily="34" charset="0"/>
              </a:rPr>
              <a:t>private</a:t>
            </a:r>
            <a:r>
              <a:rPr lang="en-US" sz="2800" b="0" i="0">
                <a:solidFill>
                  <a:srgbClr val="FF0000"/>
                </a:solidFill>
                <a:effectLst/>
                <a:latin typeface="Gill Sans MT" panose="020B0502020104020203" pitchFamily="34" charset="0"/>
              </a:rPr>
              <a:t> </a:t>
            </a:r>
            <a:r>
              <a:rPr lang="en-US" sz="2800" b="0" i="0">
                <a:solidFill>
                  <a:srgbClr val="222426"/>
                </a:solidFill>
                <a:effectLst/>
                <a:latin typeface="Gill Sans MT" panose="020B0502020104020203" pitchFamily="34" charset="0"/>
              </a:rPr>
              <a:t>it means it can only be accessed within the same class. No outside class can access private data member (variable) of other class.</a:t>
            </a:r>
            <a:endParaRPr lang="en-IN" sz="2800">
              <a:latin typeface="Gill Sans MT" panose="020B0502020104020203" pitchFamily="34" charset="0"/>
            </a:endParaRPr>
          </a:p>
        </p:txBody>
      </p:sp>
    </p:spTree>
    <p:extLst>
      <p:ext uri="{BB962C8B-B14F-4D97-AF65-F5344CB8AC3E}">
        <p14:creationId xmlns:p14="http://schemas.microsoft.com/office/powerpoint/2010/main" val="2625831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34623-C865-4123-9979-7AF7964D2A7C}"/>
              </a:ext>
            </a:extLst>
          </p:cNvPr>
          <p:cNvSpPr>
            <a:spLocks noGrp="1"/>
          </p:cNvSpPr>
          <p:nvPr>
            <p:ph type="title"/>
          </p:nvPr>
        </p:nvSpPr>
        <p:spPr/>
        <p:txBody>
          <a:bodyPr/>
          <a:lstStyle/>
          <a:p>
            <a:r>
              <a:rPr lang="en-IN" b="1">
                <a:solidFill>
                  <a:srgbClr val="C00000"/>
                </a:solidFill>
                <a:latin typeface="Arial Rounded MT Bold" panose="020F0704030504030204" pitchFamily="34" charset="0"/>
              </a:rPr>
              <a:t>Encapsulation</a:t>
            </a:r>
            <a:endParaRPr lang="en-IN"/>
          </a:p>
        </p:txBody>
      </p:sp>
      <p:sp>
        <p:nvSpPr>
          <p:cNvPr id="4" name="Slide Number Placeholder 3">
            <a:extLst>
              <a:ext uri="{FF2B5EF4-FFF2-40B4-BE49-F238E27FC236}">
                <a16:creationId xmlns:a16="http://schemas.microsoft.com/office/drawing/2014/main" id="{67FA1D2F-BCE3-419A-85FD-F9FBDA1BF48D}"/>
              </a:ext>
            </a:extLst>
          </p:cNvPr>
          <p:cNvSpPr>
            <a:spLocks noGrp="1"/>
          </p:cNvSpPr>
          <p:nvPr>
            <p:ph type="sldNum" sz="quarter" idx="12"/>
          </p:nvPr>
        </p:nvSpPr>
        <p:spPr/>
        <p:txBody>
          <a:bodyPr/>
          <a:lstStyle/>
          <a:p>
            <a:fld id="{4DAC0951-10B0-4509-9BA5-FD8683A6F967}" type="slidenum">
              <a:rPr lang="en-IN" smtClean="0"/>
              <a:pPr/>
              <a:t>4</a:t>
            </a:fld>
            <a:endParaRPr lang="en-IN"/>
          </a:p>
        </p:txBody>
      </p:sp>
      <p:sp>
        <p:nvSpPr>
          <p:cNvPr id="7" name="TextBox 6">
            <a:extLst>
              <a:ext uri="{FF2B5EF4-FFF2-40B4-BE49-F238E27FC236}">
                <a16:creationId xmlns:a16="http://schemas.microsoft.com/office/drawing/2014/main" id="{6BEA57D6-1070-45DA-B5D7-3C2A1212E509}"/>
              </a:ext>
            </a:extLst>
          </p:cNvPr>
          <p:cNvSpPr txBox="1"/>
          <p:nvPr/>
        </p:nvSpPr>
        <p:spPr>
          <a:xfrm>
            <a:off x="696191" y="1620110"/>
            <a:ext cx="10799618" cy="461665"/>
          </a:xfrm>
          <a:prstGeom prst="rect">
            <a:avLst/>
          </a:prstGeom>
          <a:solidFill>
            <a:schemeClr val="accent4">
              <a:lumMod val="60000"/>
              <a:lumOff val="40000"/>
            </a:schemeClr>
          </a:solidFill>
          <a:ln>
            <a:solidFill>
              <a:schemeClr val="accent1"/>
            </a:solidFill>
          </a:ln>
        </p:spPr>
        <p:txBody>
          <a:bodyPr wrap="square">
            <a:spAutoFit/>
          </a:bodyPr>
          <a:lstStyle/>
          <a:p>
            <a:r>
              <a:rPr lang="en-US" sz="2400">
                <a:latin typeface="Gill Sans MT" panose="020B0502020104020203" pitchFamily="34" charset="0"/>
              </a:rPr>
              <a:t>We setup public get() and set() methods to update and read the private data fields.</a:t>
            </a:r>
          </a:p>
        </p:txBody>
      </p:sp>
      <p:sp>
        <p:nvSpPr>
          <p:cNvPr id="9" name="TextBox 8">
            <a:extLst>
              <a:ext uri="{FF2B5EF4-FFF2-40B4-BE49-F238E27FC236}">
                <a16:creationId xmlns:a16="http://schemas.microsoft.com/office/drawing/2014/main" id="{93E73573-00D3-4A2A-B4D1-456CC9A26F6B}"/>
              </a:ext>
            </a:extLst>
          </p:cNvPr>
          <p:cNvSpPr txBox="1"/>
          <p:nvPr/>
        </p:nvSpPr>
        <p:spPr>
          <a:xfrm>
            <a:off x="644705" y="2409407"/>
            <a:ext cx="10555387" cy="461665"/>
          </a:xfrm>
          <a:prstGeom prst="rect">
            <a:avLst/>
          </a:prstGeom>
          <a:solidFill>
            <a:schemeClr val="accent4">
              <a:lumMod val="60000"/>
              <a:lumOff val="40000"/>
            </a:schemeClr>
          </a:solidFill>
          <a:ln>
            <a:solidFill>
              <a:schemeClr val="accent1"/>
            </a:solidFill>
          </a:ln>
        </p:spPr>
        <p:txBody>
          <a:bodyPr wrap="square">
            <a:spAutoFit/>
          </a:bodyPr>
          <a:lstStyle/>
          <a:p>
            <a:r>
              <a:rPr lang="en-US" sz="2400">
                <a:latin typeface="Gill Sans MT" panose="020B0502020104020203" pitchFamily="34" charset="0"/>
              </a:rPr>
              <a:t>The outside class can access those private data fields via public methods.</a:t>
            </a:r>
            <a:endParaRPr lang="en-IN" sz="2400">
              <a:latin typeface="Gill Sans MT" panose="020B0502020104020203" pitchFamily="34" charset="0"/>
            </a:endParaRPr>
          </a:p>
        </p:txBody>
      </p:sp>
      <p:sp>
        <p:nvSpPr>
          <p:cNvPr id="11" name="TextBox 10">
            <a:extLst>
              <a:ext uri="{FF2B5EF4-FFF2-40B4-BE49-F238E27FC236}">
                <a16:creationId xmlns:a16="http://schemas.microsoft.com/office/drawing/2014/main" id="{4AB41EB8-1C51-4C91-A204-49D79D0E124F}"/>
              </a:ext>
            </a:extLst>
          </p:cNvPr>
          <p:cNvSpPr txBox="1"/>
          <p:nvPr/>
        </p:nvSpPr>
        <p:spPr>
          <a:xfrm>
            <a:off x="647345" y="3331212"/>
            <a:ext cx="10799618" cy="1200329"/>
          </a:xfrm>
          <a:prstGeom prst="rect">
            <a:avLst/>
          </a:prstGeom>
          <a:solidFill>
            <a:schemeClr val="accent4">
              <a:lumMod val="60000"/>
              <a:lumOff val="40000"/>
            </a:schemeClr>
          </a:solidFill>
          <a:ln>
            <a:solidFill>
              <a:schemeClr val="accent1"/>
            </a:solidFill>
          </a:ln>
        </p:spPr>
        <p:txBody>
          <a:bodyPr wrap="square">
            <a:spAutoFit/>
          </a:bodyPr>
          <a:lstStyle/>
          <a:p>
            <a:r>
              <a:rPr lang="en-US" sz="2400" b="0" i="0">
                <a:solidFill>
                  <a:srgbClr val="222426"/>
                </a:solidFill>
                <a:effectLst/>
                <a:latin typeface="Gill Sans MT" panose="020B0502020104020203" pitchFamily="34" charset="0"/>
              </a:rPr>
              <a:t>This way data can only be accessed by public methods thus making the private fields and their implementation hidden for outside classes. That’s why encapsulation is also known as </a:t>
            </a:r>
            <a:r>
              <a:rPr lang="en-US" sz="2400" b="1" i="0">
                <a:solidFill>
                  <a:srgbClr val="222426"/>
                </a:solidFill>
                <a:effectLst/>
                <a:latin typeface="Gill Sans MT" panose="020B0502020104020203" pitchFamily="34" charset="0"/>
              </a:rPr>
              <a:t>data hiding. </a:t>
            </a:r>
            <a:endParaRPr lang="en-IN" sz="2400">
              <a:latin typeface="Gill Sans MT" panose="020B0502020104020203" pitchFamily="34" charset="0"/>
            </a:endParaRPr>
          </a:p>
        </p:txBody>
      </p:sp>
      <p:sp>
        <p:nvSpPr>
          <p:cNvPr id="12" name="Rectangle 11">
            <a:extLst>
              <a:ext uri="{FF2B5EF4-FFF2-40B4-BE49-F238E27FC236}">
                <a16:creationId xmlns:a16="http://schemas.microsoft.com/office/drawing/2014/main" id="{D800CF71-881C-4093-8D66-7E6D3A567E71}"/>
              </a:ext>
            </a:extLst>
          </p:cNvPr>
          <p:cNvSpPr/>
          <p:nvPr/>
        </p:nvSpPr>
        <p:spPr>
          <a:xfrm>
            <a:off x="1648690" y="5134719"/>
            <a:ext cx="3075709" cy="58189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a:solidFill>
                  <a:schemeClr val="tx1"/>
                </a:solidFill>
                <a:latin typeface="Gill Sans MT" panose="020B0502020104020203" pitchFamily="34" charset="0"/>
              </a:rPr>
              <a:t>Private Members</a:t>
            </a:r>
          </a:p>
        </p:txBody>
      </p:sp>
      <p:sp>
        <p:nvSpPr>
          <p:cNvPr id="14" name="Rectangle 13">
            <a:extLst>
              <a:ext uri="{FF2B5EF4-FFF2-40B4-BE49-F238E27FC236}">
                <a16:creationId xmlns:a16="http://schemas.microsoft.com/office/drawing/2014/main" id="{D4C56FDB-37D6-4AED-A609-EC0AD3B6DF78}"/>
              </a:ext>
            </a:extLst>
          </p:cNvPr>
          <p:cNvSpPr/>
          <p:nvPr/>
        </p:nvSpPr>
        <p:spPr>
          <a:xfrm>
            <a:off x="6238009" y="5134719"/>
            <a:ext cx="3075709" cy="581891"/>
          </a:xfrm>
          <a:prstGeom prst="rect">
            <a:avLst/>
          </a:prstGeom>
          <a:solidFill>
            <a:srgbClr val="2EFC4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a:solidFill>
                  <a:schemeClr val="tx1"/>
                </a:solidFill>
                <a:latin typeface="Gill Sans MT" panose="020B0502020104020203" pitchFamily="34" charset="0"/>
              </a:rPr>
              <a:t>Public get and set methods</a:t>
            </a:r>
          </a:p>
        </p:txBody>
      </p:sp>
      <p:sp>
        <p:nvSpPr>
          <p:cNvPr id="15" name="TextBox 14">
            <a:extLst>
              <a:ext uri="{FF2B5EF4-FFF2-40B4-BE49-F238E27FC236}">
                <a16:creationId xmlns:a16="http://schemas.microsoft.com/office/drawing/2014/main" id="{511999A5-1E5F-48DC-81D7-8C695B76D13A}"/>
              </a:ext>
            </a:extLst>
          </p:cNvPr>
          <p:cNvSpPr txBox="1"/>
          <p:nvPr/>
        </p:nvSpPr>
        <p:spPr>
          <a:xfrm>
            <a:off x="5209310" y="4967519"/>
            <a:ext cx="480305" cy="923330"/>
          </a:xfrm>
          <a:prstGeom prst="rect">
            <a:avLst/>
          </a:prstGeom>
          <a:noFill/>
        </p:spPr>
        <p:txBody>
          <a:bodyPr wrap="square" rtlCol="0">
            <a:spAutoFit/>
          </a:bodyPr>
          <a:lstStyle/>
          <a:p>
            <a:r>
              <a:rPr lang="en-IN" sz="5400">
                <a:solidFill>
                  <a:srgbClr val="FF0000"/>
                </a:solidFill>
              </a:rPr>
              <a:t>&amp;</a:t>
            </a:r>
          </a:p>
        </p:txBody>
      </p:sp>
    </p:spTree>
    <p:extLst>
      <p:ext uri="{BB962C8B-B14F-4D97-AF65-F5344CB8AC3E}">
        <p14:creationId xmlns:p14="http://schemas.microsoft.com/office/powerpoint/2010/main" val="1315305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circle(in)">
                                      <p:cBhvr>
                                        <p:cTn id="10" dur="2000"/>
                                        <p:tgtEl>
                                          <p:spTgt spid="15"/>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circle(in)">
                                      <p:cBhvr>
                                        <p:cTn id="13"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E6C6C-C08B-4E75-AA6B-FB91FB9CEDCE}"/>
              </a:ext>
            </a:extLst>
          </p:cNvPr>
          <p:cNvSpPr>
            <a:spLocks noGrp="1"/>
          </p:cNvSpPr>
          <p:nvPr>
            <p:ph type="title"/>
          </p:nvPr>
        </p:nvSpPr>
        <p:spPr>
          <a:xfrm>
            <a:off x="838199" y="365125"/>
            <a:ext cx="11062855" cy="1325563"/>
          </a:xfrm>
        </p:spPr>
        <p:txBody>
          <a:bodyPr/>
          <a:lstStyle/>
          <a:p>
            <a:r>
              <a:rPr lang="en-US" b="1">
                <a:solidFill>
                  <a:srgbClr val="C00000"/>
                </a:solidFill>
                <a:latin typeface="Arial Rounded MT Bold" panose="020F0704030504030204" pitchFamily="34" charset="0"/>
              </a:rPr>
              <a:t>How to implement encapsulation in java:</a:t>
            </a:r>
            <a:endParaRPr lang="en-IN" b="1">
              <a:solidFill>
                <a:srgbClr val="C00000"/>
              </a:solidFill>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72A68210-43EC-4F32-89A0-E778A75EA041}"/>
              </a:ext>
            </a:extLst>
          </p:cNvPr>
          <p:cNvSpPr>
            <a:spLocks noGrp="1"/>
          </p:cNvSpPr>
          <p:nvPr>
            <p:ph idx="1"/>
          </p:nvPr>
        </p:nvSpPr>
        <p:spPr>
          <a:xfrm>
            <a:off x="838200" y="2005734"/>
            <a:ext cx="10515600" cy="1325563"/>
          </a:xfrm>
          <a:solidFill>
            <a:srgbClr val="CCFF66"/>
          </a:solidFill>
          <a:ln w="28575">
            <a:solidFill>
              <a:srgbClr val="FF6600"/>
            </a:solidFill>
          </a:ln>
        </p:spPr>
        <p:txBody>
          <a:bodyPr/>
          <a:lstStyle/>
          <a:p>
            <a:pPr marL="514350" indent="-514350">
              <a:buFont typeface="+mj-lt"/>
              <a:buAutoNum type="arabicPeriod"/>
            </a:pPr>
            <a:r>
              <a:rPr lang="en-US">
                <a:latin typeface="Gill Sans MT" panose="020B0502020104020203" pitchFamily="34" charset="0"/>
              </a:rPr>
              <a:t>Make the instance variables private so that they cannot be accessed directly from outside the class. You can only set and get values of these variables through the methods of the class.</a:t>
            </a:r>
            <a:endParaRPr lang="en-IN">
              <a:latin typeface="Gill Sans MT" panose="020B0502020104020203" pitchFamily="34" charset="0"/>
            </a:endParaRPr>
          </a:p>
        </p:txBody>
      </p:sp>
      <p:sp>
        <p:nvSpPr>
          <p:cNvPr id="4" name="Slide Number Placeholder 3">
            <a:extLst>
              <a:ext uri="{FF2B5EF4-FFF2-40B4-BE49-F238E27FC236}">
                <a16:creationId xmlns:a16="http://schemas.microsoft.com/office/drawing/2014/main" id="{044BFF0C-9E0E-434F-84C9-C037A92F9B2A}"/>
              </a:ext>
            </a:extLst>
          </p:cNvPr>
          <p:cNvSpPr>
            <a:spLocks noGrp="1"/>
          </p:cNvSpPr>
          <p:nvPr>
            <p:ph type="sldNum" sz="quarter" idx="12"/>
          </p:nvPr>
        </p:nvSpPr>
        <p:spPr/>
        <p:txBody>
          <a:bodyPr/>
          <a:lstStyle/>
          <a:p>
            <a:fld id="{4DAC0951-10B0-4509-9BA5-FD8683A6F967}" type="slidenum">
              <a:rPr lang="en-IN" smtClean="0"/>
              <a:pPr/>
              <a:t>5</a:t>
            </a:fld>
            <a:endParaRPr lang="en-IN"/>
          </a:p>
        </p:txBody>
      </p:sp>
      <p:sp>
        <p:nvSpPr>
          <p:cNvPr id="5" name="Content Placeholder 2">
            <a:extLst>
              <a:ext uri="{FF2B5EF4-FFF2-40B4-BE49-F238E27FC236}">
                <a16:creationId xmlns:a16="http://schemas.microsoft.com/office/drawing/2014/main" id="{71C3484A-7030-48DE-A022-FDEB74189F88}"/>
              </a:ext>
            </a:extLst>
          </p:cNvPr>
          <p:cNvSpPr txBox="1">
            <a:spLocks/>
          </p:cNvSpPr>
          <p:nvPr/>
        </p:nvSpPr>
        <p:spPr>
          <a:xfrm>
            <a:off x="838200" y="4519180"/>
            <a:ext cx="10515600" cy="1325563"/>
          </a:xfrm>
          <a:prstGeom prst="rect">
            <a:avLst/>
          </a:prstGeom>
          <a:solidFill>
            <a:srgbClr val="CCFF66"/>
          </a:solidFill>
          <a:ln w="28575">
            <a:solidFill>
              <a:srgbClr val="FF66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startAt="2"/>
            </a:pPr>
            <a:r>
              <a:rPr lang="en-US">
                <a:latin typeface="Gill Sans MT" panose="020B0502020104020203" pitchFamily="34" charset="0"/>
              </a:rPr>
              <a:t>Have getter and setter methods in the class to set and get the values of the fields.</a:t>
            </a:r>
            <a:endParaRPr lang="en-IN">
              <a:latin typeface="Gill Sans MT" panose="020B0502020104020203" pitchFamily="34" charset="0"/>
            </a:endParaRPr>
          </a:p>
        </p:txBody>
      </p:sp>
    </p:spTree>
    <p:extLst>
      <p:ext uri="{BB962C8B-B14F-4D97-AF65-F5344CB8AC3E}">
        <p14:creationId xmlns:p14="http://schemas.microsoft.com/office/powerpoint/2010/main" val="2047649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E5503-DAF1-4CF1-9C1D-016270502E2D}"/>
              </a:ext>
            </a:extLst>
          </p:cNvPr>
          <p:cNvSpPr>
            <a:spLocks noGrp="1"/>
          </p:cNvSpPr>
          <p:nvPr>
            <p:ph type="title"/>
          </p:nvPr>
        </p:nvSpPr>
        <p:spPr/>
        <p:txBody>
          <a:bodyPr/>
          <a:lstStyle/>
          <a:p>
            <a:r>
              <a:rPr lang="en-IN" b="1">
                <a:solidFill>
                  <a:srgbClr val="C00000"/>
                </a:solidFill>
                <a:latin typeface="Arial Rounded MT Bold" panose="020F0704030504030204" pitchFamily="34" charset="0"/>
              </a:rPr>
              <a:t>Execution</a:t>
            </a:r>
          </a:p>
        </p:txBody>
      </p:sp>
      <p:sp>
        <p:nvSpPr>
          <p:cNvPr id="4" name="Slide Number Placeholder 3">
            <a:extLst>
              <a:ext uri="{FF2B5EF4-FFF2-40B4-BE49-F238E27FC236}">
                <a16:creationId xmlns:a16="http://schemas.microsoft.com/office/drawing/2014/main" id="{4C74BEC6-AA3A-4C81-A011-902ECF6FB0F3}"/>
              </a:ext>
            </a:extLst>
          </p:cNvPr>
          <p:cNvSpPr>
            <a:spLocks noGrp="1"/>
          </p:cNvSpPr>
          <p:nvPr>
            <p:ph type="sldNum" sz="quarter" idx="12"/>
          </p:nvPr>
        </p:nvSpPr>
        <p:spPr/>
        <p:txBody>
          <a:bodyPr/>
          <a:lstStyle/>
          <a:p>
            <a:fld id="{4DAC0951-10B0-4509-9BA5-FD8683A6F967}" type="slidenum">
              <a:rPr lang="en-IN" smtClean="0"/>
              <a:pPr/>
              <a:t>6</a:t>
            </a:fld>
            <a:endParaRPr lang="en-IN"/>
          </a:p>
        </p:txBody>
      </p:sp>
      <p:sp>
        <p:nvSpPr>
          <p:cNvPr id="6" name="Rectangle 5">
            <a:extLst>
              <a:ext uri="{FF2B5EF4-FFF2-40B4-BE49-F238E27FC236}">
                <a16:creationId xmlns:a16="http://schemas.microsoft.com/office/drawing/2014/main" id="{86AED67C-2F77-40C6-966E-C7EC931F855D}"/>
              </a:ext>
            </a:extLst>
          </p:cNvPr>
          <p:cNvSpPr/>
          <p:nvPr/>
        </p:nvSpPr>
        <p:spPr>
          <a:xfrm>
            <a:off x="484910" y="1704203"/>
            <a:ext cx="4634346" cy="7481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err="1">
                <a:solidFill>
                  <a:srgbClr val="C00000"/>
                </a:solidFill>
                <a:latin typeface="Consolas" panose="020B0609020204030204" pitchFamily="49" charset="0"/>
              </a:rPr>
              <a:t>javac</a:t>
            </a:r>
            <a:r>
              <a:rPr lang="en-IN" sz="2000" dirty="0">
                <a:solidFill>
                  <a:srgbClr val="C00000"/>
                </a:solidFill>
                <a:latin typeface="Consolas" panose="020B0609020204030204" pitchFamily="49" charset="0"/>
              </a:rPr>
              <a:t> -d directory </a:t>
            </a:r>
            <a:r>
              <a:rPr lang="en-IN" sz="2000" dirty="0" err="1">
                <a:solidFill>
                  <a:srgbClr val="0070C0"/>
                </a:solidFill>
                <a:latin typeface="Consolas" panose="020B0609020204030204" pitchFamily="49" charset="0"/>
              </a:rPr>
              <a:t>javafilename</a:t>
            </a:r>
            <a:endParaRPr lang="en-IN" sz="2000" dirty="0">
              <a:solidFill>
                <a:srgbClr val="0070C0"/>
              </a:solidFill>
              <a:latin typeface="Consolas" panose="020B0609020204030204" pitchFamily="49" charset="0"/>
            </a:endParaRPr>
          </a:p>
        </p:txBody>
      </p:sp>
      <p:sp>
        <p:nvSpPr>
          <p:cNvPr id="8" name="Rectangle 7">
            <a:extLst>
              <a:ext uri="{FF2B5EF4-FFF2-40B4-BE49-F238E27FC236}">
                <a16:creationId xmlns:a16="http://schemas.microsoft.com/office/drawing/2014/main" id="{D1B50650-1C47-46A1-879D-3BFA69694577}"/>
              </a:ext>
            </a:extLst>
          </p:cNvPr>
          <p:cNvSpPr/>
          <p:nvPr/>
        </p:nvSpPr>
        <p:spPr>
          <a:xfrm>
            <a:off x="484910" y="3013808"/>
            <a:ext cx="4634346" cy="7481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err="1">
                <a:solidFill>
                  <a:srgbClr val="C00000"/>
                </a:solidFill>
                <a:latin typeface="Consolas" panose="020B0609020204030204" pitchFamily="49" charset="0"/>
              </a:rPr>
              <a:t>javac</a:t>
            </a:r>
            <a:r>
              <a:rPr lang="en-IN" sz="2000" dirty="0">
                <a:solidFill>
                  <a:srgbClr val="C00000"/>
                </a:solidFill>
                <a:latin typeface="Consolas" panose="020B0609020204030204" pitchFamily="49" charset="0"/>
              </a:rPr>
              <a:t> -d . </a:t>
            </a:r>
            <a:r>
              <a:rPr lang="en-IN" sz="2000" dirty="0">
                <a:solidFill>
                  <a:srgbClr val="0070C0"/>
                </a:solidFill>
                <a:latin typeface="Consolas" panose="020B0609020204030204" pitchFamily="49" charset="0"/>
              </a:rPr>
              <a:t>Compare.java</a:t>
            </a:r>
          </a:p>
        </p:txBody>
      </p:sp>
      <p:sp>
        <p:nvSpPr>
          <p:cNvPr id="12" name="TextBox 11">
            <a:extLst>
              <a:ext uri="{FF2B5EF4-FFF2-40B4-BE49-F238E27FC236}">
                <a16:creationId xmlns:a16="http://schemas.microsoft.com/office/drawing/2014/main" id="{735732A9-5988-4280-8B4F-EFA463040657}"/>
              </a:ext>
            </a:extLst>
          </p:cNvPr>
          <p:cNvSpPr txBox="1"/>
          <p:nvPr/>
        </p:nvSpPr>
        <p:spPr>
          <a:xfrm>
            <a:off x="5562600" y="1866555"/>
            <a:ext cx="6096000" cy="707886"/>
          </a:xfrm>
          <a:prstGeom prst="rect">
            <a:avLst/>
          </a:prstGeom>
          <a:noFill/>
          <a:ln>
            <a:solidFill>
              <a:srgbClr val="00B050"/>
            </a:solidFill>
          </a:ln>
        </p:spPr>
        <p:txBody>
          <a:bodyPr wrap="square">
            <a:spAutoFit/>
          </a:bodyPr>
          <a:lstStyle/>
          <a:p>
            <a:pPr algn="just"/>
            <a:r>
              <a:rPr lang="en-US" sz="2000">
                <a:latin typeface="Gill Sans MT" panose="020B0502020104020203" pitchFamily="34" charset="0"/>
              </a:rPr>
              <a:t>This forces the compiler to create the “</a:t>
            </a:r>
            <a:r>
              <a:rPr lang="en-US" sz="2000" err="1">
                <a:latin typeface="Gill Sans MT" panose="020B0502020104020203" pitchFamily="34" charset="0"/>
              </a:rPr>
              <a:t>MyPackage</a:t>
            </a:r>
            <a:r>
              <a:rPr lang="en-US" sz="2000">
                <a:latin typeface="Gill Sans MT" panose="020B0502020104020203" pitchFamily="34" charset="0"/>
              </a:rPr>
              <a:t>" package.</a:t>
            </a:r>
            <a:endParaRPr lang="en-IN" sz="2000">
              <a:latin typeface="Gill Sans MT" panose="020B0502020104020203" pitchFamily="34" charset="0"/>
            </a:endParaRPr>
          </a:p>
        </p:txBody>
      </p:sp>
      <p:sp>
        <p:nvSpPr>
          <p:cNvPr id="16" name="TextBox 15">
            <a:extLst>
              <a:ext uri="{FF2B5EF4-FFF2-40B4-BE49-F238E27FC236}">
                <a16:creationId xmlns:a16="http://schemas.microsoft.com/office/drawing/2014/main" id="{9CB6E0AD-5BC9-433A-B8C6-BB2387820A4D}"/>
              </a:ext>
            </a:extLst>
          </p:cNvPr>
          <p:cNvSpPr txBox="1"/>
          <p:nvPr/>
        </p:nvSpPr>
        <p:spPr>
          <a:xfrm>
            <a:off x="5576454" y="2593796"/>
            <a:ext cx="6095999" cy="1631216"/>
          </a:xfrm>
          <a:prstGeom prst="rect">
            <a:avLst/>
          </a:prstGeom>
          <a:noFill/>
          <a:ln>
            <a:solidFill>
              <a:srgbClr val="00B050"/>
            </a:solidFill>
          </a:ln>
        </p:spPr>
        <p:txBody>
          <a:bodyPr wrap="square">
            <a:spAutoFit/>
          </a:bodyPr>
          <a:lstStyle/>
          <a:p>
            <a:pPr algn="just"/>
            <a:r>
              <a:rPr lang="en-US" sz="2000">
                <a:latin typeface="Gill Sans MT" panose="020B0502020104020203" pitchFamily="34" charset="0"/>
              </a:rPr>
              <a:t>The -d keyword specifies the destination for where to save the class file. </a:t>
            </a:r>
          </a:p>
          <a:p>
            <a:pPr algn="just"/>
            <a:r>
              <a:rPr lang="en-US" sz="2000">
                <a:latin typeface="Gill Sans MT" panose="020B0502020104020203" pitchFamily="34" charset="0"/>
              </a:rPr>
              <a:t>You can use any directory name, like c:/user (windows), or, if you want to keep the package within the same directory, you can use the dot sign ".",</a:t>
            </a:r>
            <a:endParaRPr lang="en-IN" sz="2000">
              <a:latin typeface="Gill Sans MT" panose="020B0502020104020203" pitchFamily="34" charset="0"/>
            </a:endParaRPr>
          </a:p>
        </p:txBody>
      </p:sp>
      <p:sp>
        <p:nvSpPr>
          <p:cNvPr id="18" name="Rectangle 17">
            <a:extLst>
              <a:ext uri="{FF2B5EF4-FFF2-40B4-BE49-F238E27FC236}">
                <a16:creationId xmlns:a16="http://schemas.microsoft.com/office/drawing/2014/main" id="{4AD042DD-18F3-4B2A-B6F4-58B92F2718F8}"/>
              </a:ext>
            </a:extLst>
          </p:cNvPr>
          <p:cNvSpPr/>
          <p:nvPr/>
        </p:nvSpPr>
        <p:spPr>
          <a:xfrm>
            <a:off x="484910" y="5091990"/>
            <a:ext cx="4634346" cy="7481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a:solidFill>
                  <a:srgbClr val="C00000"/>
                </a:solidFill>
                <a:latin typeface="Consolas" panose="020B0609020204030204" pitchFamily="49" charset="0"/>
              </a:rPr>
              <a:t>java</a:t>
            </a:r>
            <a:r>
              <a:rPr lang="en-IN" sz="2000">
                <a:solidFill>
                  <a:schemeClr val="tx1"/>
                </a:solidFill>
                <a:latin typeface="Consolas" panose="020B0609020204030204" pitchFamily="49" charset="0"/>
              </a:rPr>
              <a:t> </a:t>
            </a:r>
            <a:r>
              <a:rPr lang="en-IN" sz="2000" err="1">
                <a:solidFill>
                  <a:srgbClr val="0070C0"/>
                </a:solidFill>
                <a:latin typeface="Consolas" panose="020B0609020204030204" pitchFamily="49" charset="0"/>
              </a:rPr>
              <a:t>MyPackage.Compare</a:t>
            </a:r>
            <a:endParaRPr lang="en-IN" sz="2000">
              <a:solidFill>
                <a:srgbClr val="0070C0"/>
              </a:solidFill>
              <a:latin typeface="Consolas" panose="020B0609020204030204" pitchFamily="49" charset="0"/>
            </a:endParaRPr>
          </a:p>
        </p:txBody>
      </p:sp>
      <p:sp>
        <p:nvSpPr>
          <p:cNvPr id="20" name="Speech Bubble: Oval 19">
            <a:extLst>
              <a:ext uri="{FF2B5EF4-FFF2-40B4-BE49-F238E27FC236}">
                <a16:creationId xmlns:a16="http://schemas.microsoft.com/office/drawing/2014/main" id="{54A2E09B-3EC8-448F-95CD-DE43CF444526}"/>
              </a:ext>
            </a:extLst>
          </p:cNvPr>
          <p:cNvSpPr/>
          <p:nvPr/>
        </p:nvSpPr>
        <p:spPr>
          <a:xfrm>
            <a:off x="5444836" y="633917"/>
            <a:ext cx="3359727" cy="748145"/>
          </a:xfrm>
          <a:prstGeom prst="wedgeEllipseCallout">
            <a:avLst>
              <a:gd name="adj1" fmla="val -60732"/>
              <a:gd name="adj2" fmla="val 82632"/>
            </a:avLst>
          </a:prstGeom>
          <a:solidFill>
            <a:srgbClr val="FF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atin typeface="Gill Sans MT" panose="020B0502020104020203" pitchFamily="34" charset="0"/>
              </a:rPr>
              <a:t>Compiles the package</a:t>
            </a:r>
          </a:p>
        </p:txBody>
      </p:sp>
      <p:sp>
        <p:nvSpPr>
          <p:cNvPr id="22" name="Speech Bubble: Oval 21">
            <a:extLst>
              <a:ext uri="{FF2B5EF4-FFF2-40B4-BE49-F238E27FC236}">
                <a16:creationId xmlns:a16="http://schemas.microsoft.com/office/drawing/2014/main" id="{0803EA34-7BAD-4725-A1E3-32619273F2A9}"/>
              </a:ext>
            </a:extLst>
          </p:cNvPr>
          <p:cNvSpPr/>
          <p:nvPr/>
        </p:nvSpPr>
        <p:spPr>
          <a:xfrm>
            <a:off x="1080655" y="4142508"/>
            <a:ext cx="2092035" cy="748145"/>
          </a:xfrm>
          <a:prstGeom prst="wedgeEllipseCallout">
            <a:avLst>
              <a:gd name="adj1" fmla="val -11784"/>
              <a:gd name="adj2" fmla="val 80158"/>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latin typeface="Gill Sans MT" panose="020B0502020104020203" pitchFamily="34" charset="0"/>
              </a:rPr>
              <a:t>To run:</a:t>
            </a:r>
          </a:p>
        </p:txBody>
      </p:sp>
    </p:spTree>
    <p:extLst>
      <p:ext uri="{BB962C8B-B14F-4D97-AF65-F5344CB8AC3E}">
        <p14:creationId xmlns:p14="http://schemas.microsoft.com/office/powerpoint/2010/main" val="3552784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circle(in)">
                                      <p:cBhvr>
                                        <p:cTn id="11" dur="2000"/>
                                        <p:tgtEl>
                                          <p:spTgt spid="2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2" grpId="0" animBg="1"/>
      <p:bldP spid="16" grpId="0" animBg="1"/>
      <p:bldP spid="18" grpId="0" animBg="1"/>
      <p:bldP spid="20" grpId="0" animBg="1"/>
      <p:bldP spid="2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48D2F4E-0F30-499C-A3E8-F2C191892EE9}"/>
              </a:ext>
            </a:extLst>
          </p:cNvPr>
          <p:cNvSpPr>
            <a:spLocks noGrp="1"/>
          </p:cNvSpPr>
          <p:nvPr>
            <p:ph type="sldNum" sz="quarter" idx="12"/>
          </p:nvPr>
        </p:nvSpPr>
        <p:spPr/>
        <p:txBody>
          <a:bodyPr/>
          <a:lstStyle/>
          <a:p>
            <a:fld id="{4DAC0951-10B0-4509-9BA5-FD8683A6F967}" type="slidenum">
              <a:rPr lang="en-IN" smtClean="0"/>
              <a:pPr/>
              <a:t>7</a:t>
            </a:fld>
            <a:endParaRPr lang="en-IN"/>
          </a:p>
        </p:txBody>
      </p:sp>
      <p:sp>
        <p:nvSpPr>
          <p:cNvPr id="5" name="Content Placeholder 2">
            <a:extLst>
              <a:ext uri="{FF2B5EF4-FFF2-40B4-BE49-F238E27FC236}">
                <a16:creationId xmlns:a16="http://schemas.microsoft.com/office/drawing/2014/main" id="{09026D5D-42F4-480C-B2CB-DF0A2D04CA96}"/>
              </a:ext>
            </a:extLst>
          </p:cNvPr>
          <p:cNvSpPr txBox="1">
            <a:spLocks/>
          </p:cNvSpPr>
          <p:nvPr/>
        </p:nvSpPr>
        <p:spPr>
          <a:xfrm>
            <a:off x="463342" y="173395"/>
            <a:ext cx="4635131" cy="6548079"/>
          </a:xfrm>
          <a:prstGeom prst="rect">
            <a:avLst/>
          </a:prstGeom>
          <a:ln>
            <a:solidFill>
              <a:srgbClr val="FF8837"/>
            </a:solidFill>
          </a:ln>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rgbClr val="0070C0"/>
                </a:solidFill>
                <a:latin typeface="Consolas"/>
              </a:rPr>
              <a:t>class</a:t>
            </a:r>
            <a:r>
              <a:rPr lang="en-US" sz="1400" dirty="0">
                <a:latin typeface="Consolas"/>
              </a:rPr>
              <a:t> </a:t>
            </a:r>
            <a:r>
              <a:rPr lang="en-US" sz="1400" dirty="0" err="1">
                <a:latin typeface="Consolas"/>
              </a:rPr>
              <a:t>EncapsulationDemo</a:t>
            </a:r>
            <a:r>
              <a:rPr lang="en-US" sz="1400" dirty="0">
                <a:latin typeface="Consolas"/>
              </a:rPr>
              <a:t>{</a:t>
            </a:r>
            <a:endParaRPr lang="en-US" dirty="0">
              <a:latin typeface="Consolas"/>
            </a:endParaRPr>
          </a:p>
          <a:p>
            <a:pPr marL="0" indent="0">
              <a:buNone/>
            </a:pPr>
            <a:r>
              <a:rPr lang="en-US" sz="1400" dirty="0">
                <a:latin typeface="Consolas"/>
              </a:rPr>
              <a:t>    </a:t>
            </a:r>
            <a:r>
              <a:rPr lang="en-US" sz="1400" dirty="0">
                <a:solidFill>
                  <a:srgbClr val="0070C0"/>
                </a:solidFill>
                <a:latin typeface="Consolas"/>
              </a:rPr>
              <a:t>private</a:t>
            </a:r>
            <a:r>
              <a:rPr lang="en-US" sz="1400" dirty="0">
                <a:latin typeface="Consolas"/>
              </a:rPr>
              <a:t> </a:t>
            </a:r>
            <a:r>
              <a:rPr lang="en-US" sz="1400" dirty="0">
                <a:solidFill>
                  <a:srgbClr val="C00000"/>
                </a:solidFill>
                <a:latin typeface="Consolas"/>
              </a:rPr>
              <a:t>int</a:t>
            </a:r>
            <a:r>
              <a:rPr lang="en-US" sz="1400" dirty="0">
                <a:latin typeface="Consolas"/>
              </a:rPr>
              <a:t> </a:t>
            </a:r>
            <a:r>
              <a:rPr lang="en-US" sz="1400" dirty="0" err="1">
                <a:latin typeface="Consolas"/>
              </a:rPr>
              <a:t>empAmrita</a:t>
            </a:r>
            <a:r>
              <a:rPr lang="en-US" sz="1400" dirty="0">
                <a:latin typeface="Consolas"/>
              </a:rPr>
              <a:t>;</a:t>
            </a:r>
            <a:endParaRPr lang="en-US" dirty="0">
              <a:latin typeface="Consolas"/>
            </a:endParaRPr>
          </a:p>
          <a:p>
            <a:pPr marL="0" indent="0">
              <a:buNone/>
            </a:pPr>
            <a:r>
              <a:rPr lang="en-US" sz="1400" dirty="0">
                <a:latin typeface="Consolas"/>
              </a:rPr>
              <a:t>    </a:t>
            </a:r>
            <a:r>
              <a:rPr lang="en-US" sz="1400" dirty="0">
                <a:solidFill>
                  <a:srgbClr val="0070C0"/>
                </a:solidFill>
                <a:latin typeface="Consolas"/>
              </a:rPr>
              <a:t>private</a:t>
            </a:r>
            <a:r>
              <a:rPr lang="en-US" sz="1400" dirty="0">
                <a:latin typeface="Consolas"/>
              </a:rPr>
              <a:t> </a:t>
            </a:r>
            <a:r>
              <a:rPr lang="en-US" sz="1400" dirty="0">
                <a:solidFill>
                  <a:srgbClr val="C00000"/>
                </a:solidFill>
                <a:latin typeface="Consolas"/>
              </a:rPr>
              <a:t>String</a:t>
            </a:r>
            <a:r>
              <a:rPr lang="en-US" sz="1400" dirty="0">
                <a:latin typeface="Consolas"/>
              </a:rPr>
              <a:t> </a:t>
            </a:r>
            <a:r>
              <a:rPr lang="en-US" sz="1400" dirty="0" err="1">
                <a:latin typeface="Consolas"/>
              </a:rPr>
              <a:t>empName</a:t>
            </a:r>
            <a:r>
              <a:rPr lang="en-US" sz="1400" dirty="0">
                <a:latin typeface="Consolas"/>
              </a:rPr>
              <a:t>;</a:t>
            </a:r>
            <a:endParaRPr lang="en-US" dirty="0">
              <a:latin typeface="Consolas"/>
            </a:endParaRPr>
          </a:p>
          <a:p>
            <a:pPr marL="0" indent="0">
              <a:buNone/>
            </a:pPr>
            <a:r>
              <a:rPr lang="en-US" sz="1400" dirty="0">
                <a:latin typeface="Consolas"/>
              </a:rPr>
              <a:t>    </a:t>
            </a:r>
            <a:r>
              <a:rPr lang="en-US" sz="1400" dirty="0">
                <a:solidFill>
                  <a:srgbClr val="0070C0"/>
                </a:solidFill>
                <a:latin typeface="Consolas"/>
              </a:rPr>
              <a:t>private</a:t>
            </a:r>
            <a:r>
              <a:rPr lang="en-US" sz="1400" dirty="0">
                <a:latin typeface="Consolas"/>
              </a:rPr>
              <a:t> </a:t>
            </a:r>
            <a:r>
              <a:rPr lang="en-US" sz="1400" dirty="0">
                <a:solidFill>
                  <a:srgbClr val="C00000"/>
                </a:solidFill>
                <a:latin typeface="Consolas"/>
              </a:rPr>
              <a:t>int</a:t>
            </a:r>
            <a:r>
              <a:rPr lang="en-US" sz="1400" dirty="0">
                <a:latin typeface="Consolas"/>
              </a:rPr>
              <a:t> </a:t>
            </a:r>
            <a:r>
              <a:rPr lang="en-US" sz="1400" dirty="0" err="1">
                <a:latin typeface="Consolas"/>
              </a:rPr>
              <a:t>empAge</a:t>
            </a:r>
            <a:r>
              <a:rPr lang="en-US" sz="1400" dirty="0">
                <a:latin typeface="Consolas"/>
              </a:rPr>
              <a:t>;</a:t>
            </a:r>
            <a:endParaRPr lang="en-US" dirty="0">
              <a:latin typeface="Consolas"/>
            </a:endParaRPr>
          </a:p>
          <a:p>
            <a:pPr marL="0" indent="0">
              <a:buNone/>
            </a:pPr>
            <a:r>
              <a:rPr lang="en-US" sz="1400" dirty="0">
                <a:solidFill>
                  <a:schemeClr val="bg1">
                    <a:lumMod val="50000"/>
                  </a:schemeClr>
                </a:solidFill>
                <a:latin typeface="Consolas" panose="020B0609020204030204" pitchFamily="49" charset="0"/>
              </a:rPr>
              <a:t>    //Getter and Setter methods</a:t>
            </a:r>
            <a:endParaRPr lang="en-US" dirty="0"/>
          </a:p>
          <a:p>
            <a:pPr marL="0" indent="0">
              <a:buNone/>
            </a:pPr>
            <a:r>
              <a:rPr lang="en-US" sz="1400" dirty="0">
                <a:latin typeface="Consolas"/>
              </a:rPr>
              <a:t>    </a:t>
            </a:r>
            <a:r>
              <a:rPr lang="en-US" sz="1400" dirty="0">
                <a:solidFill>
                  <a:srgbClr val="0070C0"/>
                </a:solidFill>
                <a:latin typeface="Consolas"/>
              </a:rPr>
              <a:t>public</a:t>
            </a:r>
            <a:r>
              <a:rPr lang="en-US" sz="1400" dirty="0">
                <a:latin typeface="Consolas"/>
              </a:rPr>
              <a:t> </a:t>
            </a:r>
            <a:r>
              <a:rPr lang="en-US" sz="1400" dirty="0">
                <a:solidFill>
                  <a:srgbClr val="C00000"/>
                </a:solidFill>
                <a:latin typeface="Consolas"/>
              </a:rPr>
              <a:t>int</a:t>
            </a:r>
            <a:r>
              <a:rPr lang="en-US" sz="1400" dirty="0">
                <a:latin typeface="Consolas"/>
              </a:rPr>
              <a:t> </a:t>
            </a:r>
            <a:r>
              <a:rPr lang="en-US" sz="1400" dirty="0" err="1">
                <a:latin typeface="Consolas"/>
              </a:rPr>
              <a:t>getEmpAmrita</a:t>
            </a:r>
            <a:r>
              <a:rPr lang="en-US" sz="1400" dirty="0">
                <a:latin typeface="Consolas"/>
              </a:rPr>
              <a:t>(){</a:t>
            </a:r>
            <a:endParaRPr lang="en-US" dirty="0">
              <a:latin typeface="Consolas"/>
            </a:endParaRPr>
          </a:p>
          <a:p>
            <a:pPr marL="0" indent="0">
              <a:buNone/>
            </a:pPr>
            <a:r>
              <a:rPr lang="en-US" sz="1400" dirty="0">
                <a:latin typeface="Consolas"/>
              </a:rPr>
              <a:t>        </a:t>
            </a:r>
            <a:r>
              <a:rPr lang="en-US" sz="1400" dirty="0">
                <a:solidFill>
                  <a:srgbClr val="C00000"/>
                </a:solidFill>
                <a:latin typeface="Consolas"/>
              </a:rPr>
              <a:t>return</a:t>
            </a:r>
            <a:r>
              <a:rPr lang="en-US" sz="1400" dirty="0">
                <a:latin typeface="Consolas"/>
              </a:rPr>
              <a:t> Amrita;</a:t>
            </a:r>
            <a:endParaRPr lang="en-US" dirty="0">
              <a:latin typeface="Consolas"/>
            </a:endParaRPr>
          </a:p>
          <a:p>
            <a:pPr marL="0" indent="0">
              <a:buNone/>
            </a:pPr>
            <a:r>
              <a:rPr lang="en-US" sz="1400" dirty="0">
                <a:latin typeface="Consolas" panose="020B0609020204030204" pitchFamily="49" charset="0"/>
              </a:rPr>
              <a:t>    }</a:t>
            </a:r>
            <a:endParaRPr lang="en-US" dirty="0"/>
          </a:p>
          <a:p>
            <a:pPr marL="0" indent="0">
              <a:buNone/>
            </a:pPr>
            <a:r>
              <a:rPr lang="en-US" sz="1400" dirty="0">
                <a:latin typeface="Consolas"/>
              </a:rPr>
              <a:t>   </a:t>
            </a:r>
            <a:r>
              <a:rPr lang="en-US" sz="1400" dirty="0">
                <a:solidFill>
                  <a:srgbClr val="0070C0"/>
                </a:solidFill>
                <a:latin typeface="Consolas"/>
              </a:rPr>
              <a:t> public </a:t>
            </a:r>
            <a:r>
              <a:rPr lang="en-US" sz="1400" dirty="0">
                <a:solidFill>
                  <a:srgbClr val="C00000"/>
                </a:solidFill>
                <a:latin typeface="Consolas"/>
              </a:rPr>
              <a:t>String</a:t>
            </a:r>
            <a:r>
              <a:rPr lang="en-US" sz="1400" dirty="0">
                <a:latin typeface="Consolas"/>
              </a:rPr>
              <a:t> </a:t>
            </a:r>
            <a:r>
              <a:rPr lang="en-US" sz="1400" dirty="0" err="1">
                <a:latin typeface="Consolas"/>
              </a:rPr>
              <a:t>getEmpName</a:t>
            </a:r>
            <a:r>
              <a:rPr lang="en-US" sz="1400" dirty="0">
                <a:latin typeface="Consolas"/>
              </a:rPr>
              <a:t>(){</a:t>
            </a:r>
            <a:endParaRPr lang="en-US" dirty="0">
              <a:latin typeface="Consolas"/>
            </a:endParaRPr>
          </a:p>
          <a:p>
            <a:pPr marL="0" indent="0">
              <a:buNone/>
            </a:pPr>
            <a:r>
              <a:rPr lang="en-US" sz="1400" dirty="0">
                <a:solidFill>
                  <a:srgbClr val="C00000"/>
                </a:solidFill>
                <a:latin typeface="Consolas"/>
              </a:rPr>
              <a:t>        return </a:t>
            </a:r>
            <a:r>
              <a:rPr lang="en-US" sz="1400" dirty="0" err="1">
                <a:latin typeface="Consolas"/>
              </a:rPr>
              <a:t>empName</a:t>
            </a:r>
            <a:r>
              <a:rPr lang="en-US" sz="1400" dirty="0">
                <a:latin typeface="Consolas"/>
              </a:rPr>
              <a:t>;</a:t>
            </a:r>
            <a:endParaRPr lang="en-US" dirty="0">
              <a:latin typeface="Consolas"/>
            </a:endParaRPr>
          </a:p>
          <a:p>
            <a:pPr marL="0" indent="0">
              <a:buNone/>
            </a:pPr>
            <a:r>
              <a:rPr lang="en-US" sz="1400" dirty="0">
                <a:latin typeface="Consolas" panose="020B0609020204030204" pitchFamily="49" charset="0"/>
              </a:rPr>
              <a:t>    }</a:t>
            </a:r>
            <a:endParaRPr lang="en-US" dirty="0"/>
          </a:p>
          <a:p>
            <a:pPr marL="0" indent="0">
              <a:buNone/>
            </a:pPr>
            <a:r>
              <a:rPr lang="en-US" sz="1400" dirty="0">
                <a:latin typeface="Consolas"/>
              </a:rPr>
              <a:t>   </a:t>
            </a:r>
            <a:r>
              <a:rPr lang="en-US" sz="1400" dirty="0">
                <a:solidFill>
                  <a:srgbClr val="0070C0"/>
                </a:solidFill>
                <a:latin typeface="Consolas"/>
              </a:rPr>
              <a:t> public </a:t>
            </a:r>
            <a:r>
              <a:rPr lang="en-US" sz="1400" dirty="0">
                <a:solidFill>
                  <a:srgbClr val="C00000"/>
                </a:solidFill>
                <a:latin typeface="Consolas"/>
              </a:rPr>
              <a:t>int</a:t>
            </a:r>
            <a:r>
              <a:rPr lang="en-US" sz="1400" dirty="0">
                <a:latin typeface="Consolas"/>
              </a:rPr>
              <a:t> </a:t>
            </a:r>
            <a:r>
              <a:rPr lang="en-US" sz="1400" dirty="0" err="1">
                <a:latin typeface="Consolas"/>
              </a:rPr>
              <a:t>getEmpAge</a:t>
            </a:r>
            <a:r>
              <a:rPr lang="en-US" sz="1400" dirty="0">
                <a:latin typeface="Consolas"/>
              </a:rPr>
              <a:t>(){</a:t>
            </a:r>
            <a:endParaRPr lang="en-US" dirty="0">
              <a:latin typeface="Consolas"/>
            </a:endParaRPr>
          </a:p>
          <a:p>
            <a:pPr marL="0" indent="0">
              <a:buNone/>
            </a:pPr>
            <a:r>
              <a:rPr lang="en-US" sz="1400" dirty="0">
                <a:latin typeface="Consolas"/>
              </a:rPr>
              <a:t>        return </a:t>
            </a:r>
            <a:r>
              <a:rPr lang="en-US" sz="1400" dirty="0" err="1">
                <a:latin typeface="Consolas"/>
              </a:rPr>
              <a:t>empAge</a:t>
            </a:r>
            <a:r>
              <a:rPr lang="en-US" sz="1400" dirty="0">
                <a:latin typeface="Consolas"/>
              </a:rPr>
              <a:t>;</a:t>
            </a:r>
            <a:endParaRPr lang="en-US" dirty="0">
              <a:latin typeface="Consolas"/>
            </a:endParaRPr>
          </a:p>
          <a:p>
            <a:pPr marL="0" indent="0">
              <a:buNone/>
            </a:pPr>
            <a:r>
              <a:rPr lang="en-US" sz="1400" dirty="0">
                <a:latin typeface="Consolas" panose="020B0609020204030204" pitchFamily="49" charset="0"/>
              </a:rPr>
              <a:t>    }</a:t>
            </a:r>
            <a:endParaRPr lang="en-US" dirty="0"/>
          </a:p>
          <a:p>
            <a:pPr marL="0" indent="0">
              <a:buNone/>
            </a:pPr>
            <a:r>
              <a:rPr lang="en-US" sz="1400" dirty="0">
                <a:solidFill>
                  <a:srgbClr val="0070C0"/>
                </a:solidFill>
                <a:latin typeface="Consolas"/>
              </a:rPr>
              <a:t>    public </a:t>
            </a:r>
            <a:r>
              <a:rPr lang="en-US" sz="1400" dirty="0">
                <a:solidFill>
                  <a:srgbClr val="C00000"/>
                </a:solidFill>
                <a:latin typeface="Consolas"/>
              </a:rPr>
              <a:t>void</a:t>
            </a:r>
            <a:r>
              <a:rPr lang="en-US" sz="1400" dirty="0">
                <a:latin typeface="Consolas"/>
              </a:rPr>
              <a:t> </a:t>
            </a:r>
            <a:r>
              <a:rPr lang="en-US" sz="1400" dirty="0" err="1">
                <a:latin typeface="Consolas"/>
              </a:rPr>
              <a:t>setEmpAge</a:t>
            </a:r>
            <a:r>
              <a:rPr lang="en-US" sz="1400" dirty="0">
                <a:latin typeface="Consolas"/>
              </a:rPr>
              <a:t>(</a:t>
            </a:r>
            <a:r>
              <a:rPr lang="en-US" sz="1400" dirty="0">
                <a:solidFill>
                  <a:srgbClr val="C00000"/>
                </a:solidFill>
                <a:latin typeface="Consolas"/>
              </a:rPr>
              <a:t>int</a:t>
            </a:r>
            <a:r>
              <a:rPr lang="en-US" sz="1400" dirty="0">
                <a:latin typeface="Consolas"/>
              </a:rPr>
              <a:t> </a:t>
            </a:r>
            <a:r>
              <a:rPr lang="en-US" sz="1400" dirty="0" err="1">
                <a:latin typeface="Consolas"/>
              </a:rPr>
              <a:t>newValue</a:t>
            </a:r>
            <a:r>
              <a:rPr lang="en-US" sz="1400" dirty="0">
                <a:latin typeface="Consolas"/>
              </a:rPr>
              <a:t>){</a:t>
            </a:r>
            <a:endParaRPr lang="en-US" dirty="0">
              <a:latin typeface="Consolas"/>
            </a:endParaRPr>
          </a:p>
          <a:p>
            <a:pPr marL="0" indent="0">
              <a:buNone/>
            </a:pPr>
            <a:r>
              <a:rPr lang="en-US" sz="1400" dirty="0">
                <a:latin typeface="Consolas"/>
              </a:rPr>
              <a:t>        </a:t>
            </a:r>
            <a:r>
              <a:rPr lang="en-US" sz="1400" dirty="0" err="1">
                <a:latin typeface="Consolas"/>
              </a:rPr>
              <a:t>empAge</a:t>
            </a:r>
            <a:r>
              <a:rPr lang="en-US" sz="1400" dirty="0">
                <a:latin typeface="Consolas"/>
              </a:rPr>
              <a:t> = </a:t>
            </a:r>
            <a:r>
              <a:rPr lang="en-US" sz="1400" dirty="0" err="1">
                <a:latin typeface="Consolas"/>
              </a:rPr>
              <a:t>newValue</a:t>
            </a:r>
            <a:r>
              <a:rPr lang="en-US" sz="1400" dirty="0">
                <a:latin typeface="Consolas"/>
              </a:rPr>
              <a:t>;</a:t>
            </a:r>
            <a:endParaRPr lang="en-US" dirty="0">
              <a:latin typeface="Consolas"/>
            </a:endParaRPr>
          </a:p>
          <a:p>
            <a:pPr marL="0" indent="0">
              <a:buNone/>
            </a:pPr>
            <a:r>
              <a:rPr lang="en-US" sz="1400" dirty="0">
                <a:latin typeface="Consolas" panose="020B0609020204030204" pitchFamily="49" charset="0"/>
              </a:rPr>
              <a:t>    }</a:t>
            </a:r>
            <a:endParaRPr lang="en-US" dirty="0"/>
          </a:p>
          <a:p>
            <a:pPr marL="0" indent="0">
              <a:buNone/>
            </a:pPr>
            <a:r>
              <a:rPr lang="en-US" sz="1400" dirty="0">
                <a:latin typeface="Consolas"/>
              </a:rPr>
              <a:t>    </a:t>
            </a:r>
            <a:r>
              <a:rPr lang="en-US" sz="1400" dirty="0">
                <a:solidFill>
                  <a:srgbClr val="0070C0"/>
                </a:solidFill>
                <a:latin typeface="Consolas"/>
              </a:rPr>
              <a:t>public</a:t>
            </a:r>
            <a:r>
              <a:rPr lang="en-US" sz="1400" dirty="0">
                <a:latin typeface="Consolas"/>
              </a:rPr>
              <a:t> </a:t>
            </a:r>
            <a:r>
              <a:rPr lang="en-US" sz="1400" dirty="0">
                <a:solidFill>
                  <a:srgbClr val="C00000"/>
                </a:solidFill>
                <a:latin typeface="Consolas"/>
              </a:rPr>
              <a:t>void</a:t>
            </a:r>
            <a:r>
              <a:rPr lang="en-US" sz="1400" dirty="0">
                <a:latin typeface="Consolas"/>
              </a:rPr>
              <a:t> </a:t>
            </a:r>
            <a:r>
              <a:rPr lang="en-US" sz="1400" dirty="0" err="1">
                <a:latin typeface="Consolas"/>
              </a:rPr>
              <a:t>setEmpName</a:t>
            </a:r>
            <a:r>
              <a:rPr lang="en-US" sz="1400" dirty="0">
                <a:latin typeface="Consolas"/>
              </a:rPr>
              <a:t>(</a:t>
            </a:r>
            <a:r>
              <a:rPr lang="en-US" sz="1400" dirty="0">
                <a:solidFill>
                  <a:srgbClr val="C00000"/>
                </a:solidFill>
                <a:latin typeface="Consolas"/>
              </a:rPr>
              <a:t>String</a:t>
            </a:r>
            <a:r>
              <a:rPr lang="en-US" sz="1400" dirty="0">
                <a:latin typeface="Consolas"/>
              </a:rPr>
              <a:t> </a:t>
            </a:r>
            <a:r>
              <a:rPr lang="en-US" sz="1400" dirty="0" err="1">
                <a:latin typeface="Consolas"/>
              </a:rPr>
              <a:t>newValue</a:t>
            </a:r>
            <a:r>
              <a:rPr lang="en-US" sz="1400" dirty="0">
                <a:latin typeface="Consolas"/>
              </a:rPr>
              <a:t>){</a:t>
            </a:r>
            <a:endParaRPr lang="en-US" dirty="0">
              <a:latin typeface="Consolas"/>
            </a:endParaRPr>
          </a:p>
          <a:p>
            <a:pPr marL="0" indent="0">
              <a:buNone/>
            </a:pPr>
            <a:r>
              <a:rPr lang="en-US" sz="1400" dirty="0">
                <a:latin typeface="Consolas"/>
              </a:rPr>
              <a:t>        </a:t>
            </a:r>
            <a:r>
              <a:rPr lang="en-US" sz="1400" dirty="0" err="1">
                <a:latin typeface="Consolas"/>
              </a:rPr>
              <a:t>empName</a:t>
            </a:r>
            <a:r>
              <a:rPr lang="en-US" sz="1400" dirty="0">
                <a:latin typeface="Consolas"/>
              </a:rPr>
              <a:t> = </a:t>
            </a:r>
            <a:r>
              <a:rPr lang="en-US" sz="1400" dirty="0" err="1">
                <a:latin typeface="Consolas"/>
              </a:rPr>
              <a:t>newValue</a:t>
            </a:r>
            <a:r>
              <a:rPr lang="en-US" sz="1400" dirty="0">
                <a:latin typeface="Consolas"/>
              </a:rPr>
              <a:t>;</a:t>
            </a:r>
            <a:endParaRPr lang="en-US" dirty="0">
              <a:latin typeface="Consolas"/>
            </a:endParaRPr>
          </a:p>
          <a:p>
            <a:pPr marL="0" indent="0">
              <a:buNone/>
            </a:pPr>
            <a:r>
              <a:rPr lang="en-US" sz="1400" dirty="0">
                <a:latin typeface="Consolas" panose="020B0609020204030204" pitchFamily="49" charset="0"/>
              </a:rPr>
              <a:t>    }</a:t>
            </a:r>
            <a:endParaRPr lang="en-IN" sz="1400" dirty="0">
              <a:latin typeface="Consolas" panose="020B0609020204030204" pitchFamily="49" charset="0"/>
            </a:endParaRPr>
          </a:p>
        </p:txBody>
      </p:sp>
      <p:sp>
        <p:nvSpPr>
          <p:cNvPr id="7" name="Content Placeholder 2">
            <a:extLst>
              <a:ext uri="{FF2B5EF4-FFF2-40B4-BE49-F238E27FC236}">
                <a16:creationId xmlns:a16="http://schemas.microsoft.com/office/drawing/2014/main" id="{73F13962-B058-4276-A872-724A8FB63A44}"/>
              </a:ext>
            </a:extLst>
          </p:cNvPr>
          <p:cNvSpPr txBox="1">
            <a:spLocks/>
          </p:cNvSpPr>
          <p:nvPr/>
        </p:nvSpPr>
        <p:spPr>
          <a:xfrm>
            <a:off x="5098473" y="180536"/>
            <a:ext cx="6907276" cy="4723974"/>
          </a:xfrm>
          <a:prstGeom prst="rect">
            <a:avLst/>
          </a:prstGeom>
          <a:ln>
            <a:solidFill>
              <a:srgbClr val="FF8837"/>
            </a:solidFill>
          </a:ln>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rgbClr val="0070C0"/>
                </a:solidFill>
                <a:latin typeface="Consolas"/>
              </a:rPr>
              <a:t>public void </a:t>
            </a:r>
            <a:r>
              <a:rPr lang="en-US" sz="1400" dirty="0" err="1">
                <a:latin typeface="Consolas"/>
              </a:rPr>
              <a:t>setEmpAmrita</a:t>
            </a:r>
            <a:r>
              <a:rPr lang="en-US" sz="1400" dirty="0">
                <a:latin typeface="Consolas"/>
              </a:rPr>
              <a:t>(</a:t>
            </a:r>
            <a:r>
              <a:rPr lang="en-US" sz="1400" dirty="0">
                <a:solidFill>
                  <a:srgbClr val="C00000"/>
                </a:solidFill>
                <a:latin typeface="Consolas"/>
              </a:rPr>
              <a:t>int</a:t>
            </a:r>
            <a:r>
              <a:rPr lang="en-US" sz="1400" dirty="0">
                <a:latin typeface="Consolas"/>
              </a:rPr>
              <a:t> </a:t>
            </a:r>
            <a:r>
              <a:rPr lang="en-US" sz="1400" dirty="0" err="1">
                <a:latin typeface="Consolas"/>
              </a:rPr>
              <a:t>newValue</a:t>
            </a:r>
            <a:r>
              <a:rPr lang="en-US" sz="1400" dirty="0">
                <a:latin typeface="Consolas"/>
              </a:rPr>
              <a:t>){</a:t>
            </a:r>
          </a:p>
          <a:p>
            <a:pPr marL="0" indent="0">
              <a:buNone/>
            </a:pPr>
            <a:r>
              <a:rPr lang="en-US" sz="1400" dirty="0">
                <a:latin typeface="Consolas"/>
              </a:rPr>
              <a:t>        </a:t>
            </a:r>
            <a:r>
              <a:rPr lang="en-US" sz="1400" dirty="0" err="1">
                <a:latin typeface="Consolas"/>
              </a:rPr>
              <a:t>empAmrita</a:t>
            </a:r>
            <a:r>
              <a:rPr lang="en-US" sz="1400" dirty="0">
                <a:latin typeface="Consolas"/>
              </a:rPr>
              <a:t> = </a:t>
            </a:r>
            <a:r>
              <a:rPr lang="en-US" sz="1400" dirty="0" err="1">
                <a:latin typeface="Consolas"/>
              </a:rPr>
              <a:t>newValue</a:t>
            </a:r>
            <a:r>
              <a:rPr lang="en-US" sz="1400" dirty="0">
                <a:latin typeface="Consolas"/>
              </a:rPr>
              <a:t>;</a:t>
            </a:r>
          </a:p>
          <a:p>
            <a:pPr marL="0" indent="0">
              <a:buNone/>
            </a:pPr>
            <a:r>
              <a:rPr lang="en-US" sz="1400" dirty="0">
                <a:latin typeface="Consolas"/>
              </a:rPr>
              <a:t>    }</a:t>
            </a:r>
          </a:p>
          <a:p>
            <a:pPr marL="0" indent="0">
              <a:buNone/>
            </a:pPr>
            <a:r>
              <a:rPr lang="en-US" sz="1400" dirty="0">
                <a:latin typeface="Consolas"/>
              </a:rPr>
              <a:t>}</a:t>
            </a:r>
          </a:p>
          <a:p>
            <a:pPr marL="0" indent="0">
              <a:buNone/>
            </a:pPr>
            <a:r>
              <a:rPr lang="en-US" sz="1400" dirty="0">
                <a:solidFill>
                  <a:srgbClr val="0070C0"/>
                </a:solidFill>
                <a:latin typeface="Consolas"/>
              </a:rPr>
              <a:t>public class </a:t>
            </a:r>
            <a:r>
              <a:rPr lang="en-US" sz="1400" dirty="0" err="1">
                <a:latin typeface="Consolas"/>
              </a:rPr>
              <a:t>EncapsTest</a:t>
            </a:r>
            <a:r>
              <a:rPr lang="en-US" sz="1400" dirty="0">
                <a:latin typeface="Consolas"/>
              </a:rPr>
              <a:t>{</a:t>
            </a:r>
          </a:p>
          <a:p>
            <a:pPr marL="0" indent="0">
              <a:buNone/>
            </a:pPr>
            <a:r>
              <a:rPr lang="en-US" sz="1400" dirty="0">
                <a:latin typeface="Consolas"/>
              </a:rPr>
              <a:t>    </a:t>
            </a:r>
            <a:r>
              <a:rPr lang="en-US" sz="1400" dirty="0">
                <a:solidFill>
                  <a:srgbClr val="0070C0"/>
                </a:solidFill>
                <a:latin typeface="Consolas"/>
              </a:rPr>
              <a:t>public static void </a:t>
            </a:r>
            <a:r>
              <a:rPr lang="en-US" sz="1400" dirty="0">
                <a:latin typeface="Consolas"/>
              </a:rPr>
              <a:t>main(</a:t>
            </a:r>
            <a:r>
              <a:rPr lang="en-US" sz="1400" dirty="0">
                <a:solidFill>
                  <a:srgbClr val="C00000"/>
                </a:solidFill>
                <a:latin typeface="Consolas"/>
              </a:rPr>
              <a:t>String</a:t>
            </a:r>
            <a:r>
              <a:rPr lang="en-US" sz="1400" dirty="0">
                <a:latin typeface="Consolas"/>
              </a:rPr>
              <a:t> </a:t>
            </a:r>
            <a:r>
              <a:rPr lang="en-US" sz="1400" dirty="0" err="1">
                <a:latin typeface="Consolas"/>
              </a:rPr>
              <a:t>args</a:t>
            </a:r>
            <a:r>
              <a:rPr lang="en-US" sz="1400" dirty="0">
                <a:latin typeface="Consolas"/>
              </a:rPr>
              <a:t>[]){</a:t>
            </a:r>
          </a:p>
          <a:p>
            <a:pPr marL="0" indent="0">
              <a:buNone/>
            </a:pPr>
            <a:r>
              <a:rPr lang="en-US" sz="1400" dirty="0">
                <a:latin typeface="Consolas"/>
              </a:rPr>
              <a:t>         </a:t>
            </a:r>
            <a:r>
              <a:rPr lang="en-US" sz="1400" dirty="0" err="1">
                <a:latin typeface="Consolas"/>
              </a:rPr>
              <a:t>EncapsulationDemo</a:t>
            </a:r>
            <a:r>
              <a:rPr lang="en-US" sz="1400" dirty="0">
                <a:latin typeface="Consolas"/>
              </a:rPr>
              <a:t> obj = </a:t>
            </a:r>
            <a:r>
              <a:rPr lang="en-US" sz="1400" dirty="0">
                <a:solidFill>
                  <a:srgbClr val="0070C0"/>
                </a:solidFill>
                <a:latin typeface="Consolas"/>
              </a:rPr>
              <a:t>new</a:t>
            </a:r>
            <a:r>
              <a:rPr lang="en-US" sz="1400" dirty="0">
                <a:latin typeface="Consolas"/>
              </a:rPr>
              <a:t> </a:t>
            </a:r>
            <a:r>
              <a:rPr lang="en-US" sz="1400" dirty="0" err="1">
                <a:latin typeface="Consolas"/>
              </a:rPr>
              <a:t>EncapsulationDemo</a:t>
            </a:r>
            <a:r>
              <a:rPr lang="en-US" sz="1400" dirty="0">
                <a:latin typeface="Consolas"/>
              </a:rPr>
              <a:t>();</a:t>
            </a:r>
          </a:p>
          <a:p>
            <a:pPr marL="0" indent="0">
              <a:buNone/>
            </a:pPr>
            <a:r>
              <a:rPr lang="en-US" sz="1400" dirty="0">
                <a:latin typeface="Consolas"/>
              </a:rPr>
              <a:t>         </a:t>
            </a:r>
            <a:r>
              <a:rPr lang="en-US" sz="1400" dirty="0" err="1">
                <a:latin typeface="Consolas"/>
              </a:rPr>
              <a:t>obj.setEmpName</a:t>
            </a:r>
            <a:r>
              <a:rPr lang="en-US" sz="1400" dirty="0">
                <a:latin typeface="Consolas"/>
              </a:rPr>
              <a:t>("Mario");</a:t>
            </a:r>
          </a:p>
          <a:p>
            <a:pPr marL="0" indent="0">
              <a:buNone/>
            </a:pPr>
            <a:r>
              <a:rPr lang="en-US" sz="1400" dirty="0">
                <a:latin typeface="Consolas"/>
              </a:rPr>
              <a:t>         </a:t>
            </a:r>
            <a:r>
              <a:rPr lang="en-US" sz="1400" dirty="0" err="1">
                <a:latin typeface="Consolas"/>
              </a:rPr>
              <a:t>obj.setEmpAge</a:t>
            </a:r>
            <a:r>
              <a:rPr lang="en-US" sz="1400" dirty="0">
                <a:latin typeface="Consolas"/>
              </a:rPr>
              <a:t>(32);</a:t>
            </a:r>
          </a:p>
          <a:p>
            <a:pPr marL="0" indent="0">
              <a:buNone/>
            </a:pPr>
            <a:r>
              <a:rPr lang="en-US" sz="1400" dirty="0">
                <a:latin typeface="Consolas"/>
              </a:rPr>
              <a:t>         </a:t>
            </a:r>
            <a:r>
              <a:rPr lang="en-US" sz="1400" dirty="0" err="1">
                <a:latin typeface="Consolas"/>
              </a:rPr>
              <a:t>obj.setEmpAmrita</a:t>
            </a:r>
            <a:r>
              <a:rPr lang="en-US" sz="1400" dirty="0">
                <a:latin typeface="Consolas"/>
              </a:rPr>
              <a:t>(112233);</a:t>
            </a:r>
          </a:p>
          <a:p>
            <a:pPr marL="0" indent="0">
              <a:buNone/>
            </a:pPr>
            <a:r>
              <a:rPr lang="en-US" sz="1400" dirty="0">
                <a:latin typeface="Consolas"/>
              </a:rPr>
              <a:t>         </a:t>
            </a:r>
            <a:r>
              <a:rPr lang="en-US" sz="1400" dirty="0" err="1">
                <a:solidFill>
                  <a:srgbClr val="C00000"/>
                </a:solidFill>
                <a:latin typeface="Consolas"/>
              </a:rPr>
              <a:t>System.out.println</a:t>
            </a:r>
            <a:r>
              <a:rPr lang="en-US" sz="1400" dirty="0">
                <a:latin typeface="Consolas"/>
              </a:rPr>
              <a:t>("Employee Name: " + </a:t>
            </a:r>
            <a:r>
              <a:rPr lang="en-US" sz="1400" dirty="0" err="1">
                <a:latin typeface="Consolas"/>
              </a:rPr>
              <a:t>obj.getEmpName</a:t>
            </a:r>
            <a:r>
              <a:rPr lang="en-US" sz="1400" dirty="0">
                <a:latin typeface="Consolas"/>
              </a:rPr>
              <a:t>());</a:t>
            </a:r>
          </a:p>
          <a:p>
            <a:pPr marL="0" indent="0">
              <a:buNone/>
            </a:pPr>
            <a:r>
              <a:rPr lang="en-US" sz="1400" dirty="0">
                <a:latin typeface="Consolas"/>
              </a:rPr>
              <a:t>         </a:t>
            </a:r>
            <a:r>
              <a:rPr lang="en-US" sz="1400" dirty="0" err="1">
                <a:solidFill>
                  <a:srgbClr val="C00000"/>
                </a:solidFill>
                <a:latin typeface="Consolas"/>
              </a:rPr>
              <a:t>System.out.println</a:t>
            </a:r>
            <a:r>
              <a:rPr lang="en-US" sz="1400" dirty="0">
                <a:latin typeface="Consolas"/>
              </a:rPr>
              <a:t>("Employee Amrita: " + </a:t>
            </a:r>
            <a:r>
              <a:rPr lang="en-US" sz="1400" dirty="0" err="1">
                <a:latin typeface="Consolas"/>
              </a:rPr>
              <a:t>obj.getEmpAmrita</a:t>
            </a:r>
            <a:r>
              <a:rPr lang="en-US" sz="1400" dirty="0">
                <a:latin typeface="Consolas"/>
              </a:rPr>
              <a:t>());</a:t>
            </a:r>
          </a:p>
          <a:p>
            <a:pPr marL="0" indent="0">
              <a:buNone/>
            </a:pPr>
            <a:r>
              <a:rPr lang="en-US" sz="1400" dirty="0">
                <a:latin typeface="Consolas"/>
              </a:rPr>
              <a:t>         </a:t>
            </a:r>
            <a:r>
              <a:rPr lang="en-US" sz="1400" dirty="0" err="1">
                <a:solidFill>
                  <a:srgbClr val="C00000"/>
                </a:solidFill>
                <a:latin typeface="Consolas"/>
              </a:rPr>
              <a:t>System.out.println</a:t>
            </a:r>
            <a:r>
              <a:rPr lang="en-US" sz="1400" dirty="0">
                <a:latin typeface="Consolas"/>
              </a:rPr>
              <a:t>("Employee Age: " + </a:t>
            </a:r>
            <a:r>
              <a:rPr lang="en-US" sz="1400" dirty="0" err="1">
                <a:latin typeface="Consolas"/>
              </a:rPr>
              <a:t>obj.getEmpAge</a:t>
            </a:r>
            <a:r>
              <a:rPr lang="en-US" sz="1400" dirty="0">
                <a:latin typeface="Consolas"/>
              </a:rPr>
              <a:t>());</a:t>
            </a:r>
          </a:p>
          <a:p>
            <a:pPr marL="0" indent="0">
              <a:buNone/>
            </a:pPr>
            <a:r>
              <a:rPr lang="en-US" sz="1400" dirty="0">
                <a:latin typeface="Consolas"/>
              </a:rPr>
              <a:t>    } </a:t>
            </a:r>
            <a:endParaRPr lang="en-US" sz="1400" dirty="0">
              <a:latin typeface="Consolas" panose="020B0609020204030204" pitchFamily="49" charset="0"/>
            </a:endParaRPr>
          </a:p>
          <a:p>
            <a:pPr marL="0" indent="0">
              <a:buNone/>
            </a:pPr>
            <a:r>
              <a:rPr lang="en-US" sz="1400" dirty="0">
                <a:latin typeface="Consolas"/>
              </a:rPr>
              <a:t>}</a:t>
            </a:r>
            <a:endParaRPr lang="en-IN" sz="1400" dirty="0">
              <a:latin typeface="Consolas"/>
            </a:endParaRPr>
          </a:p>
        </p:txBody>
      </p:sp>
      <p:sp>
        <p:nvSpPr>
          <p:cNvPr id="9" name="Rectangle 8">
            <a:extLst>
              <a:ext uri="{FF2B5EF4-FFF2-40B4-BE49-F238E27FC236}">
                <a16:creationId xmlns:a16="http://schemas.microsoft.com/office/drawing/2014/main" id="{1F41153E-FD82-46B6-B7B7-0879136DBE91}"/>
              </a:ext>
            </a:extLst>
          </p:cNvPr>
          <p:cNvSpPr/>
          <p:nvPr/>
        </p:nvSpPr>
        <p:spPr>
          <a:xfrm>
            <a:off x="786411" y="525978"/>
            <a:ext cx="886691" cy="9144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500491C4-D949-48EE-9C3C-294E3BDF6AE3}"/>
              </a:ext>
            </a:extLst>
          </p:cNvPr>
          <p:cNvSpPr/>
          <p:nvPr/>
        </p:nvSpPr>
        <p:spPr>
          <a:xfrm>
            <a:off x="2022764" y="1745673"/>
            <a:ext cx="1122218" cy="290945"/>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5FA5D0B9-1940-45FC-B563-148417DC75D9}"/>
              </a:ext>
            </a:extLst>
          </p:cNvPr>
          <p:cNvSpPr/>
          <p:nvPr/>
        </p:nvSpPr>
        <p:spPr>
          <a:xfrm>
            <a:off x="2299855" y="2768929"/>
            <a:ext cx="1233054" cy="290945"/>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00CF396B-0436-47D1-B77C-3B6FC8698963}"/>
              </a:ext>
            </a:extLst>
          </p:cNvPr>
          <p:cNvSpPr/>
          <p:nvPr/>
        </p:nvSpPr>
        <p:spPr>
          <a:xfrm>
            <a:off x="2029159" y="3957391"/>
            <a:ext cx="1233054" cy="290945"/>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0DDA80A0-59DF-4812-B54C-9C3537DC9523}"/>
              </a:ext>
            </a:extLst>
          </p:cNvPr>
          <p:cNvSpPr/>
          <p:nvPr/>
        </p:nvSpPr>
        <p:spPr>
          <a:xfrm>
            <a:off x="2095104" y="4627203"/>
            <a:ext cx="2324495" cy="290945"/>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2A2A9363-FA99-4958-8C1D-D0B78262F0ED}"/>
              </a:ext>
            </a:extLst>
          </p:cNvPr>
          <p:cNvSpPr/>
          <p:nvPr/>
        </p:nvSpPr>
        <p:spPr>
          <a:xfrm>
            <a:off x="2095103" y="5677957"/>
            <a:ext cx="2657005" cy="290945"/>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BDA85A43-2837-4CBB-A65A-8D3077ACF6BE}"/>
              </a:ext>
            </a:extLst>
          </p:cNvPr>
          <p:cNvSpPr/>
          <p:nvPr/>
        </p:nvSpPr>
        <p:spPr>
          <a:xfrm>
            <a:off x="6348448" y="180536"/>
            <a:ext cx="2324495" cy="290945"/>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C1C6D07B-F562-4585-A771-D91B3BB0548E}"/>
              </a:ext>
            </a:extLst>
          </p:cNvPr>
          <p:cNvSpPr/>
          <p:nvPr/>
        </p:nvSpPr>
        <p:spPr>
          <a:xfrm>
            <a:off x="5708072" y="5068956"/>
            <a:ext cx="4128655" cy="131575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a:t>Employee Name: Mario</a:t>
            </a:r>
          </a:p>
          <a:p>
            <a:r>
              <a:rPr lang="en-US" dirty="0"/>
              <a:t>Employee Amrita: 112233</a:t>
            </a:r>
          </a:p>
          <a:p>
            <a:r>
              <a:rPr lang="en-US" dirty="0"/>
              <a:t>Employee Age: 32</a:t>
            </a:r>
            <a:endParaRPr lang="en-IN" dirty="0"/>
          </a:p>
        </p:txBody>
      </p:sp>
    </p:spTree>
    <p:extLst>
      <p:ext uri="{BB962C8B-B14F-4D97-AF65-F5344CB8AC3E}">
        <p14:creationId xmlns:p14="http://schemas.microsoft.com/office/powerpoint/2010/main" val="4139711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500"/>
                                  </p:iterate>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wd">
                                    <p:tmAbs val="500"/>
                                  </p:iterate>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wd">
                                    <p:tmAbs val="500"/>
                                  </p:iterate>
                                  <p:childTnLst>
                                    <p:set>
                                      <p:cBhvr>
                                        <p:cTn id="3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wd">
                                    <p:tmAbs val="500"/>
                                  </p:iterate>
                                  <p:childTnLst>
                                    <p:set>
                                      <p:cBhvr>
                                        <p:cTn id="3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wd">
                                    <p:tmAbs val="500"/>
                                  </p:iterate>
                                  <p:childTnLst>
                                    <p:set>
                                      <p:cBhvr>
                                        <p:cTn id="4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wd">
                                    <p:tmAbs val="500"/>
                                  </p:iterate>
                                  <p:childTnLst>
                                    <p:set>
                                      <p:cBhvr>
                                        <p:cTn id="4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type="wd">
                                    <p:tmAbs val="500"/>
                                  </p:iterate>
                                  <p:childTnLst>
                                    <p:set>
                                      <p:cBhvr>
                                        <p:cTn id="5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type="wd">
                                    <p:tmAbs val="500"/>
                                  </p:iterate>
                                  <p:childTnLst>
                                    <p:set>
                                      <p:cBhvr>
                                        <p:cTn id="54"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type="wd">
                                    <p:tmAbs val="500"/>
                                  </p:iterate>
                                  <p:childTnLst>
                                    <p:set>
                                      <p:cBhvr>
                                        <p:cTn id="58"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iterate type="wd">
                                    <p:tmAbs val="500"/>
                                  </p:iterate>
                                  <p:childTnLst>
                                    <p:set>
                                      <p:cBhvr>
                                        <p:cTn id="62"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iterate type="wd">
                                    <p:tmAbs val="500"/>
                                  </p:iterate>
                                  <p:childTnLst>
                                    <p:set>
                                      <p:cBhvr>
                                        <p:cTn id="66"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iterate type="wd">
                                    <p:tmAbs val="500"/>
                                  </p:iterate>
                                  <p:childTnLst>
                                    <p:set>
                                      <p:cBhvr>
                                        <p:cTn id="70"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iterate type="wd">
                                    <p:tmAbs val="500"/>
                                  </p:iterate>
                                  <p:childTnLst>
                                    <p:set>
                                      <p:cBhvr>
                                        <p:cTn id="74"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iterate type="wd">
                                    <p:tmAbs val="500"/>
                                  </p:iterate>
                                  <p:childTnLst>
                                    <p:set>
                                      <p:cBhvr>
                                        <p:cTn id="78"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iterate type="wd">
                                    <p:tmAbs val="500"/>
                                  </p:iterate>
                                  <p:childTnLst>
                                    <p:set>
                                      <p:cBhvr>
                                        <p:cTn id="82"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iterate type="wd">
                                    <p:tmAbs val="500"/>
                                  </p:iterate>
                                  <p:childTnLst>
                                    <p:set>
                                      <p:cBhvr>
                                        <p:cTn id="86" dur="1" fill="hold">
                                          <p:stCondLst>
                                            <p:cond delay="0"/>
                                          </p:stCondLst>
                                        </p:cTn>
                                        <p:tgtEl>
                                          <p:spTgt spid="5">
                                            <p:txEl>
                                              <p:pRg st="19" end="19"/>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iterate type="wd">
                                    <p:tmAbs val="500"/>
                                  </p:iterate>
                                  <p:childTnLst>
                                    <p:set>
                                      <p:cBhvr>
                                        <p:cTn id="90" dur="1" fill="hold">
                                          <p:stCondLst>
                                            <p:cond delay="0"/>
                                          </p:stCondLst>
                                        </p:cTn>
                                        <p:tgtEl>
                                          <p:spTgt spid="7">
                                            <p:bg/>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iterate type="wd">
                                    <p:tmAbs val="500"/>
                                  </p:iterate>
                                  <p:childTnLst>
                                    <p:set>
                                      <p:cBhvr>
                                        <p:cTn id="9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iterate type="wd">
                                    <p:tmAbs val="500"/>
                                  </p:iterate>
                                  <p:childTnLst>
                                    <p:set>
                                      <p:cBhvr>
                                        <p:cTn id="9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iterate type="wd">
                                    <p:tmAbs val="500"/>
                                  </p:iterate>
                                  <p:childTnLst>
                                    <p:set>
                                      <p:cBhvr>
                                        <p:cTn id="10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iterate type="wd">
                                    <p:tmAbs val="500"/>
                                  </p:iterate>
                                  <p:childTnLst>
                                    <p:set>
                                      <p:cBhvr>
                                        <p:cTn id="10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iterate type="wd">
                                    <p:tmAbs val="500"/>
                                  </p:iterate>
                                  <p:childTnLst>
                                    <p:set>
                                      <p:cBhvr>
                                        <p:cTn id="1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iterate type="wd">
                                    <p:tmAbs val="500"/>
                                  </p:iterate>
                                  <p:childTnLst>
                                    <p:set>
                                      <p:cBhvr>
                                        <p:cTn id="11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iterate type="wd">
                                    <p:tmAbs val="500"/>
                                  </p:iterate>
                                  <p:childTnLst>
                                    <p:set>
                                      <p:cBhvr>
                                        <p:cTn id="1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iterate type="wd">
                                    <p:tmAbs val="500"/>
                                  </p:iterate>
                                  <p:childTnLst>
                                    <p:set>
                                      <p:cBhvr>
                                        <p:cTn id="12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iterate type="wd">
                                    <p:tmAbs val="500"/>
                                  </p:iterate>
                                  <p:childTnLst>
                                    <p:set>
                                      <p:cBhvr>
                                        <p:cTn id="12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iterate type="wd">
                                    <p:tmAbs val="500"/>
                                  </p:iterate>
                                  <p:childTnLst>
                                    <p:set>
                                      <p:cBhvr>
                                        <p:cTn id="130"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iterate type="wd">
                                    <p:tmAbs val="500"/>
                                  </p:iterate>
                                  <p:childTnLst>
                                    <p:set>
                                      <p:cBhvr>
                                        <p:cTn id="134"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iterate type="wd">
                                    <p:tmAbs val="500"/>
                                  </p:iterate>
                                  <p:childTnLst>
                                    <p:set>
                                      <p:cBhvr>
                                        <p:cTn id="138"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iterate type="wd">
                                    <p:tmAbs val="500"/>
                                  </p:iterate>
                                  <p:childTnLst>
                                    <p:set>
                                      <p:cBhvr>
                                        <p:cTn id="142"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iterate type="wd">
                                    <p:tmAbs val="500"/>
                                  </p:iterate>
                                  <p:childTnLst>
                                    <p:set>
                                      <p:cBhvr>
                                        <p:cTn id="146"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iterate type="wd">
                                    <p:tmAbs val="500"/>
                                  </p:iterate>
                                  <p:childTnLst>
                                    <p:set>
                                      <p:cBhvr>
                                        <p:cTn id="150" dur="1" fill="hold">
                                          <p:stCondLst>
                                            <p:cond delay="0"/>
                                          </p:stCondLst>
                                        </p:cTn>
                                        <p:tgtEl>
                                          <p:spTgt spid="7">
                                            <p:txEl>
                                              <p:pRg st="14" end="14"/>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6" presetClass="entr" presetSubtype="16" fill="hold" grpId="0" nodeType="clickEffect">
                                  <p:stCondLst>
                                    <p:cond delay="0"/>
                                  </p:stCondLst>
                                  <p:childTnLst>
                                    <p:set>
                                      <p:cBhvr>
                                        <p:cTn id="154" dur="1" fill="hold">
                                          <p:stCondLst>
                                            <p:cond delay="0"/>
                                          </p:stCondLst>
                                        </p:cTn>
                                        <p:tgtEl>
                                          <p:spTgt spid="9"/>
                                        </p:tgtEl>
                                        <p:attrNameLst>
                                          <p:attrName>style.visibility</p:attrName>
                                        </p:attrNameLst>
                                      </p:cBhvr>
                                      <p:to>
                                        <p:strVal val="visible"/>
                                      </p:to>
                                    </p:set>
                                    <p:animEffect transition="in" filter="circle(in)">
                                      <p:cBhvr>
                                        <p:cTn id="155" dur="2000"/>
                                        <p:tgtEl>
                                          <p:spTgt spid="9"/>
                                        </p:tgtEl>
                                      </p:cBhvr>
                                    </p:animEffect>
                                  </p:childTnLst>
                                </p:cTn>
                              </p:par>
                            </p:childTnLst>
                          </p:cTn>
                        </p:par>
                      </p:childTnLst>
                    </p:cTn>
                  </p:par>
                  <p:par>
                    <p:cTn id="156" fill="hold">
                      <p:stCondLst>
                        <p:cond delay="indefinite"/>
                      </p:stCondLst>
                      <p:childTnLst>
                        <p:par>
                          <p:cTn id="157" fill="hold">
                            <p:stCondLst>
                              <p:cond delay="0"/>
                            </p:stCondLst>
                            <p:childTnLst>
                              <p:par>
                                <p:cTn id="158" presetID="6" presetClass="entr" presetSubtype="16" fill="hold" grpId="0" nodeType="clickEffect">
                                  <p:stCondLst>
                                    <p:cond delay="0"/>
                                  </p:stCondLst>
                                  <p:childTnLst>
                                    <p:set>
                                      <p:cBhvr>
                                        <p:cTn id="159" dur="1" fill="hold">
                                          <p:stCondLst>
                                            <p:cond delay="0"/>
                                          </p:stCondLst>
                                        </p:cTn>
                                        <p:tgtEl>
                                          <p:spTgt spid="10"/>
                                        </p:tgtEl>
                                        <p:attrNameLst>
                                          <p:attrName>style.visibility</p:attrName>
                                        </p:attrNameLst>
                                      </p:cBhvr>
                                      <p:to>
                                        <p:strVal val="visible"/>
                                      </p:to>
                                    </p:set>
                                    <p:animEffect transition="in" filter="circle(in)">
                                      <p:cBhvr>
                                        <p:cTn id="160" dur="2000"/>
                                        <p:tgtEl>
                                          <p:spTgt spid="10"/>
                                        </p:tgtEl>
                                      </p:cBhvr>
                                    </p:animEffect>
                                  </p:childTnLst>
                                </p:cTn>
                              </p:par>
                              <p:par>
                                <p:cTn id="161" presetID="6" presetClass="entr" presetSubtype="16" fill="hold" grpId="0" nodeType="withEffect">
                                  <p:stCondLst>
                                    <p:cond delay="0"/>
                                  </p:stCondLst>
                                  <p:childTnLst>
                                    <p:set>
                                      <p:cBhvr>
                                        <p:cTn id="162" dur="1" fill="hold">
                                          <p:stCondLst>
                                            <p:cond delay="0"/>
                                          </p:stCondLst>
                                        </p:cTn>
                                        <p:tgtEl>
                                          <p:spTgt spid="12"/>
                                        </p:tgtEl>
                                        <p:attrNameLst>
                                          <p:attrName>style.visibility</p:attrName>
                                        </p:attrNameLst>
                                      </p:cBhvr>
                                      <p:to>
                                        <p:strVal val="visible"/>
                                      </p:to>
                                    </p:set>
                                    <p:animEffect transition="in" filter="circle(in)">
                                      <p:cBhvr>
                                        <p:cTn id="163" dur="2000"/>
                                        <p:tgtEl>
                                          <p:spTgt spid="12"/>
                                        </p:tgtEl>
                                      </p:cBhvr>
                                    </p:animEffect>
                                  </p:childTnLst>
                                </p:cTn>
                              </p:par>
                              <p:par>
                                <p:cTn id="164" presetID="6" presetClass="entr" presetSubtype="16" fill="hold" grpId="0" nodeType="withEffect">
                                  <p:stCondLst>
                                    <p:cond delay="0"/>
                                  </p:stCondLst>
                                  <p:childTnLst>
                                    <p:set>
                                      <p:cBhvr>
                                        <p:cTn id="165" dur="1" fill="hold">
                                          <p:stCondLst>
                                            <p:cond delay="0"/>
                                          </p:stCondLst>
                                        </p:cTn>
                                        <p:tgtEl>
                                          <p:spTgt spid="14"/>
                                        </p:tgtEl>
                                        <p:attrNameLst>
                                          <p:attrName>style.visibility</p:attrName>
                                        </p:attrNameLst>
                                      </p:cBhvr>
                                      <p:to>
                                        <p:strVal val="visible"/>
                                      </p:to>
                                    </p:set>
                                    <p:animEffect transition="in" filter="circle(in)">
                                      <p:cBhvr>
                                        <p:cTn id="166" dur="2000"/>
                                        <p:tgtEl>
                                          <p:spTgt spid="14"/>
                                        </p:tgtEl>
                                      </p:cBhvr>
                                    </p:animEffect>
                                  </p:childTnLst>
                                </p:cTn>
                              </p:par>
                              <p:par>
                                <p:cTn id="167" presetID="6" presetClass="entr" presetSubtype="16" fill="hold" grpId="0" nodeType="withEffect">
                                  <p:stCondLst>
                                    <p:cond delay="0"/>
                                  </p:stCondLst>
                                  <p:childTnLst>
                                    <p:set>
                                      <p:cBhvr>
                                        <p:cTn id="168" dur="1" fill="hold">
                                          <p:stCondLst>
                                            <p:cond delay="0"/>
                                          </p:stCondLst>
                                        </p:cTn>
                                        <p:tgtEl>
                                          <p:spTgt spid="16"/>
                                        </p:tgtEl>
                                        <p:attrNameLst>
                                          <p:attrName>style.visibility</p:attrName>
                                        </p:attrNameLst>
                                      </p:cBhvr>
                                      <p:to>
                                        <p:strVal val="visible"/>
                                      </p:to>
                                    </p:set>
                                    <p:animEffect transition="in" filter="circle(in)">
                                      <p:cBhvr>
                                        <p:cTn id="169" dur="2000"/>
                                        <p:tgtEl>
                                          <p:spTgt spid="16"/>
                                        </p:tgtEl>
                                      </p:cBhvr>
                                    </p:animEffect>
                                  </p:childTnLst>
                                </p:cTn>
                              </p:par>
                              <p:par>
                                <p:cTn id="170" presetID="6" presetClass="entr" presetSubtype="16" fill="hold" grpId="0" nodeType="withEffect">
                                  <p:stCondLst>
                                    <p:cond delay="0"/>
                                  </p:stCondLst>
                                  <p:childTnLst>
                                    <p:set>
                                      <p:cBhvr>
                                        <p:cTn id="171" dur="1" fill="hold">
                                          <p:stCondLst>
                                            <p:cond delay="0"/>
                                          </p:stCondLst>
                                        </p:cTn>
                                        <p:tgtEl>
                                          <p:spTgt spid="18"/>
                                        </p:tgtEl>
                                        <p:attrNameLst>
                                          <p:attrName>style.visibility</p:attrName>
                                        </p:attrNameLst>
                                      </p:cBhvr>
                                      <p:to>
                                        <p:strVal val="visible"/>
                                      </p:to>
                                    </p:set>
                                    <p:animEffect transition="in" filter="circle(in)">
                                      <p:cBhvr>
                                        <p:cTn id="172" dur="2000"/>
                                        <p:tgtEl>
                                          <p:spTgt spid="18"/>
                                        </p:tgtEl>
                                      </p:cBhvr>
                                    </p:animEffect>
                                  </p:childTnLst>
                                </p:cTn>
                              </p:par>
                              <p:par>
                                <p:cTn id="173" presetID="6" presetClass="entr" presetSubtype="16" fill="hold" grpId="0" nodeType="withEffect">
                                  <p:stCondLst>
                                    <p:cond delay="0"/>
                                  </p:stCondLst>
                                  <p:childTnLst>
                                    <p:set>
                                      <p:cBhvr>
                                        <p:cTn id="174" dur="1" fill="hold">
                                          <p:stCondLst>
                                            <p:cond delay="0"/>
                                          </p:stCondLst>
                                        </p:cTn>
                                        <p:tgtEl>
                                          <p:spTgt spid="20"/>
                                        </p:tgtEl>
                                        <p:attrNameLst>
                                          <p:attrName>style.visibility</p:attrName>
                                        </p:attrNameLst>
                                      </p:cBhvr>
                                      <p:to>
                                        <p:strVal val="visible"/>
                                      </p:to>
                                    </p:set>
                                    <p:animEffect transition="in" filter="circle(in)">
                                      <p:cBhvr>
                                        <p:cTn id="175" dur="2000"/>
                                        <p:tgtEl>
                                          <p:spTgt spid="20"/>
                                        </p:tgtEl>
                                      </p:cBhvr>
                                    </p:animEffect>
                                  </p:childTnLst>
                                </p:cTn>
                              </p:par>
                            </p:childTnLst>
                          </p:cTn>
                        </p:par>
                      </p:childTnLst>
                    </p:cTn>
                  </p:par>
                  <p:par>
                    <p:cTn id="176" fill="hold">
                      <p:stCondLst>
                        <p:cond delay="indefinite"/>
                      </p:stCondLst>
                      <p:childTnLst>
                        <p:par>
                          <p:cTn id="177" fill="hold">
                            <p:stCondLst>
                              <p:cond delay="0"/>
                            </p:stCondLst>
                            <p:childTnLst>
                              <p:par>
                                <p:cTn id="178" presetID="6" presetClass="entr" presetSubtype="16" fill="hold" grpId="0" nodeType="clickEffect">
                                  <p:stCondLst>
                                    <p:cond delay="0"/>
                                  </p:stCondLst>
                                  <p:childTnLst>
                                    <p:set>
                                      <p:cBhvr>
                                        <p:cTn id="179" dur="1" fill="hold">
                                          <p:stCondLst>
                                            <p:cond delay="0"/>
                                          </p:stCondLst>
                                        </p:cTn>
                                        <p:tgtEl>
                                          <p:spTgt spid="21"/>
                                        </p:tgtEl>
                                        <p:attrNameLst>
                                          <p:attrName>style.visibility</p:attrName>
                                        </p:attrNameLst>
                                      </p:cBhvr>
                                      <p:to>
                                        <p:strVal val="visible"/>
                                      </p:to>
                                    </p:set>
                                    <p:animEffect transition="in" filter="circle(in)">
                                      <p:cBhvr>
                                        <p:cTn id="180"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7" grpId="0" build="p" animBg="1"/>
      <p:bldP spid="9" grpId="0" animBg="1"/>
      <p:bldP spid="10" grpId="0" animBg="1"/>
      <p:bldP spid="12" grpId="0" animBg="1"/>
      <p:bldP spid="14" grpId="0" animBg="1"/>
      <p:bldP spid="16" grpId="0" animBg="1"/>
      <p:bldP spid="18" grpId="0" animBg="1"/>
      <p:bldP spid="20"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28550896-4517-E522-4C50-7BCFEEB324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4613" y="471949"/>
            <a:ext cx="8542773" cy="5695182"/>
          </a:xfrm>
        </p:spPr>
      </p:pic>
      <p:sp>
        <p:nvSpPr>
          <p:cNvPr id="4" name="Slide Number Placeholder 3">
            <a:extLst>
              <a:ext uri="{FF2B5EF4-FFF2-40B4-BE49-F238E27FC236}">
                <a16:creationId xmlns:a16="http://schemas.microsoft.com/office/drawing/2014/main" id="{30D0FF31-0063-8F77-5600-2C94F6EC4076}"/>
              </a:ext>
            </a:extLst>
          </p:cNvPr>
          <p:cNvSpPr>
            <a:spLocks noGrp="1"/>
          </p:cNvSpPr>
          <p:nvPr>
            <p:ph type="sldNum" sz="quarter" idx="12"/>
          </p:nvPr>
        </p:nvSpPr>
        <p:spPr/>
        <p:txBody>
          <a:bodyPr/>
          <a:lstStyle/>
          <a:p>
            <a:fld id="{4DAC0951-10B0-4509-9BA5-FD8683A6F967}" type="slidenum">
              <a:rPr lang="en-IN" smtClean="0"/>
              <a:pPr/>
              <a:t>8</a:t>
            </a:fld>
            <a:endParaRPr lang="en-IN"/>
          </a:p>
        </p:txBody>
      </p:sp>
    </p:spTree>
    <p:extLst>
      <p:ext uri="{BB962C8B-B14F-4D97-AF65-F5344CB8AC3E}">
        <p14:creationId xmlns:p14="http://schemas.microsoft.com/office/powerpoint/2010/main" val="4013807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FF047-B058-4E96-86CA-BEAFB50A9CD5}"/>
              </a:ext>
            </a:extLst>
          </p:cNvPr>
          <p:cNvSpPr>
            <a:spLocks noGrp="1"/>
          </p:cNvSpPr>
          <p:nvPr>
            <p:ph type="title"/>
          </p:nvPr>
        </p:nvSpPr>
        <p:spPr>
          <a:xfrm>
            <a:off x="838199" y="18255"/>
            <a:ext cx="10515600" cy="1325563"/>
          </a:xfrm>
        </p:spPr>
        <p:txBody>
          <a:bodyPr/>
          <a:lstStyle/>
          <a:p>
            <a:r>
              <a:rPr lang="en-IN" b="1">
                <a:solidFill>
                  <a:srgbClr val="C00000"/>
                </a:solidFill>
                <a:latin typeface="Arial Rounded MT Bold" panose="020F0704030504030204" pitchFamily="34" charset="0"/>
              </a:rPr>
              <a:t>Advantages of Encapsulation</a:t>
            </a:r>
          </a:p>
        </p:txBody>
      </p:sp>
      <p:sp>
        <p:nvSpPr>
          <p:cNvPr id="3" name="Content Placeholder 2">
            <a:extLst>
              <a:ext uri="{FF2B5EF4-FFF2-40B4-BE49-F238E27FC236}">
                <a16:creationId xmlns:a16="http://schemas.microsoft.com/office/drawing/2014/main" id="{079D5C08-0FCA-4494-A1F8-5238FFC1B36C}"/>
              </a:ext>
            </a:extLst>
          </p:cNvPr>
          <p:cNvSpPr>
            <a:spLocks noGrp="1"/>
          </p:cNvSpPr>
          <p:nvPr>
            <p:ph idx="1"/>
          </p:nvPr>
        </p:nvSpPr>
        <p:spPr>
          <a:xfrm>
            <a:off x="601325" y="1224491"/>
            <a:ext cx="11305310" cy="4835525"/>
          </a:xfrm>
        </p:spPr>
        <p:txBody>
          <a:bodyPr>
            <a:normAutofit/>
          </a:bodyPr>
          <a:lstStyle/>
          <a:p>
            <a:pPr marL="514350" indent="-514350" algn="just">
              <a:buFont typeface="+mj-lt"/>
              <a:buAutoNum type="arabicPeriod"/>
            </a:pPr>
            <a:r>
              <a:rPr lang="en-US" b="0" i="0">
                <a:solidFill>
                  <a:srgbClr val="00B0F0"/>
                </a:solidFill>
                <a:effectLst/>
                <a:latin typeface="Gill Sans MT" panose="020B0502020104020203" pitchFamily="34" charset="0"/>
              </a:rPr>
              <a:t>It improves maintainability and flexibility and re-usability</a:t>
            </a:r>
          </a:p>
          <a:p>
            <a:pPr marL="514350" indent="-514350" algn="just">
              <a:buFont typeface="+mj-lt"/>
              <a:buAutoNum type="arabicPeriod"/>
            </a:pPr>
            <a:r>
              <a:rPr lang="en-US" b="0" i="0">
                <a:solidFill>
                  <a:srgbClr val="00B050"/>
                </a:solidFill>
                <a:effectLst/>
                <a:latin typeface="Gill Sans MT" panose="020B0502020104020203" pitchFamily="34" charset="0"/>
              </a:rPr>
              <a:t>The fields can be made read-only.</a:t>
            </a:r>
          </a:p>
          <a:p>
            <a:pPr marL="914400" lvl="2" indent="0" algn="just">
              <a:buNone/>
            </a:pPr>
            <a:r>
              <a:rPr lang="en-US" err="1">
                <a:solidFill>
                  <a:srgbClr val="222426"/>
                </a:solidFill>
                <a:latin typeface="Gill Sans MT" panose="020B0502020104020203" pitchFamily="34" charset="0"/>
              </a:rPr>
              <a:t>Eg</a:t>
            </a:r>
            <a:r>
              <a:rPr lang="en-US">
                <a:solidFill>
                  <a:srgbClr val="222426"/>
                </a:solidFill>
                <a:latin typeface="Gill Sans MT" panose="020B0502020104020203" pitchFamily="34" charset="0"/>
              </a:rPr>
              <a:t>: </a:t>
            </a:r>
            <a:r>
              <a:rPr lang="en-US" b="0" i="0">
                <a:solidFill>
                  <a:srgbClr val="222426"/>
                </a:solidFill>
                <a:effectLst/>
                <a:latin typeface="Gill Sans MT" panose="020B0502020104020203" pitchFamily="34" charset="0"/>
              </a:rPr>
              <a:t>If we have a field(or variable) that we don’t want to be changed so we simply define the variable as private and instead of set and get both we just need to define the get method for that variable. Since the set method is not present there is no way an outside class can modify the value of that field.</a:t>
            </a:r>
          </a:p>
          <a:p>
            <a:pPr marL="514350" indent="-514350" algn="just">
              <a:buFont typeface="+mj-lt"/>
              <a:buAutoNum type="arabicPeriod"/>
            </a:pPr>
            <a:r>
              <a:rPr lang="en-US" b="1" i="0">
                <a:solidFill>
                  <a:srgbClr val="0070C0"/>
                </a:solidFill>
                <a:effectLst/>
                <a:latin typeface="Gill Sans MT" panose="020B0502020104020203" pitchFamily="34" charset="0"/>
              </a:rPr>
              <a:t>Data Hiding:</a:t>
            </a:r>
            <a:r>
              <a:rPr lang="en-US" b="0" i="0">
                <a:solidFill>
                  <a:srgbClr val="0070C0"/>
                </a:solidFill>
                <a:effectLst/>
                <a:latin typeface="Gill Sans MT" panose="020B0502020104020203" pitchFamily="34" charset="0"/>
              </a:rPr>
              <a:t> </a:t>
            </a:r>
            <a:r>
              <a:rPr lang="en-US" b="0" i="0">
                <a:effectLst/>
                <a:latin typeface="Gill Sans MT" panose="020B0502020104020203" pitchFamily="34" charset="0"/>
              </a:rPr>
              <a:t>The user will have no idea about the inner implementation of the class. It will not be visible to the user that how the class is storing values in the variables. He only knows that we are passing the values to a setter method and variables are getting initialized with that value.</a:t>
            </a:r>
            <a:endParaRPr lang="en-US" b="1">
              <a:latin typeface="Gill Sans MT" panose="020B0502020104020203" pitchFamily="34" charset="0"/>
            </a:endParaRPr>
          </a:p>
          <a:p>
            <a:pPr marL="514350" indent="-514350" algn="just">
              <a:buFont typeface="+mj-lt"/>
              <a:buAutoNum type="arabicPeriod"/>
            </a:pPr>
            <a:r>
              <a:rPr lang="en-US" b="1">
                <a:solidFill>
                  <a:srgbClr val="002060"/>
                </a:solidFill>
                <a:latin typeface="Gill Sans MT" panose="020B0502020104020203" pitchFamily="34" charset="0"/>
              </a:rPr>
              <a:t>Testing code is easy: </a:t>
            </a:r>
            <a:r>
              <a:rPr lang="en-US">
                <a:latin typeface="Gill Sans MT" panose="020B0502020104020203" pitchFamily="34" charset="0"/>
              </a:rPr>
              <a:t>Encapsulated code is easy to test for unit testing.</a:t>
            </a:r>
            <a:endParaRPr lang="en-IN">
              <a:latin typeface="Gill Sans MT" panose="020B0502020104020203" pitchFamily="34" charset="0"/>
            </a:endParaRPr>
          </a:p>
        </p:txBody>
      </p:sp>
      <p:sp>
        <p:nvSpPr>
          <p:cNvPr id="4" name="Slide Number Placeholder 3">
            <a:extLst>
              <a:ext uri="{FF2B5EF4-FFF2-40B4-BE49-F238E27FC236}">
                <a16:creationId xmlns:a16="http://schemas.microsoft.com/office/drawing/2014/main" id="{CA3D8AB5-22A0-4922-81C9-D6DCC8D794DB}"/>
              </a:ext>
            </a:extLst>
          </p:cNvPr>
          <p:cNvSpPr>
            <a:spLocks noGrp="1"/>
          </p:cNvSpPr>
          <p:nvPr>
            <p:ph type="sldNum" sz="quarter" idx="12"/>
          </p:nvPr>
        </p:nvSpPr>
        <p:spPr/>
        <p:txBody>
          <a:bodyPr/>
          <a:lstStyle/>
          <a:p>
            <a:fld id="{4DAC0951-10B0-4509-9BA5-FD8683A6F967}" type="slidenum">
              <a:rPr lang="en-IN" smtClean="0"/>
              <a:pPr/>
              <a:t>9</a:t>
            </a:fld>
            <a:endParaRPr lang="en-IN"/>
          </a:p>
        </p:txBody>
      </p:sp>
    </p:spTree>
    <p:extLst>
      <p:ext uri="{BB962C8B-B14F-4D97-AF65-F5344CB8AC3E}">
        <p14:creationId xmlns:p14="http://schemas.microsoft.com/office/powerpoint/2010/main" val="1921418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FADC21F-C1A4-44AE-8FBB-96CD53DA30BA}"/>
              </a:ext>
            </a:extLst>
          </p:cNvPr>
          <p:cNvSpPr>
            <a:spLocks noGrp="1"/>
          </p:cNvSpPr>
          <p:nvPr>
            <p:ph type="sldNum" sz="quarter" idx="12"/>
          </p:nvPr>
        </p:nvSpPr>
        <p:spPr/>
        <p:txBody>
          <a:bodyPr/>
          <a:lstStyle/>
          <a:p>
            <a:fld id="{4DAC0951-10B0-4509-9BA5-FD8683A6F967}" type="slidenum">
              <a:rPr lang="en-IN" smtClean="0"/>
              <a:pPr/>
              <a:t>10</a:t>
            </a:fld>
            <a:endParaRPr lang="en-IN"/>
          </a:p>
        </p:txBody>
      </p:sp>
      <p:sp>
        <p:nvSpPr>
          <p:cNvPr id="5" name="Content Placeholder 2">
            <a:extLst>
              <a:ext uri="{FF2B5EF4-FFF2-40B4-BE49-F238E27FC236}">
                <a16:creationId xmlns:a16="http://schemas.microsoft.com/office/drawing/2014/main" id="{ED9205F5-A62C-4533-B407-70650CCEFC76}"/>
              </a:ext>
            </a:extLst>
          </p:cNvPr>
          <p:cNvSpPr txBox="1">
            <a:spLocks/>
          </p:cNvSpPr>
          <p:nvPr/>
        </p:nvSpPr>
        <p:spPr>
          <a:xfrm>
            <a:off x="148936" y="467658"/>
            <a:ext cx="6334991" cy="6154815"/>
          </a:xfrm>
          <a:prstGeom prst="rect">
            <a:avLst/>
          </a:prstGeom>
          <a:ln>
            <a:solidFill>
              <a:srgbClr val="FF8837"/>
            </a:solidFill>
          </a:ln>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0070C0"/>
                </a:solidFill>
                <a:latin typeface="Consolas"/>
              </a:rPr>
              <a:t>package</a:t>
            </a:r>
            <a:r>
              <a:rPr lang="en-US" sz="1600" dirty="0">
                <a:latin typeface="Consolas"/>
              </a:rPr>
              <a:t> </a:t>
            </a:r>
            <a:r>
              <a:rPr lang="en-US" sz="1600" dirty="0" err="1">
                <a:latin typeface="Consolas"/>
              </a:rPr>
              <a:t>MyPackage</a:t>
            </a:r>
            <a:r>
              <a:rPr lang="en-US" sz="1600" dirty="0">
                <a:latin typeface="Consolas"/>
              </a:rPr>
              <a:t>; // this class belongs to </a:t>
            </a:r>
            <a:r>
              <a:rPr lang="en-US" sz="1600" dirty="0" err="1">
                <a:latin typeface="Consolas"/>
              </a:rPr>
              <a:t>Mypackage</a:t>
            </a:r>
            <a:endParaRPr lang="en-US" sz="1600" dirty="0">
              <a:latin typeface="Consolas"/>
            </a:endParaRPr>
          </a:p>
          <a:p>
            <a:pPr marL="0" indent="0">
              <a:buNone/>
            </a:pPr>
            <a:r>
              <a:rPr lang="en-US" sz="1600" dirty="0">
                <a:latin typeface="Consolas" panose="020B0609020204030204" pitchFamily="49" charset="0"/>
              </a:rPr>
              <a:t> </a:t>
            </a:r>
            <a:r>
              <a:rPr lang="en-US" sz="1600" dirty="0">
                <a:solidFill>
                  <a:srgbClr val="0070C0"/>
                </a:solidFill>
                <a:latin typeface="Consolas" panose="020B0609020204030204" pitchFamily="49" charset="0"/>
              </a:rPr>
              <a:t>public class </a:t>
            </a:r>
            <a:r>
              <a:rPr lang="en-US" sz="1600" dirty="0">
                <a:latin typeface="Consolas" panose="020B0609020204030204" pitchFamily="49" charset="0"/>
              </a:rPr>
              <a:t>Compare {</a:t>
            </a:r>
          </a:p>
          <a:p>
            <a:pPr marL="0" indent="0">
              <a:buNone/>
            </a:pPr>
            <a:r>
              <a:rPr lang="en-US" sz="1600" dirty="0">
                <a:latin typeface="Consolas" panose="020B0609020204030204" pitchFamily="49" charset="0"/>
              </a:rPr>
              <a:t>  </a:t>
            </a:r>
            <a:r>
              <a:rPr lang="en-US" sz="1600" dirty="0">
                <a:solidFill>
                  <a:srgbClr val="FF0000"/>
                </a:solidFill>
                <a:latin typeface="Consolas" panose="020B0609020204030204" pitchFamily="49" charset="0"/>
              </a:rPr>
              <a:t>int</a:t>
            </a:r>
            <a:r>
              <a:rPr lang="en-US" sz="1600" dirty="0">
                <a:latin typeface="Consolas" panose="020B0609020204030204" pitchFamily="49" charset="0"/>
              </a:rPr>
              <a:t> num1, num2;</a:t>
            </a:r>
          </a:p>
          <a:p>
            <a:pPr marL="0" indent="0">
              <a:buNone/>
            </a:pPr>
            <a:r>
              <a:rPr lang="en-US" sz="1600" dirty="0">
                <a:latin typeface="Consolas" panose="020B0609020204030204" pitchFamily="49" charset="0"/>
              </a:rPr>
              <a:t>   Compare(</a:t>
            </a:r>
            <a:r>
              <a:rPr lang="en-US" sz="1600" dirty="0">
                <a:solidFill>
                  <a:srgbClr val="FF0000"/>
                </a:solidFill>
                <a:latin typeface="Consolas" panose="020B0609020204030204" pitchFamily="49" charset="0"/>
              </a:rPr>
              <a:t>int</a:t>
            </a:r>
            <a:r>
              <a:rPr lang="en-US" sz="1600" dirty="0">
                <a:latin typeface="Consolas" panose="020B0609020204030204" pitchFamily="49" charset="0"/>
              </a:rPr>
              <a:t> n, </a:t>
            </a:r>
            <a:r>
              <a:rPr lang="en-US" sz="1600" dirty="0">
                <a:solidFill>
                  <a:srgbClr val="FF0000"/>
                </a:solidFill>
                <a:latin typeface="Consolas" panose="020B0609020204030204" pitchFamily="49" charset="0"/>
              </a:rPr>
              <a:t>int</a:t>
            </a:r>
            <a:r>
              <a:rPr lang="en-US" sz="1600" dirty="0">
                <a:latin typeface="Consolas" panose="020B0609020204030204" pitchFamily="49" charset="0"/>
              </a:rPr>
              <a:t> m)//constructor automatically runs when new Compare(5, 10)</a:t>
            </a:r>
          </a:p>
          <a:p>
            <a:pPr marL="0" indent="0">
              <a:buNone/>
            </a:pPr>
            <a:r>
              <a:rPr lang="en-US" sz="1600" dirty="0">
                <a:latin typeface="Consolas" panose="020B0609020204030204" pitchFamily="49" charset="0"/>
              </a:rPr>
              <a:t> {</a:t>
            </a:r>
          </a:p>
          <a:p>
            <a:pPr marL="0" indent="0">
              <a:buNone/>
            </a:pPr>
            <a:r>
              <a:rPr lang="en-US" sz="1600" dirty="0">
                <a:latin typeface="Consolas" panose="020B0609020204030204" pitchFamily="49" charset="0"/>
              </a:rPr>
              <a:t>     num1 = n;</a:t>
            </a:r>
          </a:p>
          <a:p>
            <a:pPr marL="0" indent="0">
              <a:buNone/>
            </a:pPr>
            <a:r>
              <a:rPr lang="en-US" sz="1600" dirty="0">
                <a:latin typeface="Consolas" panose="020B0609020204030204" pitchFamily="49" charset="0"/>
              </a:rPr>
              <a:t>     num2 = m;</a:t>
            </a:r>
          </a:p>
          <a:p>
            <a:pPr marL="0" indent="0">
              <a:buNone/>
            </a:pPr>
            <a:r>
              <a:rPr lang="en-US" sz="1600" dirty="0">
                <a:latin typeface="Consolas" panose="020B0609020204030204" pitchFamily="49" charset="0"/>
              </a:rPr>
              <a:t>  }</a:t>
            </a:r>
          </a:p>
          <a:p>
            <a:pPr marL="0" indent="0">
              <a:buNone/>
            </a:pPr>
            <a:r>
              <a:rPr lang="en-US" sz="1600" dirty="0">
                <a:solidFill>
                  <a:srgbClr val="0070C0"/>
                </a:solidFill>
                <a:latin typeface="Consolas" panose="020B0609020204030204" pitchFamily="49" charset="0"/>
              </a:rPr>
              <a:t>  public void </a:t>
            </a:r>
            <a:r>
              <a:rPr lang="en-US" sz="1600" dirty="0" err="1">
                <a:latin typeface="Consolas" panose="020B0609020204030204" pitchFamily="49" charset="0"/>
              </a:rPr>
              <a:t>getmax</a:t>
            </a:r>
            <a:r>
              <a:rPr lang="en-US" sz="1600" dirty="0">
                <a:latin typeface="Consolas" panose="020B0609020204030204" pitchFamily="49" charset="0"/>
              </a:rPr>
              <a:t>(){</a:t>
            </a:r>
          </a:p>
          <a:p>
            <a:pPr marL="0" indent="0">
              <a:buNone/>
            </a:pPr>
            <a:r>
              <a:rPr lang="en-US" sz="1600" dirty="0">
                <a:latin typeface="Consolas" panose="020B0609020204030204" pitchFamily="49" charset="0"/>
              </a:rPr>
              <a:t>    </a:t>
            </a:r>
            <a:r>
              <a:rPr lang="en-US" sz="1600" dirty="0">
                <a:solidFill>
                  <a:srgbClr val="0070C0"/>
                </a:solidFill>
                <a:latin typeface="Consolas" panose="020B0609020204030204" pitchFamily="49" charset="0"/>
              </a:rPr>
              <a:t>if</a:t>
            </a:r>
            <a:r>
              <a:rPr lang="en-US" sz="1600" dirty="0">
                <a:latin typeface="Consolas" panose="020B0609020204030204" pitchFamily="49" charset="0"/>
              </a:rPr>
              <a:t> ( num1 &gt; num2 ) {</a:t>
            </a:r>
          </a:p>
          <a:p>
            <a:pPr marL="0" indent="0">
              <a:buNone/>
            </a:pPr>
            <a:r>
              <a:rPr lang="en-US" sz="1600" dirty="0">
                <a:latin typeface="Consolas" panose="020B0609020204030204" pitchFamily="49" charset="0"/>
              </a:rPr>
              <a:t>        </a:t>
            </a:r>
            <a:r>
              <a:rPr lang="en-US" sz="1600" dirty="0" err="1">
                <a:solidFill>
                  <a:srgbClr val="FF0000"/>
                </a:solidFill>
                <a:latin typeface="Consolas" panose="020B0609020204030204" pitchFamily="49" charset="0"/>
              </a:rPr>
              <a:t>System.out.println</a:t>
            </a:r>
            <a:r>
              <a:rPr lang="en-US" sz="1600" dirty="0">
                <a:latin typeface="Consolas" panose="020B0609020204030204" pitchFamily="49" charset="0"/>
              </a:rPr>
              <a:t>("</a:t>
            </a:r>
            <a:r>
              <a:rPr lang="en-US" sz="1600" dirty="0">
                <a:solidFill>
                  <a:srgbClr val="00B050"/>
                </a:solidFill>
                <a:latin typeface="Consolas" panose="020B0609020204030204" pitchFamily="49" charset="0"/>
              </a:rPr>
              <a:t>Maximum value of two numbers is</a:t>
            </a:r>
            <a:r>
              <a:rPr lang="en-US" sz="1600" dirty="0">
                <a:latin typeface="Consolas" panose="020B0609020204030204" pitchFamily="49" charset="0"/>
              </a:rPr>
              <a:t> " + num1);</a:t>
            </a:r>
          </a:p>
          <a:p>
            <a:pPr marL="0" indent="0">
              <a:buNone/>
            </a:pPr>
            <a:r>
              <a:rPr lang="en-US" sz="1600" dirty="0">
                <a:latin typeface="Consolas" panose="020B0609020204030204" pitchFamily="49" charset="0"/>
              </a:rPr>
              <a:t>    }</a:t>
            </a:r>
          </a:p>
          <a:p>
            <a:pPr marL="0" indent="0">
              <a:buNone/>
            </a:pPr>
            <a:r>
              <a:rPr lang="en-US" sz="1600" dirty="0">
                <a:latin typeface="Consolas" panose="020B0609020204030204" pitchFamily="49" charset="0"/>
              </a:rPr>
              <a:t>    </a:t>
            </a:r>
            <a:r>
              <a:rPr lang="en-US" sz="1600" dirty="0">
                <a:solidFill>
                  <a:srgbClr val="0070C0"/>
                </a:solidFill>
                <a:latin typeface="Consolas" panose="020B0609020204030204" pitchFamily="49" charset="0"/>
              </a:rPr>
              <a:t>else</a:t>
            </a:r>
            <a:r>
              <a:rPr lang="en-US" sz="1600" dirty="0">
                <a:latin typeface="Consolas" panose="020B0609020204030204" pitchFamily="49" charset="0"/>
              </a:rPr>
              <a:t> {</a:t>
            </a:r>
          </a:p>
          <a:p>
            <a:pPr marL="0" indent="0">
              <a:buNone/>
            </a:pPr>
            <a:r>
              <a:rPr lang="en-US" sz="1600" dirty="0">
                <a:latin typeface="Consolas" panose="020B0609020204030204" pitchFamily="49" charset="0"/>
              </a:rPr>
              <a:t>        </a:t>
            </a:r>
            <a:r>
              <a:rPr lang="en-US" sz="1600" dirty="0" err="1">
                <a:solidFill>
                  <a:srgbClr val="FF0000"/>
                </a:solidFill>
                <a:latin typeface="Consolas" panose="020B0609020204030204" pitchFamily="49" charset="0"/>
              </a:rPr>
              <a:t>System.out.println</a:t>
            </a:r>
            <a:r>
              <a:rPr lang="en-US" sz="1600" dirty="0">
                <a:latin typeface="Consolas" panose="020B0609020204030204" pitchFamily="49" charset="0"/>
              </a:rPr>
              <a:t>("</a:t>
            </a:r>
            <a:r>
              <a:rPr lang="en-US" sz="1600" dirty="0">
                <a:solidFill>
                  <a:srgbClr val="00B050"/>
                </a:solidFill>
                <a:latin typeface="Consolas" panose="020B0609020204030204" pitchFamily="49" charset="0"/>
              </a:rPr>
              <a:t>Maximum value of two numbers is</a:t>
            </a:r>
            <a:r>
              <a:rPr lang="en-US" sz="1600" dirty="0">
                <a:latin typeface="Consolas" panose="020B0609020204030204" pitchFamily="49" charset="0"/>
              </a:rPr>
              <a:t> " + num2);</a:t>
            </a:r>
          </a:p>
          <a:p>
            <a:pPr marL="0" indent="0">
              <a:buNone/>
            </a:pPr>
            <a:r>
              <a:rPr lang="en-US" sz="1600" dirty="0">
                <a:latin typeface="Consolas" panose="020B0609020204030204" pitchFamily="49" charset="0"/>
              </a:rPr>
              <a:t>    }</a:t>
            </a:r>
          </a:p>
          <a:p>
            <a:pPr marL="0" indent="0">
              <a:buNone/>
            </a:pPr>
            <a:r>
              <a:rPr lang="en-US" sz="1600" dirty="0">
                <a:latin typeface="Consolas" panose="020B0609020204030204" pitchFamily="49" charset="0"/>
              </a:rPr>
              <a:t>  }</a:t>
            </a:r>
            <a:endParaRPr lang="en-IN" sz="1600" dirty="0">
              <a:latin typeface="Consolas" panose="020B0609020204030204" pitchFamily="49" charset="0"/>
            </a:endParaRPr>
          </a:p>
        </p:txBody>
      </p:sp>
      <p:sp>
        <p:nvSpPr>
          <p:cNvPr id="6" name="Content Placeholder 2">
            <a:extLst>
              <a:ext uri="{FF2B5EF4-FFF2-40B4-BE49-F238E27FC236}">
                <a16:creationId xmlns:a16="http://schemas.microsoft.com/office/drawing/2014/main" id="{F2D5DE5A-7C37-4DC1-94EB-9233020DF32D}"/>
              </a:ext>
            </a:extLst>
          </p:cNvPr>
          <p:cNvSpPr txBox="1">
            <a:spLocks/>
          </p:cNvSpPr>
          <p:nvPr/>
        </p:nvSpPr>
        <p:spPr>
          <a:xfrm>
            <a:off x="6553440" y="615010"/>
            <a:ext cx="5323609" cy="5627979"/>
          </a:xfrm>
          <a:prstGeom prst="rect">
            <a:avLst/>
          </a:prstGeom>
          <a:ln>
            <a:solidFill>
              <a:srgbClr val="FF8837"/>
            </a:solidFill>
          </a:ln>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0070C0"/>
                </a:solidFill>
                <a:latin typeface="Consolas" panose="020B0609020204030204" pitchFamily="49" charset="0"/>
              </a:rPr>
              <a:t>     public static void </a:t>
            </a:r>
            <a:r>
              <a:rPr lang="en-US" sz="1600" dirty="0">
                <a:latin typeface="Consolas" panose="020B0609020204030204" pitchFamily="49" charset="0"/>
              </a:rPr>
              <a:t>main(</a:t>
            </a:r>
            <a:r>
              <a:rPr lang="en-US" sz="1600" dirty="0">
                <a:solidFill>
                  <a:srgbClr val="FF0000"/>
                </a:solidFill>
                <a:latin typeface="Consolas" panose="020B0609020204030204" pitchFamily="49" charset="0"/>
              </a:rPr>
              <a:t>String</a:t>
            </a:r>
            <a:r>
              <a:rPr lang="en-US" sz="1600" dirty="0">
                <a:latin typeface="Consolas" panose="020B0609020204030204" pitchFamily="49" charset="0"/>
              </a:rPr>
              <a:t> </a:t>
            </a:r>
            <a:r>
              <a:rPr lang="en-US" sz="1600" dirty="0" err="1">
                <a:latin typeface="Consolas" panose="020B0609020204030204" pitchFamily="49" charset="0"/>
              </a:rPr>
              <a:t>args</a:t>
            </a:r>
            <a:r>
              <a:rPr lang="en-US" sz="1600" dirty="0">
                <a:latin typeface="Consolas" panose="020B0609020204030204" pitchFamily="49" charset="0"/>
              </a:rPr>
              <a:t>[])</a:t>
            </a:r>
          </a:p>
          <a:p>
            <a:pPr marL="0" indent="0">
              <a:buNone/>
            </a:pPr>
            <a:r>
              <a:rPr lang="en-US" sz="1600" dirty="0">
                <a:latin typeface="Consolas" panose="020B0609020204030204" pitchFamily="49" charset="0"/>
              </a:rPr>
              <a:t>// Array of objects, creates array that holds 3 compare objects, current[0],current[1],current[2]</a:t>
            </a:r>
          </a:p>
          <a:p>
            <a:pPr marL="0" indent="0">
              <a:buNone/>
            </a:pPr>
            <a:r>
              <a:rPr lang="en-US" sz="1600" dirty="0">
                <a:latin typeface="Consolas" panose="020B0609020204030204" pitchFamily="49" charset="0"/>
              </a:rPr>
              <a:t>	 {</a:t>
            </a:r>
          </a:p>
          <a:p>
            <a:pPr marL="0" indent="0">
              <a:buNone/>
            </a:pPr>
            <a:r>
              <a:rPr lang="en-US" sz="1600" dirty="0">
                <a:latin typeface="Consolas" panose="020B0609020204030204" pitchFamily="49" charset="0"/>
              </a:rPr>
              <a:t>        Compare current[] = </a:t>
            </a:r>
            <a:r>
              <a:rPr lang="en-US" sz="1600" dirty="0">
                <a:solidFill>
                  <a:srgbClr val="0070C0"/>
                </a:solidFill>
                <a:latin typeface="Consolas" panose="020B0609020204030204" pitchFamily="49" charset="0"/>
              </a:rPr>
              <a:t>new </a:t>
            </a:r>
            <a:r>
              <a:rPr lang="en-US" sz="1600" dirty="0">
                <a:latin typeface="Consolas" panose="020B0609020204030204" pitchFamily="49" charset="0"/>
              </a:rPr>
              <a:t>Compare[2];</a:t>
            </a:r>
          </a:p>
          <a:p>
            <a:pPr marL="0" indent="0">
              <a:buNone/>
            </a:pPr>
            <a:r>
              <a:rPr lang="en-US" sz="1600" dirty="0">
                <a:latin typeface="Consolas" panose="020B0609020204030204" pitchFamily="49" charset="0"/>
              </a:rPr>
              <a:t>            </a:t>
            </a:r>
          </a:p>
          <a:p>
            <a:pPr marL="0" indent="0">
              <a:buNone/>
            </a:pPr>
            <a:r>
              <a:rPr lang="en-US" sz="1600" dirty="0">
                <a:latin typeface="Consolas" panose="020B0609020204030204" pitchFamily="49" charset="0"/>
              </a:rPr>
              <a:t>        current[0] = </a:t>
            </a:r>
            <a:r>
              <a:rPr lang="en-US" sz="1600" dirty="0">
                <a:solidFill>
                  <a:srgbClr val="0070C0"/>
                </a:solidFill>
                <a:latin typeface="Consolas" panose="020B0609020204030204" pitchFamily="49" charset="0"/>
              </a:rPr>
              <a:t>new</a:t>
            </a:r>
            <a:r>
              <a:rPr lang="en-US" sz="1600" dirty="0">
                <a:latin typeface="Consolas" panose="020B0609020204030204" pitchFamily="49" charset="0"/>
              </a:rPr>
              <a:t> Compare(5, 10);</a:t>
            </a:r>
          </a:p>
          <a:p>
            <a:pPr marL="0" indent="0">
              <a:buNone/>
            </a:pPr>
            <a:r>
              <a:rPr lang="en-US" sz="1600" dirty="0">
                <a:latin typeface="Consolas"/>
              </a:rPr>
              <a:t>        current[1] = </a:t>
            </a:r>
            <a:r>
              <a:rPr lang="en-US" sz="1600" dirty="0">
                <a:solidFill>
                  <a:srgbClr val="0070C0"/>
                </a:solidFill>
                <a:latin typeface="Consolas"/>
              </a:rPr>
              <a:t>new </a:t>
            </a:r>
            <a:r>
              <a:rPr lang="en-US" sz="1600" dirty="0">
                <a:latin typeface="Consolas"/>
              </a:rPr>
              <a:t>Compare(123, 120);</a:t>
            </a:r>
          </a:p>
          <a:p>
            <a:pPr marL="0" indent="0">
              <a:buNone/>
            </a:pPr>
            <a:r>
              <a:rPr lang="en-US" sz="1600" dirty="0">
                <a:latin typeface="Consolas" panose="020B0609020204030204" pitchFamily="49" charset="0"/>
              </a:rPr>
              <a:t>          </a:t>
            </a:r>
          </a:p>
          <a:p>
            <a:pPr marL="0" indent="0">
              <a:buNone/>
            </a:pPr>
            <a:r>
              <a:rPr lang="en-US" sz="1600" dirty="0">
                <a:latin typeface="Consolas" panose="020B0609020204030204" pitchFamily="49" charset="0"/>
              </a:rPr>
              <a:t>         </a:t>
            </a:r>
            <a:r>
              <a:rPr lang="en-US" sz="1600" dirty="0">
                <a:solidFill>
                  <a:srgbClr val="0070C0"/>
                </a:solidFill>
                <a:latin typeface="Consolas" panose="020B0609020204030204" pitchFamily="49" charset="0"/>
              </a:rPr>
              <a:t> for</a:t>
            </a:r>
            <a:r>
              <a:rPr lang="en-US" sz="1600" dirty="0">
                <a:latin typeface="Consolas" panose="020B0609020204030204" pitchFamily="49" charset="0"/>
              </a:rPr>
              <a:t>(</a:t>
            </a:r>
            <a:r>
              <a:rPr lang="en-US" sz="1600" dirty="0">
                <a:solidFill>
                  <a:srgbClr val="FF0000"/>
                </a:solidFill>
                <a:latin typeface="Consolas" panose="020B0609020204030204" pitchFamily="49" charset="0"/>
              </a:rPr>
              <a:t>int</a:t>
            </a:r>
            <a:r>
              <a:rPr lang="en-US" sz="1600" dirty="0">
                <a:latin typeface="Consolas" panose="020B0609020204030204" pitchFamily="49" charset="0"/>
              </a:rPr>
              <a:t> </a:t>
            </a:r>
            <a:r>
              <a:rPr lang="en-US" sz="1600" dirty="0" err="1">
                <a:latin typeface="Consolas" panose="020B0609020204030204" pitchFamily="49" charset="0"/>
              </a:rPr>
              <a:t>i</a:t>
            </a:r>
            <a:r>
              <a:rPr lang="en-US" sz="1600" dirty="0">
                <a:latin typeface="Consolas" panose="020B0609020204030204" pitchFamily="49" charset="0"/>
              </a:rPr>
              <a:t>=0; </a:t>
            </a:r>
            <a:r>
              <a:rPr lang="en-US" sz="1600" dirty="0" err="1">
                <a:latin typeface="Consolas" panose="020B0609020204030204" pitchFamily="49" charset="0"/>
              </a:rPr>
              <a:t>i</a:t>
            </a:r>
            <a:r>
              <a:rPr lang="en-US" sz="1600" dirty="0">
                <a:latin typeface="Consolas" panose="020B0609020204030204" pitchFamily="49" charset="0"/>
              </a:rPr>
              <a:t> &lt; 2 ; </a:t>
            </a:r>
            <a:r>
              <a:rPr lang="en-US" sz="1600" dirty="0" err="1">
                <a:latin typeface="Consolas" panose="020B0609020204030204" pitchFamily="49" charset="0"/>
              </a:rPr>
              <a:t>i</a:t>
            </a:r>
            <a:r>
              <a:rPr lang="en-US" sz="1600" dirty="0">
                <a:latin typeface="Consolas" panose="020B0609020204030204" pitchFamily="49" charset="0"/>
              </a:rPr>
              <a:t>++)</a:t>
            </a:r>
          </a:p>
          <a:p>
            <a:pPr marL="0" indent="0">
              <a:buNone/>
            </a:pPr>
            <a:r>
              <a:rPr lang="en-US" sz="1600" dirty="0">
                <a:latin typeface="Consolas" panose="020B0609020204030204" pitchFamily="49" charset="0"/>
              </a:rPr>
              <a:t>              {</a:t>
            </a:r>
          </a:p>
          <a:p>
            <a:pPr marL="0" indent="0">
              <a:buNone/>
            </a:pPr>
            <a:r>
              <a:rPr lang="en-US" sz="1600" dirty="0">
                <a:latin typeface="Consolas" panose="020B0609020204030204" pitchFamily="49" charset="0"/>
              </a:rPr>
              <a:t>              current[</a:t>
            </a:r>
            <a:r>
              <a:rPr lang="en-US" sz="1600" dirty="0" err="1">
                <a:latin typeface="Consolas" panose="020B0609020204030204" pitchFamily="49" charset="0"/>
              </a:rPr>
              <a:t>i</a:t>
            </a:r>
            <a:r>
              <a:rPr lang="en-US" sz="1600" dirty="0">
                <a:latin typeface="Consolas" panose="020B0609020204030204" pitchFamily="49" charset="0"/>
              </a:rPr>
              <a:t>].</a:t>
            </a:r>
            <a:r>
              <a:rPr lang="en-US" sz="1600" dirty="0" err="1">
                <a:latin typeface="Consolas" panose="020B0609020204030204" pitchFamily="49" charset="0"/>
              </a:rPr>
              <a:t>getmax</a:t>
            </a:r>
            <a:r>
              <a:rPr lang="en-US" sz="1600" dirty="0">
                <a:latin typeface="Consolas" panose="020B0609020204030204" pitchFamily="49" charset="0"/>
              </a:rPr>
              <a:t>();</a:t>
            </a:r>
          </a:p>
          <a:p>
            <a:pPr marL="0" indent="0">
              <a:buNone/>
            </a:pPr>
            <a:r>
              <a:rPr lang="en-US" sz="1600" dirty="0">
                <a:latin typeface="Consolas" panose="020B0609020204030204" pitchFamily="49" charset="0"/>
              </a:rPr>
              <a:t>              }</a:t>
            </a:r>
          </a:p>
          <a:p>
            <a:pPr marL="0" indent="0">
              <a:buNone/>
            </a:pPr>
            <a:r>
              <a:rPr lang="en-US" sz="1600" dirty="0">
                <a:latin typeface="Consolas" panose="020B0609020204030204" pitchFamily="49" charset="0"/>
              </a:rPr>
              <a:t>       }</a:t>
            </a:r>
          </a:p>
          <a:p>
            <a:pPr marL="0" indent="0">
              <a:buNone/>
            </a:pPr>
            <a:r>
              <a:rPr lang="en-US" sz="1600" dirty="0">
                <a:latin typeface="Consolas" panose="020B0609020204030204" pitchFamily="49" charset="0"/>
              </a:rPr>
              <a:t>}</a:t>
            </a:r>
            <a:endParaRPr lang="en-IN" sz="1600" dirty="0">
              <a:latin typeface="Consolas" panose="020B0609020204030204" pitchFamily="49" charset="0"/>
            </a:endParaRPr>
          </a:p>
        </p:txBody>
      </p:sp>
      <p:sp>
        <p:nvSpPr>
          <p:cNvPr id="23" name="Rectangle 22">
            <a:extLst>
              <a:ext uri="{FF2B5EF4-FFF2-40B4-BE49-F238E27FC236}">
                <a16:creationId xmlns:a16="http://schemas.microsoft.com/office/drawing/2014/main" id="{B65C7FDD-9211-4FA3-89FA-A11D938CEB67}"/>
              </a:ext>
            </a:extLst>
          </p:cNvPr>
          <p:cNvSpPr/>
          <p:nvPr/>
        </p:nvSpPr>
        <p:spPr>
          <a:xfrm>
            <a:off x="6721425" y="5950282"/>
            <a:ext cx="4987637" cy="74883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Maximum value of two numbers is 10</a:t>
            </a:r>
          </a:p>
          <a:p>
            <a:pPr algn="ctr"/>
            <a:r>
              <a:rPr lang="en-US" dirty="0"/>
              <a:t>Maximum value of two numbers is 123</a:t>
            </a:r>
            <a:endParaRPr lang="en-IN" dirty="0"/>
          </a:p>
        </p:txBody>
      </p:sp>
      <p:sp>
        <p:nvSpPr>
          <p:cNvPr id="3" name="TextBox 2">
            <a:extLst>
              <a:ext uri="{FF2B5EF4-FFF2-40B4-BE49-F238E27FC236}">
                <a16:creationId xmlns:a16="http://schemas.microsoft.com/office/drawing/2014/main" id="{B72C2749-5B02-1C0C-516F-FB0286120205}"/>
              </a:ext>
            </a:extLst>
          </p:cNvPr>
          <p:cNvSpPr txBox="1"/>
          <p:nvPr/>
        </p:nvSpPr>
        <p:spPr>
          <a:xfrm>
            <a:off x="8546372" y="5214529"/>
            <a:ext cx="3330677" cy="646331"/>
          </a:xfrm>
          <a:prstGeom prst="rect">
            <a:avLst/>
          </a:prstGeom>
          <a:noFill/>
        </p:spPr>
        <p:txBody>
          <a:bodyPr wrap="square">
            <a:spAutoFit/>
          </a:bodyPr>
          <a:lstStyle/>
          <a:p>
            <a:r>
              <a:rPr lang="en-IN" dirty="0" err="1"/>
              <a:t>javac</a:t>
            </a:r>
            <a:r>
              <a:rPr lang="en-IN" dirty="0"/>
              <a:t> -d . Compare.java</a:t>
            </a:r>
          </a:p>
          <a:p>
            <a:r>
              <a:rPr lang="en-IN" dirty="0"/>
              <a:t>java </a:t>
            </a:r>
            <a:r>
              <a:rPr lang="en-IN" dirty="0" err="1"/>
              <a:t>MyPackage.Compare</a:t>
            </a:r>
            <a:endParaRPr lang="en-IN" dirty="0"/>
          </a:p>
        </p:txBody>
      </p:sp>
    </p:spTree>
    <p:extLst>
      <p:ext uri="{BB962C8B-B14F-4D97-AF65-F5344CB8AC3E}">
        <p14:creationId xmlns:p14="http://schemas.microsoft.com/office/powerpoint/2010/main" val="3112306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500"/>
                                  </p:iterate>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wd">
                                    <p:tmAbs val="500"/>
                                  </p:iterate>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wd">
                                    <p:tmAbs val="500"/>
                                  </p:iterate>
                                  <p:childTnLst>
                                    <p:set>
                                      <p:cBhvr>
                                        <p:cTn id="3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wd">
                                    <p:tmAbs val="500"/>
                                  </p:iterate>
                                  <p:childTnLst>
                                    <p:set>
                                      <p:cBhvr>
                                        <p:cTn id="3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wd">
                                    <p:tmAbs val="500"/>
                                  </p:iterate>
                                  <p:childTnLst>
                                    <p:set>
                                      <p:cBhvr>
                                        <p:cTn id="4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wd">
                                    <p:tmAbs val="500"/>
                                  </p:iterate>
                                  <p:childTnLst>
                                    <p:set>
                                      <p:cBhvr>
                                        <p:cTn id="4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type="wd">
                                    <p:tmAbs val="500"/>
                                  </p:iterate>
                                  <p:childTnLst>
                                    <p:set>
                                      <p:cBhvr>
                                        <p:cTn id="5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type="wd">
                                    <p:tmAbs val="500"/>
                                  </p:iterate>
                                  <p:childTnLst>
                                    <p:set>
                                      <p:cBhvr>
                                        <p:cTn id="54"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type="wd">
                                    <p:tmAbs val="500"/>
                                  </p:iterate>
                                  <p:childTnLst>
                                    <p:set>
                                      <p:cBhvr>
                                        <p:cTn id="58"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iterate type="wd">
                                    <p:tmAbs val="500"/>
                                  </p:iterate>
                                  <p:childTnLst>
                                    <p:set>
                                      <p:cBhvr>
                                        <p:cTn id="62"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iterate type="wd">
                                    <p:tmAbs val="500"/>
                                  </p:iterate>
                                  <p:childTnLst>
                                    <p:set>
                                      <p:cBhvr>
                                        <p:cTn id="66"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iterate type="wd">
                                    <p:tmAbs val="500"/>
                                  </p:iterate>
                                  <p:childTnLst>
                                    <p:set>
                                      <p:cBhvr>
                                        <p:cTn id="70"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iterate type="wd">
                                    <p:tmAbs val="500"/>
                                  </p:iterate>
                                  <p:childTnLst>
                                    <p:set>
                                      <p:cBhvr>
                                        <p:cTn id="74" dur="1" fill="hold">
                                          <p:stCondLst>
                                            <p:cond delay="0"/>
                                          </p:stCondLst>
                                        </p:cTn>
                                        <p:tgtEl>
                                          <p:spTgt spid="6">
                                            <p:bg/>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iterate type="wd">
                                    <p:tmAbs val="500"/>
                                  </p:iterate>
                                  <p:childTnLst>
                                    <p:set>
                                      <p:cBhvr>
                                        <p:cTn id="7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iterate type="wd">
                                    <p:tmAbs val="500"/>
                                  </p:iterate>
                                  <p:childTnLst>
                                    <p:set>
                                      <p:cBhvr>
                                        <p:cTn id="8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iterate type="wd">
                                    <p:tmAbs val="500"/>
                                  </p:iterate>
                                  <p:childTnLst>
                                    <p:set>
                                      <p:cBhvr>
                                        <p:cTn id="8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iterate type="wd">
                                    <p:tmAbs val="500"/>
                                  </p:iterate>
                                  <p:childTnLst>
                                    <p:set>
                                      <p:cBhvr>
                                        <p:cTn id="9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iterate type="wd">
                                    <p:tmAbs val="500"/>
                                  </p:iterate>
                                  <p:childTnLst>
                                    <p:set>
                                      <p:cBhvr>
                                        <p:cTn id="9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iterate type="wd">
                                    <p:tmAbs val="500"/>
                                  </p:iterate>
                                  <p:childTnLst>
                                    <p:set>
                                      <p:cBhvr>
                                        <p:cTn id="9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iterate type="wd">
                                    <p:tmAbs val="500"/>
                                  </p:iterate>
                                  <p:childTnLst>
                                    <p:set>
                                      <p:cBhvr>
                                        <p:cTn id="10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iterate type="wd">
                                    <p:tmAbs val="500"/>
                                  </p:iterate>
                                  <p:childTnLst>
                                    <p:set>
                                      <p:cBhvr>
                                        <p:cTn id="10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iterate type="wd">
                                    <p:tmAbs val="500"/>
                                  </p:iterate>
                                  <p:childTnLst>
                                    <p:set>
                                      <p:cBhvr>
                                        <p:cTn id="11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iterate type="wd">
                                    <p:tmAbs val="500"/>
                                  </p:iterate>
                                  <p:childTnLst>
                                    <p:set>
                                      <p:cBhvr>
                                        <p:cTn id="11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iterate type="wd">
                                    <p:tmAbs val="500"/>
                                  </p:iterate>
                                  <p:childTnLst>
                                    <p:set>
                                      <p:cBhvr>
                                        <p:cTn id="11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iterate type="wd">
                                    <p:tmAbs val="500"/>
                                  </p:iterate>
                                  <p:childTnLst>
                                    <p:set>
                                      <p:cBhvr>
                                        <p:cTn id="122"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iterate type="wd">
                                    <p:tmAbs val="500"/>
                                  </p:iterate>
                                  <p:childTnLst>
                                    <p:set>
                                      <p:cBhvr>
                                        <p:cTn id="126"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iterate type="wd">
                                    <p:tmAbs val="500"/>
                                  </p:iterate>
                                  <p:childTnLst>
                                    <p:set>
                                      <p:cBhvr>
                                        <p:cTn id="130"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6" grpId="0" build="p" animBg="1"/>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41221-9D7D-4571-850D-32ABFD4F6AEC}"/>
              </a:ext>
            </a:extLst>
          </p:cNvPr>
          <p:cNvSpPr>
            <a:spLocks noGrp="1"/>
          </p:cNvSpPr>
          <p:nvPr>
            <p:ph type="title"/>
          </p:nvPr>
        </p:nvSpPr>
        <p:spPr>
          <a:xfrm>
            <a:off x="1776845" y="712557"/>
            <a:ext cx="8638309" cy="1325563"/>
          </a:xfrm>
        </p:spPr>
        <p:txBody>
          <a:bodyPr/>
          <a:lstStyle/>
          <a:p>
            <a:r>
              <a:rPr lang="en-IN" b="1">
                <a:solidFill>
                  <a:srgbClr val="C00000"/>
                </a:solidFill>
                <a:latin typeface="Arial Rounded MT Bold" panose="020F0704030504030204" pitchFamily="34" charset="0"/>
              </a:rPr>
              <a:t>Abstraction vs. Encapsulation</a:t>
            </a:r>
          </a:p>
        </p:txBody>
      </p:sp>
      <p:sp>
        <p:nvSpPr>
          <p:cNvPr id="3" name="Content Placeholder 2">
            <a:extLst>
              <a:ext uri="{FF2B5EF4-FFF2-40B4-BE49-F238E27FC236}">
                <a16:creationId xmlns:a16="http://schemas.microsoft.com/office/drawing/2014/main" id="{23919120-EECD-4860-85B6-661A736486F7}"/>
              </a:ext>
            </a:extLst>
          </p:cNvPr>
          <p:cNvSpPr>
            <a:spLocks noGrp="1"/>
          </p:cNvSpPr>
          <p:nvPr>
            <p:ph idx="1"/>
          </p:nvPr>
        </p:nvSpPr>
        <p:spPr>
          <a:xfrm>
            <a:off x="372341" y="2439339"/>
            <a:ext cx="11447318" cy="1056120"/>
          </a:xfrm>
          <a:solidFill>
            <a:srgbClr val="CCFF66"/>
          </a:solidFill>
        </p:spPr>
        <p:txBody>
          <a:bodyPr>
            <a:normAutofit lnSpcReduction="10000"/>
          </a:bodyPr>
          <a:lstStyle/>
          <a:p>
            <a:pPr algn="l">
              <a:buFont typeface="Arial" panose="020B0604020202020204" pitchFamily="34" charset="0"/>
              <a:buChar char="•"/>
            </a:pPr>
            <a:r>
              <a:rPr lang="en-US" sz="3200" b="0" i="0">
                <a:solidFill>
                  <a:srgbClr val="222222"/>
                </a:solidFill>
                <a:effectLst/>
                <a:latin typeface="Source Sans Pro" panose="020B0503030403020204" pitchFamily="34" charset="0"/>
              </a:rPr>
              <a:t>Encapsulation is more about "How" to achieve a functionality.</a:t>
            </a:r>
          </a:p>
          <a:p>
            <a:pPr algn="l">
              <a:buFont typeface="Arial" panose="020B0604020202020204" pitchFamily="34" charset="0"/>
              <a:buChar char="•"/>
            </a:pPr>
            <a:r>
              <a:rPr lang="en-US" sz="3200" b="0" i="0">
                <a:solidFill>
                  <a:srgbClr val="222222"/>
                </a:solidFill>
                <a:effectLst/>
                <a:latin typeface="Source Sans Pro" panose="020B0503030403020204" pitchFamily="34" charset="0"/>
              </a:rPr>
              <a:t>Abstraction is more about "What" a class can do.</a:t>
            </a:r>
          </a:p>
        </p:txBody>
      </p:sp>
      <p:sp>
        <p:nvSpPr>
          <p:cNvPr id="4" name="Slide Number Placeholder 3">
            <a:extLst>
              <a:ext uri="{FF2B5EF4-FFF2-40B4-BE49-F238E27FC236}">
                <a16:creationId xmlns:a16="http://schemas.microsoft.com/office/drawing/2014/main" id="{590C4BAD-3BB2-47D2-872A-2E2C791C8C96}"/>
              </a:ext>
            </a:extLst>
          </p:cNvPr>
          <p:cNvSpPr>
            <a:spLocks noGrp="1"/>
          </p:cNvSpPr>
          <p:nvPr>
            <p:ph type="sldNum" sz="quarter" idx="12"/>
          </p:nvPr>
        </p:nvSpPr>
        <p:spPr/>
        <p:txBody>
          <a:bodyPr/>
          <a:lstStyle/>
          <a:p>
            <a:fld id="{4DAC0951-10B0-4509-9BA5-FD8683A6F967}" type="slidenum">
              <a:rPr lang="en-IN" smtClean="0"/>
              <a:pPr/>
              <a:t>11</a:t>
            </a:fld>
            <a:endParaRPr lang="en-IN"/>
          </a:p>
        </p:txBody>
      </p:sp>
      <p:sp>
        <p:nvSpPr>
          <p:cNvPr id="8" name="TextBox 7">
            <a:extLst>
              <a:ext uri="{FF2B5EF4-FFF2-40B4-BE49-F238E27FC236}">
                <a16:creationId xmlns:a16="http://schemas.microsoft.com/office/drawing/2014/main" id="{BE3DB239-4B65-487F-9911-C65EA6EA54A2}"/>
              </a:ext>
            </a:extLst>
          </p:cNvPr>
          <p:cNvSpPr txBox="1"/>
          <p:nvPr/>
        </p:nvSpPr>
        <p:spPr>
          <a:xfrm>
            <a:off x="931718" y="5308800"/>
            <a:ext cx="10328564" cy="646331"/>
          </a:xfrm>
          <a:prstGeom prst="rect">
            <a:avLst/>
          </a:prstGeom>
          <a:noFill/>
          <a:ln w="38100">
            <a:solidFill>
              <a:schemeClr val="accent6">
                <a:lumMod val="75000"/>
              </a:schemeClr>
            </a:solidFill>
          </a:ln>
        </p:spPr>
        <p:txBody>
          <a:bodyPr wrap="square">
            <a:spAutoFit/>
          </a:bodyPr>
          <a:lstStyle/>
          <a:p>
            <a:pPr algn="just"/>
            <a:r>
              <a:rPr lang="en-US">
                <a:latin typeface="Gill Sans MT" panose="020B0502020104020203" pitchFamily="34" charset="0"/>
              </a:rPr>
              <a:t>A simple example to understand this difference is a mobile phone. Where the complex logic in the circuit board is encapsulated in a touch screen, and the interface is provided to abstract it out.</a:t>
            </a:r>
            <a:endParaRPr lang="en-IN">
              <a:latin typeface="Gill Sans MT" panose="020B0502020104020203" pitchFamily="34" charset="0"/>
            </a:endParaRPr>
          </a:p>
        </p:txBody>
      </p:sp>
    </p:spTree>
    <p:extLst>
      <p:ext uri="{BB962C8B-B14F-4D97-AF65-F5344CB8AC3E}">
        <p14:creationId xmlns:p14="http://schemas.microsoft.com/office/powerpoint/2010/main" val="768376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0A262-C88A-4278-AD3D-C7B4FA697E92}"/>
              </a:ext>
            </a:extLst>
          </p:cNvPr>
          <p:cNvSpPr>
            <a:spLocks noGrp="1"/>
          </p:cNvSpPr>
          <p:nvPr>
            <p:ph type="title"/>
          </p:nvPr>
        </p:nvSpPr>
        <p:spPr/>
        <p:txBody>
          <a:bodyPr/>
          <a:lstStyle/>
          <a:p>
            <a:r>
              <a:rPr lang="en-IN" b="1">
                <a:solidFill>
                  <a:srgbClr val="C00000"/>
                </a:solidFill>
                <a:latin typeface="Arial Rounded MT Bold" panose="020F0704030504030204" pitchFamily="34" charset="0"/>
              </a:rPr>
              <a:t>Local Variables</a:t>
            </a:r>
          </a:p>
        </p:txBody>
      </p:sp>
      <p:sp>
        <p:nvSpPr>
          <p:cNvPr id="3" name="Content Placeholder 2">
            <a:extLst>
              <a:ext uri="{FF2B5EF4-FFF2-40B4-BE49-F238E27FC236}">
                <a16:creationId xmlns:a16="http://schemas.microsoft.com/office/drawing/2014/main" id="{4A466B39-6E2C-4041-8C60-5A297CE689C4}"/>
              </a:ext>
            </a:extLst>
          </p:cNvPr>
          <p:cNvSpPr>
            <a:spLocks noGrp="1"/>
          </p:cNvSpPr>
          <p:nvPr>
            <p:ph idx="1"/>
          </p:nvPr>
        </p:nvSpPr>
        <p:spPr>
          <a:ln w="28575">
            <a:solidFill>
              <a:schemeClr val="accent1"/>
            </a:solidFill>
          </a:ln>
        </p:spPr>
        <p:txBody>
          <a:bodyPr vert="horz" lIns="91440" tIns="45720" rIns="91440" bIns="45720" rtlCol="0" anchor="t">
            <a:normAutofit/>
          </a:bodyPr>
          <a:lstStyle/>
          <a:p>
            <a:pPr algn="just"/>
            <a:r>
              <a:rPr lang="en-US" b="0" i="0">
                <a:solidFill>
                  <a:srgbClr val="000000"/>
                </a:solidFill>
                <a:effectLst/>
                <a:latin typeface="Gill Sans MT"/>
              </a:rPr>
              <a:t>Local variables are declared in methods, constructors, or blocks. </a:t>
            </a:r>
          </a:p>
          <a:p>
            <a:pPr algn="just"/>
            <a:r>
              <a:rPr lang="en-US" b="0" i="0">
                <a:solidFill>
                  <a:srgbClr val="000000"/>
                </a:solidFill>
                <a:effectLst/>
                <a:latin typeface="Gill Sans MT"/>
              </a:rPr>
              <a:t>They are created when the method, constructor or block is entered and the variable will be destroyed once it exits the method, constructor, or block</a:t>
            </a:r>
            <a:r>
              <a:rPr lang="en-US">
                <a:solidFill>
                  <a:srgbClr val="000000"/>
                </a:solidFill>
                <a:latin typeface="Gill Sans MT"/>
              </a:rPr>
              <a:t>.</a:t>
            </a:r>
          </a:p>
          <a:p>
            <a:pPr algn="just"/>
            <a:r>
              <a:rPr lang="en-US" b="1" i="0">
                <a:solidFill>
                  <a:srgbClr val="000000"/>
                </a:solidFill>
                <a:effectLst/>
                <a:latin typeface="Gill Sans MT"/>
              </a:rPr>
              <a:t>Access modifiers cannot be used for local variables.</a:t>
            </a:r>
          </a:p>
          <a:p>
            <a:pPr algn="just"/>
            <a:r>
              <a:rPr lang="en-US" b="0" i="0">
                <a:solidFill>
                  <a:srgbClr val="000000"/>
                </a:solidFill>
                <a:effectLst/>
                <a:latin typeface="Gill Sans MT"/>
              </a:rPr>
              <a:t>Local variables are visible only within the declared method, constructor, or block. These variables are implemented at stack level internally.</a:t>
            </a:r>
            <a:r>
              <a:rPr lang="en-US" b="1" i="0">
                <a:solidFill>
                  <a:srgbClr val="000000"/>
                </a:solidFill>
                <a:effectLst/>
                <a:latin typeface="Gill Sans MT"/>
              </a:rPr>
              <a:t> </a:t>
            </a:r>
            <a:endParaRPr lang="en-IN" b="1">
              <a:latin typeface="Gill Sans MT"/>
            </a:endParaRPr>
          </a:p>
        </p:txBody>
      </p:sp>
      <p:sp>
        <p:nvSpPr>
          <p:cNvPr id="4" name="Slide Number Placeholder 3">
            <a:extLst>
              <a:ext uri="{FF2B5EF4-FFF2-40B4-BE49-F238E27FC236}">
                <a16:creationId xmlns:a16="http://schemas.microsoft.com/office/drawing/2014/main" id="{3A0ED668-9A60-4780-8FFB-7E754320C167}"/>
              </a:ext>
            </a:extLst>
          </p:cNvPr>
          <p:cNvSpPr>
            <a:spLocks noGrp="1"/>
          </p:cNvSpPr>
          <p:nvPr>
            <p:ph type="sldNum" sz="quarter" idx="12"/>
          </p:nvPr>
        </p:nvSpPr>
        <p:spPr/>
        <p:txBody>
          <a:bodyPr/>
          <a:lstStyle/>
          <a:p>
            <a:fld id="{4DAC0951-10B0-4509-9BA5-FD8683A6F967}" type="slidenum">
              <a:rPr lang="en-IN" smtClean="0"/>
              <a:pPr/>
              <a:t>12</a:t>
            </a:fld>
            <a:endParaRPr lang="en-IN"/>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039B880E-11AC-5264-5763-1692E56B2057}"/>
                  </a:ext>
                </a:extLst>
              </p14:cNvPr>
              <p14:cNvContentPartPr/>
              <p14:nvPr/>
            </p14:nvContentPartPr>
            <p14:xfrm>
              <a:off x="8075220" y="3374571"/>
              <a:ext cx="9896" cy="9896"/>
            </p14:xfrm>
          </p:contentPart>
        </mc:Choice>
        <mc:Fallback xmlns="">
          <p:pic>
            <p:nvPicPr>
              <p:cNvPr id="5" name="Ink 4">
                <a:extLst>
                  <a:ext uri="{FF2B5EF4-FFF2-40B4-BE49-F238E27FC236}">
                    <a16:creationId xmlns:a16="http://schemas.microsoft.com/office/drawing/2014/main" id="{039B880E-11AC-5264-5763-1692E56B2057}"/>
                  </a:ext>
                </a:extLst>
              </p:cNvPr>
              <p:cNvPicPr/>
              <p:nvPr/>
            </p:nvPicPr>
            <p:blipFill>
              <a:blip r:embed="rId3"/>
              <a:stretch>
                <a:fillRect/>
              </a:stretch>
            </p:blipFill>
            <p:spPr>
              <a:xfrm>
                <a:off x="7580420" y="2879771"/>
                <a:ext cx="989600" cy="989600"/>
              </a:xfrm>
              <a:prstGeom prst="rect">
                <a:avLst/>
              </a:prstGeom>
            </p:spPr>
          </p:pic>
        </mc:Fallback>
      </mc:AlternateContent>
    </p:spTree>
    <p:extLst>
      <p:ext uri="{BB962C8B-B14F-4D97-AF65-F5344CB8AC3E}">
        <p14:creationId xmlns:p14="http://schemas.microsoft.com/office/powerpoint/2010/main" val="4193508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A7FE4-4E4D-46B5-B975-BB850FA282B5}"/>
              </a:ext>
            </a:extLst>
          </p:cNvPr>
          <p:cNvSpPr>
            <a:spLocks noGrp="1"/>
          </p:cNvSpPr>
          <p:nvPr>
            <p:ph type="title"/>
          </p:nvPr>
        </p:nvSpPr>
        <p:spPr>
          <a:xfrm>
            <a:off x="838200" y="365125"/>
            <a:ext cx="4523509" cy="1325563"/>
          </a:xfrm>
        </p:spPr>
        <p:txBody>
          <a:bodyPr/>
          <a:lstStyle/>
          <a:p>
            <a:r>
              <a:rPr lang="en-IN" b="1">
                <a:solidFill>
                  <a:srgbClr val="C00000"/>
                </a:solidFill>
                <a:latin typeface="Arial Rounded MT Bold" panose="020F0704030504030204" pitchFamily="34" charset="0"/>
              </a:rPr>
              <a:t>Local Variables</a:t>
            </a:r>
          </a:p>
        </p:txBody>
      </p:sp>
      <p:sp>
        <p:nvSpPr>
          <p:cNvPr id="4" name="Slide Number Placeholder 3">
            <a:extLst>
              <a:ext uri="{FF2B5EF4-FFF2-40B4-BE49-F238E27FC236}">
                <a16:creationId xmlns:a16="http://schemas.microsoft.com/office/drawing/2014/main" id="{5296A193-932C-4388-81FD-40216A509C7C}"/>
              </a:ext>
            </a:extLst>
          </p:cNvPr>
          <p:cNvSpPr>
            <a:spLocks noGrp="1"/>
          </p:cNvSpPr>
          <p:nvPr>
            <p:ph type="sldNum" sz="quarter" idx="12"/>
          </p:nvPr>
        </p:nvSpPr>
        <p:spPr/>
        <p:txBody>
          <a:bodyPr/>
          <a:lstStyle/>
          <a:p>
            <a:fld id="{4DAC0951-10B0-4509-9BA5-FD8683A6F967}" type="slidenum">
              <a:rPr lang="en-IN" smtClean="0"/>
              <a:pPr/>
              <a:t>13</a:t>
            </a:fld>
            <a:endParaRPr lang="en-IN"/>
          </a:p>
        </p:txBody>
      </p:sp>
      <p:sp>
        <p:nvSpPr>
          <p:cNvPr id="5" name="Content Placeholder 2">
            <a:extLst>
              <a:ext uri="{FF2B5EF4-FFF2-40B4-BE49-F238E27FC236}">
                <a16:creationId xmlns:a16="http://schemas.microsoft.com/office/drawing/2014/main" id="{E4259B3B-3032-49B6-A127-1C5256C275B5}"/>
              </a:ext>
            </a:extLst>
          </p:cNvPr>
          <p:cNvSpPr txBox="1">
            <a:spLocks/>
          </p:cNvSpPr>
          <p:nvPr/>
        </p:nvSpPr>
        <p:spPr>
          <a:xfrm>
            <a:off x="838200" y="1645657"/>
            <a:ext cx="4523509" cy="3840743"/>
          </a:xfrm>
          <a:prstGeom prst="rect">
            <a:avLst/>
          </a:prstGeom>
          <a:ln>
            <a:solidFill>
              <a:srgbClr val="FF8837"/>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rgbClr val="0070C0"/>
                </a:solidFill>
                <a:latin typeface="Consolas" panose="020B0609020204030204" pitchFamily="49" charset="0"/>
              </a:rPr>
              <a:t>public class </a:t>
            </a:r>
            <a:r>
              <a:rPr lang="en-US" sz="1400" dirty="0">
                <a:latin typeface="Consolas" panose="020B0609020204030204" pitchFamily="49" charset="0"/>
              </a:rPr>
              <a:t>Demo {</a:t>
            </a:r>
          </a:p>
          <a:p>
            <a:pPr marL="0" indent="0">
              <a:buNone/>
            </a:pPr>
            <a:r>
              <a:rPr lang="en-US" sz="1400" dirty="0">
                <a:latin typeface="Consolas" panose="020B0609020204030204" pitchFamily="49" charset="0"/>
              </a:rPr>
              <a:t>   </a:t>
            </a:r>
            <a:r>
              <a:rPr lang="en-US" sz="1400" dirty="0">
                <a:solidFill>
                  <a:srgbClr val="0070C0"/>
                </a:solidFill>
                <a:latin typeface="Consolas" panose="020B0609020204030204" pitchFamily="49" charset="0"/>
              </a:rPr>
              <a:t>public void </a:t>
            </a:r>
            <a:r>
              <a:rPr lang="en-US" sz="1400" dirty="0">
                <a:latin typeface="Consolas" panose="020B0609020204030204" pitchFamily="49" charset="0"/>
              </a:rPr>
              <a:t>Rank() {</a:t>
            </a:r>
          </a:p>
          <a:p>
            <a:pPr marL="0" indent="0">
              <a:buNone/>
            </a:pPr>
            <a:r>
              <a:rPr lang="en-US" sz="1400" dirty="0">
                <a:latin typeface="Consolas" panose="020B0609020204030204" pitchFamily="49" charset="0"/>
              </a:rPr>
              <a:t>      </a:t>
            </a:r>
            <a:r>
              <a:rPr lang="en-US" sz="1400" dirty="0">
                <a:solidFill>
                  <a:srgbClr val="C00000"/>
                </a:solidFill>
                <a:latin typeface="Consolas" panose="020B0609020204030204" pitchFamily="49" charset="0"/>
              </a:rPr>
              <a:t>int</a:t>
            </a:r>
            <a:r>
              <a:rPr lang="en-US" sz="1400" dirty="0">
                <a:latin typeface="Consolas" panose="020B0609020204030204" pitchFamily="49" charset="0"/>
              </a:rPr>
              <a:t> rank = 0; //local variable, belongs only to Rank()</a:t>
            </a:r>
          </a:p>
          <a:p>
            <a:pPr marL="0" indent="0">
              <a:buNone/>
            </a:pPr>
            <a:r>
              <a:rPr lang="en-US" sz="1400" dirty="0">
                <a:latin typeface="Consolas" panose="020B0609020204030204" pitchFamily="49" charset="0"/>
              </a:rPr>
              <a:t>      rank = rank + 7;</a:t>
            </a:r>
          </a:p>
          <a:p>
            <a:pPr marL="0" indent="0">
              <a:buNone/>
            </a:pPr>
            <a:r>
              <a:rPr lang="en-US" sz="1400" dirty="0">
                <a:solidFill>
                  <a:srgbClr val="C00000"/>
                </a:solidFill>
                <a:latin typeface="Consolas" panose="020B0609020204030204" pitchFamily="49" charset="0"/>
              </a:rPr>
              <a:t>      </a:t>
            </a:r>
            <a:r>
              <a:rPr lang="en-US" sz="1400" dirty="0" err="1">
                <a:solidFill>
                  <a:srgbClr val="C00000"/>
                </a:solidFill>
                <a:latin typeface="Consolas" panose="020B0609020204030204" pitchFamily="49" charset="0"/>
              </a:rPr>
              <a:t>System.out.println</a:t>
            </a:r>
            <a:r>
              <a:rPr lang="en-US" sz="1400" dirty="0">
                <a:latin typeface="Consolas" panose="020B0609020204030204" pitchFamily="49" charset="0"/>
              </a:rPr>
              <a:t>("</a:t>
            </a:r>
            <a:r>
              <a:rPr lang="en-US" sz="1400" dirty="0">
                <a:solidFill>
                  <a:srgbClr val="00B050"/>
                </a:solidFill>
                <a:latin typeface="Consolas" panose="020B0609020204030204" pitchFamily="49" charset="0"/>
              </a:rPr>
              <a:t>Rank =</a:t>
            </a:r>
            <a:r>
              <a:rPr lang="en-US" sz="1400" dirty="0">
                <a:latin typeface="Consolas" panose="020B0609020204030204" pitchFamily="49" charset="0"/>
              </a:rPr>
              <a:t> " + rank);</a:t>
            </a:r>
          </a:p>
          <a:p>
            <a:pPr marL="0" indent="0">
              <a:buNone/>
            </a:pPr>
            <a:r>
              <a:rPr lang="en-US" sz="1400" dirty="0">
                <a:latin typeface="Consolas" panose="020B0609020204030204" pitchFamily="49" charset="0"/>
              </a:rPr>
              <a:t>   }</a:t>
            </a:r>
          </a:p>
          <a:p>
            <a:pPr marL="0" indent="0">
              <a:buNone/>
            </a:pPr>
            <a:r>
              <a:rPr lang="en-US" sz="1400" dirty="0">
                <a:latin typeface="Consolas" panose="020B0609020204030204" pitchFamily="49" charset="0"/>
              </a:rPr>
              <a:t>   </a:t>
            </a:r>
            <a:r>
              <a:rPr lang="en-US" sz="1400" dirty="0">
                <a:solidFill>
                  <a:srgbClr val="0070C0"/>
                </a:solidFill>
                <a:latin typeface="Consolas" panose="020B0609020204030204" pitchFamily="49" charset="0"/>
              </a:rPr>
              <a:t>public static void </a:t>
            </a:r>
            <a:r>
              <a:rPr lang="en-US" sz="1400" dirty="0">
                <a:latin typeface="Consolas" panose="020B0609020204030204" pitchFamily="49" charset="0"/>
              </a:rPr>
              <a:t>main(</a:t>
            </a:r>
            <a:r>
              <a:rPr lang="en-US" sz="1400" dirty="0">
                <a:solidFill>
                  <a:srgbClr val="C00000"/>
                </a:solidFill>
                <a:latin typeface="Consolas" panose="020B0609020204030204" pitchFamily="49" charset="0"/>
              </a:rPr>
              <a:t>String</a:t>
            </a:r>
            <a:r>
              <a:rPr lang="en-US" sz="1400" dirty="0">
                <a:latin typeface="Consolas" panose="020B0609020204030204" pitchFamily="49" charset="0"/>
              </a:rPr>
              <a:t> </a:t>
            </a:r>
            <a:r>
              <a:rPr lang="en-US" sz="1400" dirty="0" err="1">
                <a:latin typeface="Consolas" panose="020B0609020204030204" pitchFamily="49" charset="0"/>
              </a:rPr>
              <a:t>args</a:t>
            </a:r>
            <a:r>
              <a:rPr lang="en-US" sz="1400" dirty="0">
                <a:latin typeface="Consolas" panose="020B0609020204030204" pitchFamily="49" charset="0"/>
              </a:rPr>
              <a:t>[]) {</a:t>
            </a:r>
          </a:p>
          <a:p>
            <a:pPr marL="0" indent="0">
              <a:buNone/>
            </a:pPr>
            <a:r>
              <a:rPr lang="en-US" sz="1400" dirty="0">
                <a:latin typeface="Consolas" panose="020B0609020204030204" pitchFamily="49" charset="0"/>
              </a:rPr>
              <a:t>      Demo d = </a:t>
            </a:r>
            <a:r>
              <a:rPr lang="en-US" sz="1400" dirty="0">
                <a:solidFill>
                  <a:srgbClr val="0070C0"/>
                </a:solidFill>
                <a:latin typeface="Consolas" panose="020B0609020204030204" pitchFamily="49" charset="0"/>
              </a:rPr>
              <a:t>new </a:t>
            </a:r>
            <a:r>
              <a:rPr lang="en-US" sz="1400" dirty="0">
                <a:latin typeface="Consolas" panose="020B0609020204030204" pitchFamily="49" charset="0"/>
              </a:rPr>
              <a:t>Demo();</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d.Rank</a:t>
            </a:r>
            <a:r>
              <a:rPr lang="en-US" sz="1400" dirty="0">
                <a:latin typeface="Consolas" panose="020B0609020204030204" pitchFamily="49" charset="0"/>
              </a:rPr>
              <a:t>();</a:t>
            </a:r>
          </a:p>
          <a:p>
            <a:pPr marL="0" indent="0">
              <a:buNone/>
            </a:pPr>
            <a:r>
              <a:rPr lang="en-US" sz="1400" dirty="0">
                <a:latin typeface="Consolas" panose="020B0609020204030204" pitchFamily="49" charset="0"/>
              </a:rPr>
              <a:t>   }</a:t>
            </a:r>
          </a:p>
          <a:p>
            <a:pPr marL="0" indent="0">
              <a:buNone/>
            </a:pPr>
            <a:r>
              <a:rPr lang="en-US" sz="1400" dirty="0">
                <a:latin typeface="Consolas" panose="020B0609020204030204" pitchFamily="49" charset="0"/>
              </a:rPr>
              <a:t>}</a:t>
            </a:r>
            <a:endParaRPr lang="en-IN" sz="1400" dirty="0">
              <a:latin typeface="Consolas" panose="020B0609020204030204" pitchFamily="49" charset="0"/>
            </a:endParaRPr>
          </a:p>
        </p:txBody>
      </p:sp>
      <p:sp>
        <p:nvSpPr>
          <p:cNvPr id="8" name="TextBox 7">
            <a:extLst>
              <a:ext uri="{FF2B5EF4-FFF2-40B4-BE49-F238E27FC236}">
                <a16:creationId xmlns:a16="http://schemas.microsoft.com/office/drawing/2014/main" id="{91833CBB-2F22-4681-8097-1C522C34EDB3}"/>
              </a:ext>
            </a:extLst>
          </p:cNvPr>
          <p:cNvSpPr txBox="1"/>
          <p:nvPr/>
        </p:nvSpPr>
        <p:spPr>
          <a:xfrm>
            <a:off x="6830292" y="2107138"/>
            <a:ext cx="4523508" cy="1938992"/>
          </a:xfrm>
          <a:prstGeom prst="rect">
            <a:avLst/>
          </a:prstGeom>
          <a:noFill/>
        </p:spPr>
        <p:txBody>
          <a:bodyPr wrap="square">
            <a:spAutoFit/>
          </a:bodyPr>
          <a:lstStyle/>
          <a:p>
            <a:r>
              <a:rPr lang="en-US" sz="4000" b="0" i="0" dirty="0">
                <a:solidFill>
                  <a:srgbClr val="002060"/>
                </a:solidFill>
                <a:effectLst/>
                <a:latin typeface="Gill Sans MT" panose="020B0502020104020203" pitchFamily="34" charset="0"/>
              </a:rPr>
              <a:t>There is </a:t>
            </a:r>
            <a:r>
              <a:rPr lang="en-US" sz="4000" b="1" dirty="0">
                <a:solidFill>
                  <a:srgbClr val="002060"/>
                </a:solidFill>
                <a:latin typeface="Gill Sans MT" panose="020B0502020104020203" pitchFamily="34" charset="0"/>
              </a:rPr>
              <a:t>NO</a:t>
            </a:r>
            <a:r>
              <a:rPr lang="en-US" sz="4000" b="0" i="0" dirty="0">
                <a:solidFill>
                  <a:srgbClr val="002060"/>
                </a:solidFill>
                <a:effectLst/>
                <a:latin typeface="Gill Sans MT" panose="020B0502020104020203" pitchFamily="34" charset="0"/>
              </a:rPr>
              <a:t> such concept of Global Variables in Java.</a:t>
            </a:r>
            <a:endParaRPr lang="en-IN" sz="4000" dirty="0">
              <a:solidFill>
                <a:srgbClr val="002060"/>
              </a:solidFill>
              <a:latin typeface="Gill Sans MT" panose="020B0502020104020203" pitchFamily="34" charset="0"/>
            </a:endParaRPr>
          </a:p>
        </p:txBody>
      </p:sp>
      <p:sp>
        <p:nvSpPr>
          <p:cNvPr id="9" name="Title 1">
            <a:extLst>
              <a:ext uri="{FF2B5EF4-FFF2-40B4-BE49-F238E27FC236}">
                <a16:creationId xmlns:a16="http://schemas.microsoft.com/office/drawing/2014/main" id="{05AB7955-9D54-483D-9EF1-F9232634CEBA}"/>
              </a:ext>
            </a:extLst>
          </p:cNvPr>
          <p:cNvSpPr txBox="1">
            <a:spLocks/>
          </p:cNvSpPr>
          <p:nvPr/>
        </p:nvSpPr>
        <p:spPr>
          <a:xfrm>
            <a:off x="6615545" y="411595"/>
            <a:ext cx="538249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a:solidFill>
                  <a:srgbClr val="C00000"/>
                </a:solidFill>
                <a:latin typeface="Arial Rounded MT Bold" panose="020F0704030504030204" pitchFamily="34" charset="0"/>
              </a:rPr>
              <a:t>Global Variables</a:t>
            </a:r>
          </a:p>
        </p:txBody>
      </p:sp>
      <p:sp>
        <p:nvSpPr>
          <p:cNvPr id="13" name="TextBox 12">
            <a:extLst>
              <a:ext uri="{FF2B5EF4-FFF2-40B4-BE49-F238E27FC236}">
                <a16:creationId xmlns:a16="http://schemas.microsoft.com/office/drawing/2014/main" id="{CD22BC35-0595-4AC9-A090-0326722B21CC}"/>
              </a:ext>
            </a:extLst>
          </p:cNvPr>
          <p:cNvSpPr txBox="1"/>
          <p:nvPr/>
        </p:nvSpPr>
        <p:spPr>
          <a:xfrm>
            <a:off x="6608617" y="4750862"/>
            <a:ext cx="5001491" cy="830997"/>
          </a:xfrm>
          <a:prstGeom prst="rect">
            <a:avLst/>
          </a:prstGeom>
          <a:noFill/>
        </p:spPr>
        <p:txBody>
          <a:bodyPr wrap="square">
            <a:spAutoFit/>
          </a:bodyPr>
          <a:lstStyle/>
          <a:p>
            <a:r>
              <a:rPr lang="en-US" sz="2400" b="1" dirty="0">
                <a:solidFill>
                  <a:schemeClr val="accent6">
                    <a:lumMod val="50000"/>
                  </a:schemeClr>
                </a:solidFill>
                <a:latin typeface="Gill Sans MT" panose="020B0502020104020203" pitchFamily="34" charset="0"/>
              </a:rPr>
              <a:t>We can have </a:t>
            </a:r>
            <a:r>
              <a:rPr lang="en-US" sz="2400" b="1" dirty="0">
                <a:solidFill>
                  <a:srgbClr val="002060"/>
                </a:solidFill>
                <a:latin typeface="Gill Sans MT" panose="020B0502020104020203" pitchFamily="34" charset="0"/>
              </a:rPr>
              <a:t>static</a:t>
            </a:r>
            <a:r>
              <a:rPr lang="en-US" sz="2400" b="1" dirty="0">
                <a:solidFill>
                  <a:schemeClr val="accent6">
                    <a:lumMod val="50000"/>
                  </a:schemeClr>
                </a:solidFill>
                <a:latin typeface="Gill Sans MT" panose="020B0502020104020203" pitchFamily="34" charset="0"/>
              </a:rPr>
              <a:t> variables to have the scope of global variables.</a:t>
            </a:r>
            <a:endParaRPr lang="en-IN" sz="2400" b="1" dirty="0">
              <a:solidFill>
                <a:schemeClr val="accent6">
                  <a:lumMod val="50000"/>
                </a:schemeClr>
              </a:solidFill>
              <a:latin typeface="Gill Sans MT" panose="020B0502020104020203" pitchFamily="34" charset="0"/>
            </a:endParaRPr>
          </a:p>
        </p:txBody>
      </p:sp>
    </p:spTree>
    <p:extLst>
      <p:ext uri="{BB962C8B-B14F-4D97-AF65-F5344CB8AC3E}">
        <p14:creationId xmlns:p14="http://schemas.microsoft.com/office/powerpoint/2010/main" val="490455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500"/>
                                  </p:iterate>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wd">
                                    <p:tmAbs val="500"/>
                                  </p:iterate>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wd">
                                    <p:tmAbs val="500"/>
                                  </p:iterate>
                                  <p:childTnLst>
                                    <p:set>
                                      <p:cBhvr>
                                        <p:cTn id="3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wd">
                                    <p:tmAbs val="500"/>
                                  </p:iterate>
                                  <p:childTnLst>
                                    <p:set>
                                      <p:cBhvr>
                                        <p:cTn id="3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wd">
                                    <p:tmAbs val="500"/>
                                  </p:iterate>
                                  <p:childTnLst>
                                    <p:set>
                                      <p:cBhvr>
                                        <p:cTn id="4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wd">
                                    <p:tmAbs val="500"/>
                                  </p:iterate>
                                  <p:childTnLst>
                                    <p:set>
                                      <p:cBhvr>
                                        <p:cTn id="4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type="wd">
                                    <p:tmAbs val="500"/>
                                  </p:iterate>
                                  <p:childTnLst>
                                    <p:set>
                                      <p:cBhvr>
                                        <p:cTn id="5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6" presetClass="entr" presetSubtype="16"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circle(in)">
                                      <p:cBhvr>
                                        <p:cTn id="55" dur="2000"/>
                                        <p:tgtEl>
                                          <p:spTgt spid="9"/>
                                        </p:tgtEl>
                                      </p:cBhvr>
                                    </p:animEffect>
                                  </p:childTnLst>
                                </p:cTn>
                              </p:par>
                            </p:childTnLst>
                          </p:cTn>
                        </p:par>
                      </p:childTnLst>
                    </p:cTn>
                  </p:par>
                  <p:par>
                    <p:cTn id="56" fill="hold">
                      <p:stCondLst>
                        <p:cond delay="indefinite"/>
                      </p:stCondLst>
                      <p:childTnLst>
                        <p:par>
                          <p:cTn id="57" fill="hold">
                            <p:stCondLst>
                              <p:cond delay="0"/>
                            </p:stCondLst>
                            <p:childTnLst>
                              <p:par>
                                <p:cTn id="58" presetID="6" presetClass="entr" presetSubtype="16" fill="hold" grpId="0" nodeType="click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circle(in)">
                                      <p:cBhvr>
                                        <p:cTn id="60"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B220A-2BA6-D353-0BDD-74A95B2A359E}"/>
              </a:ext>
            </a:extLst>
          </p:cNvPr>
          <p:cNvSpPr>
            <a:spLocks noGrp="1"/>
          </p:cNvSpPr>
          <p:nvPr>
            <p:ph type="title"/>
          </p:nvPr>
        </p:nvSpPr>
        <p:spPr/>
        <p:txBody>
          <a:bodyPr/>
          <a:lstStyle/>
          <a:p>
            <a:r>
              <a:rPr lang="en-US" b="1" dirty="0"/>
              <a:t>Example</a:t>
            </a:r>
            <a:endParaRPr lang="en-IN" b="1" dirty="0"/>
          </a:p>
        </p:txBody>
      </p:sp>
      <p:sp>
        <p:nvSpPr>
          <p:cNvPr id="4" name="Slide Number Placeholder 3">
            <a:extLst>
              <a:ext uri="{FF2B5EF4-FFF2-40B4-BE49-F238E27FC236}">
                <a16:creationId xmlns:a16="http://schemas.microsoft.com/office/drawing/2014/main" id="{6B450B7B-CBF5-E2FD-CFBB-AC2A8878DCAF}"/>
              </a:ext>
            </a:extLst>
          </p:cNvPr>
          <p:cNvSpPr>
            <a:spLocks noGrp="1"/>
          </p:cNvSpPr>
          <p:nvPr>
            <p:ph type="sldNum" sz="quarter" idx="12"/>
          </p:nvPr>
        </p:nvSpPr>
        <p:spPr/>
        <p:txBody>
          <a:bodyPr/>
          <a:lstStyle/>
          <a:p>
            <a:fld id="{4DAC0951-10B0-4509-9BA5-FD8683A6F967}" type="slidenum">
              <a:rPr lang="en-IN" smtClean="0"/>
              <a:pPr/>
              <a:t>14</a:t>
            </a:fld>
            <a:endParaRPr lang="en-IN"/>
          </a:p>
        </p:txBody>
      </p:sp>
      <p:sp>
        <p:nvSpPr>
          <p:cNvPr id="6" name="TextBox 5">
            <a:extLst>
              <a:ext uri="{FF2B5EF4-FFF2-40B4-BE49-F238E27FC236}">
                <a16:creationId xmlns:a16="http://schemas.microsoft.com/office/drawing/2014/main" id="{9A939555-EE69-F296-CCFC-41CE626D339A}"/>
              </a:ext>
            </a:extLst>
          </p:cNvPr>
          <p:cNvSpPr txBox="1"/>
          <p:nvPr/>
        </p:nvSpPr>
        <p:spPr>
          <a:xfrm>
            <a:off x="838200" y="1884005"/>
            <a:ext cx="6096000" cy="3373359"/>
          </a:xfrm>
          <a:prstGeom prst="rect">
            <a:avLst/>
          </a:prstGeom>
          <a:noFill/>
        </p:spPr>
        <p:txBody>
          <a:bodyPr wrap="square">
            <a:spAutoFit/>
          </a:bodyPr>
          <a:lstStyle/>
          <a:p>
            <a:pPr>
              <a:lnSpc>
                <a:spcPct val="150000"/>
              </a:lnSpc>
            </a:pPr>
            <a:r>
              <a:rPr lang="en-IN" dirty="0"/>
              <a:t>class Counter {</a:t>
            </a:r>
          </a:p>
          <a:p>
            <a:pPr>
              <a:lnSpc>
                <a:spcPct val="150000"/>
              </a:lnSpc>
            </a:pPr>
            <a:r>
              <a:rPr lang="en-IN" dirty="0"/>
              <a:t>    static int x = 0;</a:t>
            </a:r>
          </a:p>
          <a:p>
            <a:pPr>
              <a:lnSpc>
                <a:spcPct val="150000"/>
              </a:lnSpc>
            </a:pPr>
            <a:endParaRPr lang="en-IN" dirty="0"/>
          </a:p>
          <a:p>
            <a:pPr>
              <a:lnSpc>
                <a:spcPct val="150000"/>
              </a:lnSpc>
            </a:pPr>
            <a:r>
              <a:rPr lang="en-IN" dirty="0"/>
              <a:t>    public static void main(String[] </a:t>
            </a:r>
            <a:r>
              <a:rPr lang="en-IN" dirty="0" err="1"/>
              <a:t>args</a:t>
            </a:r>
            <a:r>
              <a:rPr lang="en-IN" dirty="0"/>
              <a:t>) {</a:t>
            </a:r>
          </a:p>
          <a:p>
            <a:pPr>
              <a:lnSpc>
                <a:spcPct val="150000"/>
              </a:lnSpc>
            </a:pPr>
            <a:r>
              <a:rPr lang="en-IN" dirty="0"/>
              <a:t>        </a:t>
            </a:r>
            <a:r>
              <a:rPr lang="en-IN" dirty="0" err="1"/>
              <a:t>Counter.x</a:t>
            </a:r>
            <a:r>
              <a:rPr lang="en-IN" dirty="0"/>
              <a:t> = 10;</a:t>
            </a:r>
          </a:p>
          <a:p>
            <a:pPr>
              <a:lnSpc>
                <a:spcPct val="150000"/>
              </a:lnSpc>
            </a:pPr>
            <a:r>
              <a:rPr lang="en-IN" dirty="0"/>
              <a:t>        </a:t>
            </a:r>
            <a:r>
              <a:rPr lang="en-IN" dirty="0" err="1"/>
              <a:t>System.out.println</a:t>
            </a:r>
            <a:r>
              <a:rPr lang="en-IN" dirty="0"/>
              <a:t>(</a:t>
            </a:r>
            <a:r>
              <a:rPr lang="en-IN" dirty="0" err="1"/>
              <a:t>Counter.x</a:t>
            </a:r>
            <a:r>
              <a:rPr lang="en-IN" dirty="0"/>
              <a:t>);  // 10</a:t>
            </a:r>
          </a:p>
          <a:p>
            <a:pPr>
              <a:lnSpc>
                <a:spcPct val="150000"/>
              </a:lnSpc>
            </a:pPr>
            <a:r>
              <a:rPr lang="en-IN" dirty="0"/>
              <a:t>    }</a:t>
            </a:r>
          </a:p>
          <a:p>
            <a:pPr>
              <a:lnSpc>
                <a:spcPct val="150000"/>
              </a:lnSpc>
            </a:pPr>
            <a:r>
              <a:rPr lang="en-IN" dirty="0"/>
              <a:t>}</a:t>
            </a:r>
          </a:p>
        </p:txBody>
      </p:sp>
      <p:sp>
        <p:nvSpPr>
          <p:cNvPr id="8" name="TextBox 7">
            <a:extLst>
              <a:ext uri="{FF2B5EF4-FFF2-40B4-BE49-F238E27FC236}">
                <a16:creationId xmlns:a16="http://schemas.microsoft.com/office/drawing/2014/main" id="{7A954FF6-3956-BE0F-41FD-7BC184271FC3}"/>
              </a:ext>
            </a:extLst>
          </p:cNvPr>
          <p:cNvSpPr txBox="1"/>
          <p:nvPr/>
        </p:nvSpPr>
        <p:spPr>
          <a:xfrm>
            <a:off x="6853084" y="1884005"/>
            <a:ext cx="6096000" cy="369332"/>
          </a:xfrm>
          <a:prstGeom prst="rect">
            <a:avLst/>
          </a:prstGeom>
          <a:noFill/>
        </p:spPr>
        <p:txBody>
          <a:bodyPr wrap="square">
            <a:spAutoFit/>
          </a:bodyPr>
          <a:lstStyle/>
          <a:p>
            <a:pPr>
              <a:buNone/>
            </a:pPr>
            <a:r>
              <a:rPr lang="en-US" dirty="0"/>
              <a:t>You can access </a:t>
            </a:r>
            <a:r>
              <a:rPr lang="en-US" dirty="0">
                <a:latin typeface="Courier New" panose="02070309020205020404" pitchFamily="49" charset="0"/>
              </a:rPr>
              <a:t>x</a:t>
            </a:r>
            <a:r>
              <a:rPr lang="en-US" dirty="0"/>
              <a:t> anywhere using:</a:t>
            </a:r>
          </a:p>
        </p:txBody>
      </p:sp>
      <p:sp>
        <p:nvSpPr>
          <p:cNvPr id="10" name="TextBox 9">
            <a:extLst>
              <a:ext uri="{FF2B5EF4-FFF2-40B4-BE49-F238E27FC236}">
                <a16:creationId xmlns:a16="http://schemas.microsoft.com/office/drawing/2014/main" id="{A3690631-8D36-A063-6187-EE56F8C91B4B}"/>
              </a:ext>
            </a:extLst>
          </p:cNvPr>
          <p:cNvSpPr txBox="1"/>
          <p:nvPr/>
        </p:nvSpPr>
        <p:spPr>
          <a:xfrm>
            <a:off x="6853084" y="2446654"/>
            <a:ext cx="6474542" cy="369332"/>
          </a:xfrm>
          <a:prstGeom prst="rect">
            <a:avLst/>
          </a:prstGeom>
          <a:noFill/>
        </p:spPr>
        <p:txBody>
          <a:bodyPr wrap="square">
            <a:spAutoFit/>
          </a:bodyPr>
          <a:lstStyle/>
          <a:p>
            <a:pPr>
              <a:buNone/>
            </a:pPr>
            <a:r>
              <a:rPr lang="en-US"/>
              <a:t>Counter.x</a:t>
            </a:r>
            <a:endParaRPr lang="en-US" dirty="0"/>
          </a:p>
        </p:txBody>
      </p:sp>
      <p:sp>
        <p:nvSpPr>
          <p:cNvPr id="12" name="TextBox 11">
            <a:extLst>
              <a:ext uri="{FF2B5EF4-FFF2-40B4-BE49-F238E27FC236}">
                <a16:creationId xmlns:a16="http://schemas.microsoft.com/office/drawing/2014/main" id="{5C263B3E-7987-D76F-CCFA-C25333AE80F7}"/>
              </a:ext>
            </a:extLst>
          </p:cNvPr>
          <p:cNvSpPr txBox="1"/>
          <p:nvPr/>
        </p:nvSpPr>
        <p:spPr>
          <a:xfrm>
            <a:off x="6853084" y="3091538"/>
            <a:ext cx="6666270" cy="646331"/>
          </a:xfrm>
          <a:prstGeom prst="rect">
            <a:avLst/>
          </a:prstGeom>
          <a:noFill/>
        </p:spPr>
        <p:txBody>
          <a:bodyPr wrap="square">
            <a:spAutoFit/>
          </a:bodyPr>
          <a:lstStyle/>
          <a:p>
            <a:pPr>
              <a:buNone/>
            </a:pPr>
            <a:r>
              <a:rPr lang="en-IN" dirty="0"/>
              <a:t>So we say,</a:t>
            </a:r>
          </a:p>
          <a:p>
            <a:pPr>
              <a:buNone/>
            </a:pPr>
            <a:r>
              <a:rPr lang="en-IN" dirty="0"/>
              <a:t>Static variables behave like global variables.</a:t>
            </a:r>
          </a:p>
        </p:txBody>
      </p:sp>
      <p:sp>
        <p:nvSpPr>
          <p:cNvPr id="14" name="TextBox 13">
            <a:extLst>
              <a:ext uri="{FF2B5EF4-FFF2-40B4-BE49-F238E27FC236}">
                <a16:creationId xmlns:a16="http://schemas.microsoft.com/office/drawing/2014/main" id="{38DD8AA2-4CC2-972F-90D6-9BB472389B63}"/>
              </a:ext>
            </a:extLst>
          </p:cNvPr>
          <p:cNvSpPr txBox="1"/>
          <p:nvPr/>
        </p:nvSpPr>
        <p:spPr>
          <a:xfrm>
            <a:off x="6934200" y="4004499"/>
            <a:ext cx="4077929" cy="1200329"/>
          </a:xfrm>
          <a:prstGeom prst="rect">
            <a:avLst/>
          </a:prstGeom>
          <a:noFill/>
        </p:spPr>
        <p:txBody>
          <a:bodyPr wrap="square">
            <a:spAutoFit/>
          </a:bodyPr>
          <a:lstStyle/>
          <a:p>
            <a:pPr>
              <a:buNone/>
            </a:pPr>
            <a:r>
              <a:rPr lang="en-US" dirty="0"/>
              <a:t>Even static variables are:</a:t>
            </a:r>
          </a:p>
          <a:p>
            <a:pPr>
              <a:buFont typeface="Arial" panose="020B0604020202020204" pitchFamily="34" charset="0"/>
              <a:buChar char="•"/>
            </a:pPr>
            <a:r>
              <a:rPr lang="en-US" dirty="0"/>
              <a:t>Still inside a class</a:t>
            </a:r>
          </a:p>
          <a:p>
            <a:pPr>
              <a:buFont typeface="Arial" panose="020B0604020202020204" pitchFamily="34" charset="0"/>
              <a:buChar char="•"/>
            </a:pPr>
            <a:r>
              <a:rPr lang="en-US" dirty="0"/>
              <a:t>Still controlled by access modifiers</a:t>
            </a:r>
          </a:p>
          <a:p>
            <a:pPr>
              <a:buFont typeface="Arial" panose="020B0604020202020204" pitchFamily="34" charset="0"/>
              <a:buChar char="•"/>
            </a:pPr>
            <a:r>
              <a:rPr lang="en-US" dirty="0"/>
              <a:t>Not truly global like C/C++</a:t>
            </a:r>
          </a:p>
        </p:txBody>
      </p:sp>
    </p:spTree>
    <p:extLst>
      <p:ext uri="{BB962C8B-B14F-4D97-AF65-F5344CB8AC3E}">
        <p14:creationId xmlns:p14="http://schemas.microsoft.com/office/powerpoint/2010/main" val="3824805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CB0D8-BAF4-4738-A33F-E01662885BAC}"/>
              </a:ext>
            </a:extLst>
          </p:cNvPr>
          <p:cNvSpPr>
            <a:spLocks noGrp="1"/>
          </p:cNvSpPr>
          <p:nvPr>
            <p:ph type="title"/>
          </p:nvPr>
        </p:nvSpPr>
        <p:spPr/>
        <p:txBody>
          <a:bodyPr/>
          <a:lstStyle/>
          <a:p>
            <a:r>
              <a:rPr lang="en-IN" b="1">
                <a:solidFill>
                  <a:srgbClr val="C00000"/>
                </a:solidFill>
                <a:latin typeface="Arial Rounded MT Bold"/>
              </a:rPr>
              <a:t>Packages</a:t>
            </a:r>
            <a:endParaRPr lang="en-IN" b="1">
              <a:solidFill>
                <a:srgbClr val="C00000"/>
              </a:solidFill>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43ADF860-3476-44A2-9014-C53666AC7EF9}"/>
              </a:ext>
            </a:extLst>
          </p:cNvPr>
          <p:cNvSpPr>
            <a:spLocks noGrp="1"/>
          </p:cNvSpPr>
          <p:nvPr>
            <p:ph idx="1"/>
          </p:nvPr>
        </p:nvSpPr>
        <p:spPr>
          <a:xfrm>
            <a:off x="671943" y="1574731"/>
            <a:ext cx="11132127" cy="2595488"/>
          </a:xfrm>
        </p:spPr>
        <p:txBody>
          <a:bodyPr/>
          <a:lstStyle/>
          <a:p>
            <a:pPr algn="just"/>
            <a:r>
              <a:rPr lang="en-US">
                <a:latin typeface="Gill Sans MT" panose="020B0502020104020203" pitchFamily="34" charset="0"/>
              </a:rPr>
              <a:t>A</a:t>
            </a:r>
            <a:r>
              <a:rPr lang="en-US" b="0" i="0">
                <a:effectLst/>
                <a:latin typeface="Gill Sans MT" panose="020B0502020104020203" pitchFamily="34" charset="0"/>
              </a:rPr>
              <a:t> mechanism to encapsulate a group of classes, sub packages and interfaces. </a:t>
            </a:r>
          </a:p>
          <a:p>
            <a:pPr algn="just"/>
            <a:r>
              <a:rPr lang="en-US" b="0" i="0">
                <a:effectLst/>
                <a:latin typeface="Gill Sans MT" panose="020B0502020104020203" pitchFamily="34" charset="0"/>
              </a:rPr>
              <a:t>We put related classes into packages. After that, we can simply write an import class from existing packages and use it in our program. A package is a container of a group of related classes where some of the classes are accessible are exposed and others are kept for internal purpose.</a:t>
            </a:r>
            <a:endParaRPr lang="en-IN">
              <a:latin typeface="Gill Sans MT" panose="020B0502020104020203" pitchFamily="34" charset="0"/>
            </a:endParaRPr>
          </a:p>
        </p:txBody>
      </p:sp>
      <p:sp>
        <p:nvSpPr>
          <p:cNvPr id="4" name="Slide Number Placeholder 3">
            <a:extLst>
              <a:ext uri="{FF2B5EF4-FFF2-40B4-BE49-F238E27FC236}">
                <a16:creationId xmlns:a16="http://schemas.microsoft.com/office/drawing/2014/main" id="{8F62B742-0CA1-4252-BCD3-AD5FFFC9529A}"/>
              </a:ext>
            </a:extLst>
          </p:cNvPr>
          <p:cNvSpPr>
            <a:spLocks noGrp="1"/>
          </p:cNvSpPr>
          <p:nvPr>
            <p:ph type="sldNum" sz="quarter" idx="12"/>
          </p:nvPr>
        </p:nvSpPr>
        <p:spPr/>
        <p:txBody>
          <a:bodyPr/>
          <a:lstStyle/>
          <a:p>
            <a:fld id="{4DAC0951-10B0-4509-9BA5-FD8683A6F967}" type="slidenum">
              <a:rPr lang="en-IN" smtClean="0"/>
              <a:pPr/>
              <a:t>15</a:t>
            </a:fld>
            <a:endParaRPr lang="en-IN"/>
          </a:p>
        </p:txBody>
      </p:sp>
      <p:sp>
        <p:nvSpPr>
          <p:cNvPr id="19" name="Content Placeholder 2">
            <a:extLst>
              <a:ext uri="{FF2B5EF4-FFF2-40B4-BE49-F238E27FC236}">
                <a16:creationId xmlns:a16="http://schemas.microsoft.com/office/drawing/2014/main" id="{44C89015-C1CC-4AB7-B319-F7EE82557AE5}"/>
              </a:ext>
            </a:extLst>
          </p:cNvPr>
          <p:cNvSpPr txBox="1">
            <a:spLocks/>
          </p:cNvSpPr>
          <p:nvPr/>
        </p:nvSpPr>
        <p:spPr>
          <a:xfrm>
            <a:off x="962891" y="4277880"/>
            <a:ext cx="10515600" cy="529648"/>
          </a:xfrm>
          <a:prstGeom prst="rect">
            <a:avLst/>
          </a:prstGeom>
          <a:solidFill>
            <a:srgbClr val="CCFF66"/>
          </a:solidFill>
          <a:ln>
            <a:solidFill>
              <a:schemeClr val="accent5">
                <a:lumMod val="50000"/>
              </a:schemeClr>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solidFill>
                  <a:srgbClr val="000000"/>
                </a:solidFill>
                <a:latin typeface="Gill Sans MT" panose="020B0502020104020203" pitchFamily="34" charset="0"/>
              </a:rPr>
              <a:t>The Java API is a library of prewritten classes</a:t>
            </a:r>
            <a:endParaRPr lang="en-IN">
              <a:latin typeface="Gill Sans MT" panose="020B0502020104020203" pitchFamily="34" charset="0"/>
            </a:endParaRPr>
          </a:p>
        </p:txBody>
      </p:sp>
      <p:sp>
        <p:nvSpPr>
          <p:cNvPr id="20" name="Content Placeholder 2">
            <a:extLst>
              <a:ext uri="{FF2B5EF4-FFF2-40B4-BE49-F238E27FC236}">
                <a16:creationId xmlns:a16="http://schemas.microsoft.com/office/drawing/2014/main" id="{D276518A-0EC2-4A2B-8560-1074740AA1EF}"/>
              </a:ext>
            </a:extLst>
          </p:cNvPr>
          <p:cNvSpPr txBox="1">
            <a:spLocks/>
          </p:cNvSpPr>
          <p:nvPr/>
        </p:nvSpPr>
        <p:spPr>
          <a:xfrm>
            <a:off x="962891" y="4942466"/>
            <a:ext cx="10515600" cy="529648"/>
          </a:xfrm>
          <a:prstGeom prst="rect">
            <a:avLst/>
          </a:prstGeom>
          <a:solidFill>
            <a:srgbClr val="CCFF66"/>
          </a:solidFill>
          <a:ln>
            <a:solidFill>
              <a:schemeClr val="accent5">
                <a:lumMod val="50000"/>
              </a:schemeClr>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0" i="0">
                <a:solidFill>
                  <a:srgbClr val="000000"/>
                </a:solidFill>
                <a:effectLst/>
                <a:latin typeface="Gill Sans MT" panose="020B0502020104020203" pitchFamily="34" charset="0"/>
              </a:rPr>
              <a:t>The library is divided into </a:t>
            </a:r>
            <a:r>
              <a:rPr lang="en-US" b="1" i="0">
                <a:solidFill>
                  <a:srgbClr val="000000"/>
                </a:solidFill>
                <a:effectLst/>
                <a:latin typeface="Gill Sans MT" panose="020B0502020104020203" pitchFamily="34" charset="0"/>
              </a:rPr>
              <a:t>packages</a:t>
            </a:r>
            <a:r>
              <a:rPr lang="en-US" b="0" i="0">
                <a:solidFill>
                  <a:srgbClr val="000000"/>
                </a:solidFill>
                <a:effectLst/>
                <a:latin typeface="Gill Sans MT" panose="020B0502020104020203" pitchFamily="34" charset="0"/>
              </a:rPr>
              <a:t> and </a:t>
            </a:r>
            <a:r>
              <a:rPr lang="en-US" b="1" i="0">
                <a:solidFill>
                  <a:srgbClr val="000000"/>
                </a:solidFill>
                <a:effectLst/>
                <a:latin typeface="Gill Sans MT" panose="020B0502020104020203" pitchFamily="34" charset="0"/>
              </a:rPr>
              <a:t>classes</a:t>
            </a:r>
            <a:r>
              <a:rPr lang="en-US" b="0" i="0">
                <a:solidFill>
                  <a:srgbClr val="000000"/>
                </a:solidFill>
                <a:effectLst/>
                <a:latin typeface="Gill Sans MT" panose="020B0502020104020203" pitchFamily="34" charset="0"/>
              </a:rPr>
              <a:t>.</a:t>
            </a:r>
            <a:endParaRPr lang="en-IN">
              <a:latin typeface="Gill Sans MT" panose="020B0502020104020203" pitchFamily="34" charset="0"/>
            </a:endParaRPr>
          </a:p>
        </p:txBody>
      </p:sp>
      <p:sp>
        <p:nvSpPr>
          <p:cNvPr id="21" name="Content Placeholder 2">
            <a:extLst>
              <a:ext uri="{FF2B5EF4-FFF2-40B4-BE49-F238E27FC236}">
                <a16:creationId xmlns:a16="http://schemas.microsoft.com/office/drawing/2014/main" id="{A2C79E90-F911-4AD5-B686-8264EED1453B}"/>
              </a:ext>
            </a:extLst>
          </p:cNvPr>
          <p:cNvSpPr txBox="1">
            <a:spLocks/>
          </p:cNvSpPr>
          <p:nvPr/>
        </p:nvSpPr>
        <p:spPr>
          <a:xfrm>
            <a:off x="962891" y="5607990"/>
            <a:ext cx="10515600" cy="982735"/>
          </a:xfrm>
          <a:prstGeom prst="rect">
            <a:avLst/>
          </a:prstGeom>
          <a:solidFill>
            <a:srgbClr val="CCFF66"/>
          </a:solidFill>
          <a:ln>
            <a:solidFill>
              <a:schemeClr val="accent5">
                <a:lumMod val="50000"/>
              </a:schemeClr>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a:solidFill>
                  <a:srgbClr val="000000"/>
                </a:solidFill>
                <a:latin typeface="Gill Sans MT" panose="020B0502020104020203" pitchFamily="34" charset="0"/>
              </a:rPr>
              <a:t>Y</a:t>
            </a:r>
            <a:r>
              <a:rPr lang="en-US" b="0" i="0">
                <a:solidFill>
                  <a:srgbClr val="000000"/>
                </a:solidFill>
                <a:effectLst/>
                <a:latin typeface="Gill Sans MT" panose="020B0502020104020203" pitchFamily="34" charset="0"/>
              </a:rPr>
              <a:t>ou can either import a single class or a whole package that contain all the classes of it.</a:t>
            </a:r>
            <a:endParaRPr lang="en-IN">
              <a:latin typeface="Gill Sans MT" panose="020B0502020104020203" pitchFamily="34" charset="0"/>
            </a:endParaRPr>
          </a:p>
        </p:txBody>
      </p:sp>
    </p:spTree>
    <p:extLst>
      <p:ext uri="{BB962C8B-B14F-4D97-AF65-F5344CB8AC3E}">
        <p14:creationId xmlns:p14="http://schemas.microsoft.com/office/powerpoint/2010/main" val="1020611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inVertical)">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arn(inVertical)">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barn(inVertical)">
                                      <p:cBhvr>
                                        <p:cTn id="1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CB0D8-BAF4-4738-A33F-E01662885BAC}"/>
              </a:ext>
            </a:extLst>
          </p:cNvPr>
          <p:cNvSpPr>
            <a:spLocks noGrp="1"/>
          </p:cNvSpPr>
          <p:nvPr>
            <p:ph type="title"/>
          </p:nvPr>
        </p:nvSpPr>
        <p:spPr/>
        <p:txBody>
          <a:bodyPr/>
          <a:lstStyle/>
          <a:p>
            <a:r>
              <a:rPr lang="en-IN" b="1">
                <a:solidFill>
                  <a:srgbClr val="C00000"/>
                </a:solidFill>
                <a:latin typeface="Arial Rounded MT Bold" panose="020F0704030504030204" pitchFamily="34" charset="0"/>
              </a:rPr>
              <a:t>Packages</a:t>
            </a:r>
          </a:p>
        </p:txBody>
      </p:sp>
      <p:sp>
        <p:nvSpPr>
          <p:cNvPr id="4" name="Slide Number Placeholder 3">
            <a:extLst>
              <a:ext uri="{FF2B5EF4-FFF2-40B4-BE49-F238E27FC236}">
                <a16:creationId xmlns:a16="http://schemas.microsoft.com/office/drawing/2014/main" id="{8F62B742-0CA1-4252-BCD3-AD5FFFC9529A}"/>
              </a:ext>
            </a:extLst>
          </p:cNvPr>
          <p:cNvSpPr>
            <a:spLocks noGrp="1"/>
          </p:cNvSpPr>
          <p:nvPr>
            <p:ph type="sldNum" sz="quarter" idx="12"/>
          </p:nvPr>
        </p:nvSpPr>
        <p:spPr/>
        <p:txBody>
          <a:bodyPr/>
          <a:lstStyle/>
          <a:p>
            <a:fld id="{4DAC0951-10B0-4509-9BA5-FD8683A6F967}" type="slidenum">
              <a:rPr lang="en-IN" smtClean="0"/>
              <a:pPr/>
              <a:t>16</a:t>
            </a:fld>
            <a:endParaRPr lang="en-IN"/>
          </a:p>
        </p:txBody>
      </p:sp>
      <p:sp>
        <p:nvSpPr>
          <p:cNvPr id="9" name="Oval 8">
            <a:extLst>
              <a:ext uri="{FF2B5EF4-FFF2-40B4-BE49-F238E27FC236}">
                <a16:creationId xmlns:a16="http://schemas.microsoft.com/office/drawing/2014/main" id="{B8C24C83-5C22-4C4A-AC14-7B2D28AA3DB4}"/>
              </a:ext>
            </a:extLst>
          </p:cNvPr>
          <p:cNvSpPr/>
          <p:nvPr/>
        </p:nvSpPr>
        <p:spPr>
          <a:xfrm>
            <a:off x="5555671" y="186322"/>
            <a:ext cx="2126668" cy="665018"/>
          </a:xfrm>
          <a:prstGeom prst="ellipse">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a:solidFill>
                  <a:schemeClr val="bg1"/>
                </a:solidFill>
                <a:latin typeface="Gill Sans MT" panose="020B0502020104020203" pitchFamily="34" charset="0"/>
              </a:rPr>
              <a:t>Packages</a:t>
            </a:r>
          </a:p>
        </p:txBody>
      </p:sp>
      <p:sp>
        <p:nvSpPr>
          <p:cNvPr id="10" name="Rectangle: Rounded Corners 9">
            <a:extLst>
              <a:ext uri="{FF2B5EF4-FFF2-40B4-BE49-F238E27FC236}">
                <a16:creationId xmlns:a16="http://schemas.microsoft.com/office/drawing/2014/main" id="{B30F4E83-5036-4855-9E89-9EC1AE20DE88}"/>
              </a:ext>
            </a:extLst>
          </p:cNvPr>
          <p:cNvSpPr/>
          <p:nvPr/>
        </p:nvSpPr>
        <p:spPr>
          <a:xfrm>
            <a:off x="1316184" y="1662588"/>
            <a:ext cx="2604655" cy="665018"/>
          </a:xfrm>
          <a:prstGeom prst="roundRect">
            <a:avLst/>
          </a:prstGeom>
          <a:solidFill>
            <a:srgbClr val="2EFC44"/>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a:solidFill>
                  <a:schemeClr val="tx1"/>
                </a:solidFill>
                <a:latin typeface="Gill Sans MT" panose="020B0502020104020203" pitchFamily="34" charset="0"/>
              </a:rPr>
              <a:t>Built-in Packages</a:t>
            </a:r>
            <a:endParaRPr lang="en-IN" sz="2400">
              <a:solidFill>
                <a:schemeClr val="tx1"/>
              </a:solidFill>
              <a:latin typeface="Gill Sans MT" panose="020B0502020104020203" pitchFamily="34" charset="0"/>
            </a:endParaRPr>
          </a:p>
        </p:txBody>
      </p:sp>
      <p:sp>
        <p:nvSpPr>
          <p:cNvPr id="12" name="Rectangle: Rounded Corners 11">
            <a:extLst>
              <a:ext uri="{FF2B5EF4-FFF2-40B4-BE49-F238E27FC236}">
                <a16:creationId xmlns:a16="http://schemas.microsoft.com/office/drawing/2014/main" id="{1FA46E4D-162A-4E85-988F-8732EED8CF9C}"/>
              </a:ext>
            </a:extLst>
          </p:cNvPr>
          <p:cNvSpPr/>
          <p:nvPr/>
        </p:nvSpPr>
        <p:spPr>
          <a:xfrm>
            <a:off x="8465128" y="1661723"/>
            <a:ext cx="3255817" cy="665018"/>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latin typeface="Gill Sans MT" panose="020B0502020104020203" pitchFamily="34" charset="0"/>
              </a:rPr>
              <a:t>User-defined Packages</a:t>
            </a:r>
            <a:endParaRPr lang="en-IN" sz="2400">
              <a:solidFill>
                <a:schemeClr val="tx1"/>
              </a:solidFill>
              <a:latin typeface="Gill Sans MT" panose="020B0502020104020203" pitchFamily="34" charset="0"/>
            </a:endParaRPr>
          </a:p>
        </p:txBody>
      </p:sp>
      <p:cxnSp>
        <p:nvCxnSpPr>
          <p:cNvPr id="14" name="Straight Arrow Connector 13">
            <a:extLst>
              <a:ext uri="{FF2B5EF4-FFF2-40B4-BE49-F238E27FC236}">
                <a16:creationId xmlns:a16="http://schemas.microsoft.com/office/drawing/2014/main" id="{AE57D86A-9208-40FE-B582-C453CE8F5E85}"/>
              </a:ext>
            </a:extLst>
          </p:cNvPr>
          <p:cNvCxnSpPr>
            <a:cxnSpLocks/>
            <a:stCxn id="9" idx="4"/>
            <a:endCxn id="10" idx="0"/>
          </p:cNvCxnSpPr>
          <p:nvPr/>
        </p:nvCxnSpPr>
        <p:spPr>
          <a:xfrm flipH="1">
            <a:off x="2618512" y="851340"/>
            <a:ext cx="4000493" cy="811248"/>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5FFCEFA-941F-4258-A7F8-01DE76163F76}"/>
              </a:ext>
            </a:extLst>
          </p:cNvPr>
          <p:cNvCxnSpPr>
            <a:cxnSpLocks/>
            <a:stCxn id="9" idx="4"/>
            <a:endCxn id="12" idx="0"/>
          </p:cNvCxnSpPr>
          <p:nvPr/>
        </p:nvCxnSpPr>
        <p:spPr>
          <a:xfrm>
            <a:off x="6619005" y="851340"/>
            <a:ext cx="3474032" cy="810383"/>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D44A873-57B3-4EF3-A235-BA52000DF308}"/>
              </a:ext>
            </a:extLst>
          </p:cNvPr>
          <p:cNvSpPr txBox="1"/>
          <p:nvPr/>
        </p:nvSpPr>
        <p:spPr>
          <a:xfrm>
            <a:off x="322113" y="2480721"/>
            <a:ext cx="6629402" cy="707886"/>
          </a:xfrm>
          <a:prstGeom prst="rect">
            <a:avLst/>
          </a:prstGeom>
          <a:noFill/>
          <a:ln>
            <a:solidFill>
              <a:srgbClr val="00B050"/>
            </a:solidFill>
          </a:ln>
        </p:spPr>
        <p:txBody>
          <a:bodyPr wrap="square" lIns="91440" tIns="45720" rIns="91440" bIns="45720" anchor="t">
            <a:spAutoFit/>
          </a:bodyPr>
          <a:lstStyle/>
          <a:p>
            <a:r>
              <a:rPr lang="en-US" sz="2000">
                <a:latin typeface="Gill Sans MT"/>
              </a:rPr>
              <a:t>Predefined packages that come as a part of JVM to simplify the task of Java programmer.    </a:t>
            </a:r>
            <a:endParaRPr lang="en-IN" sz="2000">
              <a:latin typeface="Gill Sans MT"/>
            </a:endParaRPr>
          </a:p>
        </p:txBody>
      </p:sp>
      <p:sp>
        <p:nvSpPr>
          <p:cNvPr id="21" name="TextBox 20">
            <a:extLst>
              <a:ext uri="{FF2B5EF4-FFF2-40B4-BE49-F238E27FC236}">
                <a16:creationId xmlns:a16="http://schemas.microsoft.com/office/drawing/2014/main" id="{0EB2AEAD-199E-42AC-88A2-09846B4FB6B4}"/>
              </a:ext>
            </a:extLst>
          </p:cNvPr>
          <p:cNvSpPr txBox="1"/>
          <p:nvPr/>
        </p:nvSpPr>
        <p:spPr>
          <a:xfrm>
            <a:off x="322112" y="3172017"/>
            <a:ext cx="6629401" cy="400110"/>
          </a:xfrm>
          <a:prstGeom prst="rect">
            <a:avLst/>
          </a:prstGeom>
          <a:noFill/>
          <a:ln>
            <a:solidFill>
              <a:srgbClr val="00B050"/>
            </a:solidFill>
          </a:ln>
        </p:spPr>
        <p:txBody>
          <a:bodyPr wrap="square" lIns="91440" tIns="45720" rIns="91440" bIns="45720" anchor="t">
            <a:spAutoFit/>
          </a:bodyPr>
          <a:lstStyle/>
          <a:p>
            <a:r>
              <a:rPr lang="en-IN" sz="2000" err="1">
                <a:latin typeface="Gill Sans MT"/>
              </a:rPr>
              <a:t>Eg</a:t>
            </a:r>
            <a:r>
              <a:rPr lang="en-IN" sz="2000">
                <a:latin typeface="Gill Sans MT"/>
              </a:rPr>
              <a:t>: </a:t>
            </a:r>
            <a:r>
              <a:rPr lang="en-IN" sz="2000" err="1">
                <a:latin typeface="Gill Sans MT"/>
              </a:rPr>
              <a:t>java.lang</a:t>
            </a:r>
            <a:r>
              <a:rPr lang="en-IN" sz="2000">
                <a:latin typeface="Gill Sans MT"/>
              </a:rPr>
              <a:t>, java.io, </a:t>
            </a:r>
            <a:r>
              <a:rPr lang="en-IN" sz="2000" err="1">
                <a:latin typeface="Gill Sans MT"/>
              </a:rPr>
              <a:t>java.util</a:t>
            </a:r>
            <a:r>
              <a:rPr lang="en-IN" sz="2000">
                <a:latin typeface="Gill Sans MT"/>
              </a:rPr>
              <a:t>, </a:t>
            </a:r>
            <a:r>
              <a:rPr lang="en-IN" sz="2000" err="1">
                <a:latin typeface="Gill Sans MT"/>
              </a:rPr>
              <a:t>java.applet</a:t>
            </a:r>
            <a:r>
              <a:rPr lang="en-IN" sz="2000">
                <a:latin typeface="Gill Sans MT"/>
              </a:rPr>
              <a:t>,  </a:t>
            </a:r>
            <a:endParaRPr lang="en-IN" sz="2000">
              <a:latin typeface="Gill Sans MT" panose="020B0502020104020203" pitchFamily="34" charset="0"/>
            </a:endParaRPr>
          </a:p>
        </p:txBody>
      </p:sp>
      <p:sp>
        <p:nvSpPr>
          <p:cNvPr id="22" name="Rectangle 21">
            <a:extLst>
              <a:ext uri="{FF2B5EF4-FFF2-40B4-BE49-F238E27FC236}">
                <a16:creationId xmlns:a16="http://schemas.microsoft.com/office/drawing/2014/main" id="{086631A2-9A02-4364-BE30-FF7F66AA2EAE}"/>
              </a:ext>
            </a:extLst>
          </p:cNvPr>
          <p:cNvSpPr/>
          <p:nvPr/>
        </p:nvSpPr>
        <p:spPr>
          <a:xfrm>
            <a:off x="4509655" y="3669394"/>
            <a:ext cx="1690252" cy="475293"/>
          </a:xfrm>
          <a:prstGeom prst="rect">
            <a:avLst/>
          </a:prstGeom>
          <a:solidFill>
            <a:srgbClr val="FF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a:latin typeface="Gill Sans MT" panose="020B0502020104020203" pitchFamily="34" charset="0"/>
              </a:rPr>
              <a:t>java</a:t>
            </a:r>
          </a:p>
        </p:txBody>
      </p:sp>
      <p:sp>
        <p:nvSpPr>
          <p:cNvPr id="24" name="Rectangle 23">
            <a:extLst>
              <a:ext uri="{FF2B5EF4-FFF2-40B4-BE49-F238E27FC236}">
                <a16:creationId xmlns:a16="http://schemas.microsoft.com/office/drawing/2014/main" id="{53414BED-7EF0-40BB-9106-3C7DB1D72E0B}"/>
              </a:ext>
            </a:extLst>
          </p:cNvPr>
          <p:cNvSpPr/>
          <p:nvPr/>
        </p:nvSpPr>
        <p:spPr>
          <a:xfrm>
            <a:off x="1239983" y="5081770"/>
            <a:ext cx="1177637" cy="369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err="1">
                <a:latin typeface="Gill Sans MT" panose="020B0502020104020203" pitchFamily="34" charset="0"/>
              </a:rPr>
              <a:t>lang</a:t>
            </a:r>
            <a:endParaRPr lang="en-IN">
              <a:latin typeface="Gill Sans MT" panose="020B0502020104020203" pitchFamily="34" charset="0"/>
            </a:endParaRPr>
          </a:p>
        </p:txBody>
      </p:sp>
      <p:sp>
        <p:nvSpPr>
          <p:cNvPr id="26" name="Rectangle 25">
            <a:extLst>
              <a:ext uri="{FF2B5EF4-FFF2-40B4-BE49-F238E27FC236}">
                <a16:creationId xmlns:a16="http://schemas.microsoft.com/office/drawing/2014/main" id="{66833FF1-36BB-43AC-B949-64B353EA2499}"/>
              </a:ext>
            </a:extLst>
          </p:cNvPr>
          <p:cNvSpPr/>
          <p:nvPr/>
        </p:nvSpPr>
        <p:spPr>
          <a:xfrm>
            <a:off x="4765963" y="5081770"/>
            <a:ext cx="1177637" cy="369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atin typeface="Gill Sans MT" panose="020B0502020104020203" pitchFamily="34" charset="0"/>
              </a:rPr>
              <a:t>util</a:t>
            </a:r>
          </a:p>
        </p:txBody>
      </p:sp>
      <p:sp>
        <p:nvSpPr>
          <p:cNvPr id="28" name="Rectangle 27">
            <a:extLst>
              <a:ext uri="{FF2B5EF4-FFF2-40B4-BE49-F238E27FC236}">
                <a16:creationId xmlns:a16="http://schemas.microsoft.com/office/drawing/2014/main" id="{998175FE-81D6-48BB-B4F7-1F52BDAED1FF}"/>
              </a:ext>
            </a:extLst>
          </p:cNvPr>
          <p:cNvSpPr/>
          <p:nvPr/>
        </p:nvSpPr>
        <p:spPr>
          <a:xfrm>
            <a:off x="7876309" y="5083616"/>
            <a:ext cx="1177637" cy="36933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err="1">
                <a:latin typeface="Gill Sans MT" panose="020B0502020104020203" pitchFamily="34" charset="0"/>
              </a:rPr>
              <a:t>awt</a:t>
            </a:r>
            <a:endParaRPr lang="en-IN">
              <a:latin typeface="Gill Sans MT" panose="020B0502020104020203" pitchFamily="34" charset="0"/>
            </a:endParaRPr>
          </a:p>
        </p:txBody>
      </p:sp>
      <p:sp>
        <p:nvSpPr>
          <p:cNvPr id="29" name="Rectangle 28">
            <a:extLst>
              <a:ext uri="{FF2B5EF4-FFF2-40B4-BE49-F238E27FC236}">
                <a16:creationId xmlns:a16="http://schemas.microsoft.com/office/drawing/2014/main" id="{664B08EF-E1DC-4661-BEBD-B4684FBD8CE0}"/>
              </a:ext>
            </a:extLst>
          </p:cNvPr>
          <p:cNvSpPr/>
          <p:nvPr/>
        </p:nvSpPr>
        <p:spPr>
          <a:xfrm>
            <a:off x="180114" y="6079482"/>
            <a:ext cx="1385453" cy="369332"/>
          </a:xfrm>
          <a:prstGeom prst="rect">
            <a:avLst/>
          </a:prstGeom>
          <a:solidFill>
            <a:srgbClr val="F9354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err="1">
                <a:latin typeface="Gill Sans MT" panose="020B0502020104020203" pitchFamily="34" charset="0"/>
              </a:rPr>
              <a:t>System.class</a:t>
            </a:r>
            <a:endParaRPr lang="en-IN">
              <a:latin typeface="Gill Sans MT" panose="020B0502020104020203" pitchFamily="34" charset="0"/>
            </a:endParaRPr>
          </a:p>
        </p:txBody>
      </p:sp>
      <p:sp>
        <p:nvSpPr>
          <p:cNvPr id="31" name="Rectangle 30">
            <a:extLst>
              <a:ext uri="{FF2B5EF4-FFF2-40B4-BE49-F238E27FC236}">
                <a16:creationId xmlns:a16="http://schemas.microsoft.com/office/drawing/2014/main" id="{C4F4883F-F008-47C5-9BDC-4B72F55B623F}"/>
              </a:ext>
            </a:extLst>
          </p:cNvPr>
          <p:cNvSpPr/>
          <p:nvPr/>
        </p:nvSpPr>
        <p:spPr>
          <a:xfrm>
            <a:off x="1828802" y="6079482"/>
            <a:ext cx="1385453" cy="369332"/>
          </a:xfrm>
          <a:prstGeom prst="rect">
            <a:avLst/>
          </a:prstGeom>
          <a:solidFill>
            <a:srgbClr val="F9354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err="1">
                <a:latin typeface="Gill Sans MT" panose="020B0502020104020203" pitchFamily="34" charset="0"/>
              </a:rPr>
              <a:t>String.class</a:t>
            </a:r>
            <a:endParaRPr lang="en-IN">
              <a:latin typeface="Gill Sans MT" panose="020B0502020104020203" pitchFamily="34" charset="0"/>
            </a:endParaRPr>
          </a:p>
        </p:txBody>
      </p:sp>
      <p:sp>
        <p:nvSpPr>
          <p:cNvPr id="33" name="Rectangle 32">
            <a:extLst>
              <a:ext uri="{FF2B5EF4-FFF2-40B4-BE49-F238E27FC236}">
                <a16:creationId xmlns:a16="http://schemas.microsoft.com/office/drawing/2014/main" id="{DC765955-3FBD-4438-942B-B34FB8556421}"/>
              </a:ext>
            </a:extLst>
          </p:cNvPr>
          <p:cNvSpPr/>
          <p:nvPr/>
        </p:nvSpPr>
        <p:spPr>
          <a:xfrm>
            <a:off x="3571013" y="6079482"/>
            <a:ext cx="1586346" cy="369332"/>
          </a:xfrm>
          <a:prstGeom prst="rect">
            <a:avLst/>
          </a:prstGeom>
          <a:solidFill>
            <a:srgbClr val="F9354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err="1">
                <a:latin typeface="Gill Sans MT" panose="020B0502020104020203" pitchFamily="34" charset="0"/>
              </a:rPr>
              <a:t>Arraylist.class</a:t>
            </a:r>
            <a:endParaRPr lang="en-IN">
              <a:latin typeface="Gill Sans MT" panose="020B0502020104020203" pitchFamily="34" charset="0"/>
            </a:endParaRPr>
          </a:p>
        </p:txBody>
      </p:sp>
      <p:sp>
        <p:nvSpPr>
          <p:cNvPr id="35" name="Rectangle 34">
            <a:extLst>
              <a:ext uri="{FF2B5EF4-FFF2-40B4-BE49-F238E27FC236}">
                <a16:creationId xmlns:a16="http://schemas.microsoft.com/office/drawing/2014/main" id="{FC0A5285-665D-42B7-A8F7-009A42E2DFDB}"/>
              </a:ext>
            </a:extLst>
          </p:cNvPr>
          <p:cNvSpPr/>
          <p:nvPr/>
        </p:nvSpPr>
        <p:spPr>
          <a:xfrm>
            <a:off x="5448297" y="6076819"/>
            <a:ext cx="1586346" cy="369332"/>
          </a:xfrm>
          <a:prstGeom prst="rect">
            <a:avLst/>
          </a:prstGeom>
          <a:solidFill>
            <a:srgbClr val="F9354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err="1">
                <a:latin typeface="Gill Sans MT" panose="020B0502020104020203" pitchFamily="34" charset="0"/>
              </a:rPr>
              <a:t>Map.class</a:t>
            </a:r>
            <a:endParaRPr lang="en-IN">
              <a:latin typeface="Gill Sans MT" panose="020B0502020104020203" pitchFamily="34" charset="0"/>
            </a:endParaRPr>
          </a:p>
        </p:txBody>
      </p:sp>
      <p:sp>
        <p:nvSpPr>
          <p:cNvPr id="37" name="Rectangle 36">
            <a:extLst>
              <a:ext uri="{FF2B5EF4-FFF2-40B4-BE49-F238E27FC236}">
                <a16:creationId xmlns:a16="http://schemas.microsoft.com/office/drawing/2014/main" id="{F70F0296-46EF-40AA-840D-DB8FB696F941}"/>
              </a:ext>
            </a:extLst>
          </p:cNvPr>
          <p:cNvSpPr/>
          <p:nvPr/>
        </p:nvSpPr>
        <p:spPr>
          <a:xfrm>
            <a:off x="7682339" y="6076819"/>
            <a:ext cx="1586346" cy="369332"/>
          </a:xfrm>
          <a:prstGeom prst="rect">
            <a:avLst/>
          </a:prstGeom>
          <a:solidFill>
            <a:srgbClr val="F9354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err="1">
                <a:latin typeface="Gill Sans MT" panose="020B0502020104020203" pitchFamily="34" charset="0"/>
              </a:rPr>
              <a:t>Button.class</a:t>
            </a:r>
            <a:endParaRPr lang="en-IN">
              <a:latin typeface="Gill Sans MT" panose="020B0502020104020203" pitchFamily="34" charset="0"/>
            </a:endParaRPr>
          </a:p>
        </p:txBody>
      </p:sp>
      <p:sp>
        <p:nvSpPr>
          <p:cNvPr id="38" name="TextBox 37">
            <a:extLst>
              <a:ext uri="{FF2B5EF4-FFF2-40B4-BE49-F238E27FC236}">
                <a16:creationId xmlns:a16="http://schemas.microsoft.com/office/drawing/2014/main" id="{351AA385-53F0-4FEF-B00F-F6A47030D29A}"/>
              </a:ext>
            </a:extLst>
          </p:cNvPr>
          <p:cNvSpPr txBox="1"/>
          <p:nvPr/>
        </p:nvSpPr>
        <p:spPr>
          <a:xfrm>
            <a:off x="9989843" y="3785251"/>
            <a:ext cx="1002197" cy="400110"/>
          </a:xfrm>
          <a:prstGeom prst="rect">
            <a:avLst/>
          </a:prstGeom>
          <a:noFill/>
        </p:spPr>
        <p:txBody>
          <a:bodyPr wrap="none" rtlCol="0">
            <a:spAutoFit/>
          </a:bodyPr>
          <a:lstStyle/>
          <a:p>
            <a:r>
              <a:rPr lang="en-IN" sz="2000">
                <a:latin typeface="Gill Sans MT" panose="020B0502020104020203" pitchFamily="34" charset="0"/>
              </a:rPr>
              <a:t>Package</a:t>
            </a:r>
          </a:p>
        </p:txBody>
      </p:sp>
      <p:sp>
        <p:nvSpPr>
          <p:cNvPr id="40" name="TextBox 39">
            <a:extLst>
              <a:ext uri="{FF2B5EF4-FFF2-40B4-BE49-F238E27FC236}">
                <a16:creationId xmlns:a16="http://schemas.microsoft.com/office/drawing/2014/main" id="{3CED648A-F218-48C8-928C-BCB4D593F638}"/>
              </a:ext>
            </a:extLst>
          </p:cNvPr>
          <p:cNvSpPr txBox="1"/>
          <p:nvPr/>
        </p:nvSpPr>
        <p:spPr>
          <a:xfrm>
            <a:off x="10148455" y="5123395"/>
            <a:ext cx="1558440" cy="400110"/>
          </a:xfrm>
          <a:prstGeom prst="rect">
            <a:avLst/>
          </a:prstGeom>
          <a:noFill/>
        </p:spPr>
        <p:txBody>
          <a:bodyPr wrap="none" rtlCol="0">
            <a:spAutoFit/>
          </a:bodyPr>
          <a:lstStyle/>
          <a:p>
            <a:r>
              <a:rPr lang="en-IN" sz="2000">
                <a:latin typeface="Gill Sans MT" panose="020B0502020104020203" pitchFamily="34" charset="0"/>
              </a:rPr>
              <a:t>Sub-Packages</a:t>
            </a:r>
          </a:p>
        </p:txBody>
      </p:sp>
      <p:sp>
        <p:nvSpPr>
          <p:cNvPr id="42" name="TextBox 41">
            <a:extLst>
              <a:ext uri="{FF2B5EF4-FFF2-40B4-BE49-F238E27FC236}">
                <a16:creationId xmlns:a16="http://schemas.microsoft.com/office/drawing/2014/main" id="{8DAEC2A0-F121-4413-8D23-82D04AF322E0}"/>
              </a:ext>
            </a:extLst>
          </p:cNvPr>
          <p:cNvSpPr txBox="1"/>
          <p:nvPr/>
        </p:nvSpPr>
        <p:spPr>
          <a:xfrm>
            <a:off x="10192463" y="6031919"/>
            <a:ext cx="952505" cy="400110"/>
          </a:xfrm>
          <a:prstGeom prst="rect">
            <a:avLst/>
          </a:prstGeom>
          <a:noFill/>
        </p:spPr>
        <p:txBody>
          <a:bodyPr wrap="none" rtlCol="0">
            <a:spAutoFit/>
          </a:bodyPr>
          <a:lstStyle/>
          <a:p>
            <a:r>
              <a:rPr lang="en-IN" sz="2000">
                <a:latin typeface="Gill Sans MT" panose="020B0502020104020203" pitchFamily="34" charset="0"/>
              </a:rPr>
              <a:t>Classes</a:t>
            </a:r>
          </a:p>
        </p:txBody>
      </p:sp>
      <p:cxnSp>
        <p:nvCxnSpPr>
          <p:cNvPr id="44" name="Straight Arrow Connector 43">
            <a:extLst>
              <a:ext uri="{FF2B5EF4-FFF2-40B4-BE49-F238E27FC236}">
                <a16:creationId xmlns:a16="http://schemas.microsoft.com/office/drawing/2014/main" id="{25B08389-FD69-4FB1-8828-D14DC543D678}"/>
              </a:ext>
            </a:extLst>
          </p:cNvPr>
          <p:cNvCxnSpPr>
            <a:cxnSpLocks/>
            <a:stCxn id="22" idx="2"/>
            <a:endCxn id="24" idx="0"/>
          </p:cNvCxnSpPr>
          <p:nvPr/>
        </p:nvCxnSpPr>
        <p:spPr>
          <a:xfrm flipH="1">
            <a:off x="1828802" y="4144687"/>
            <a:ext cx="3525979" cy="937083"/>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2D67AA18-344D-46DC-9104-13C0D6D3E5DC}"/>
              </a:ext>
            </a:extLst>
          </p:cNvPr>
          <p:cNvCxnSpPr>
            <a:cxnSpLocks/>
            <a:stCxn id="22" idx="2"/>
            <a:endCxn id="28" idx="0"/>
          </p:cNvCxnSpPr>
          <p:nvPr/>
        </p:nvCxnSpPr>
        <p:spPr>
          <a:xfrm>
            <a:off x="5354781" y="4144687"/>
            <a:ext cx="3110347" cy="938929"/>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14347F5-38FC-42DA-BCCF-99E1BC5F20CE}"/>
              </a:ext>
            </a:extLst>
          </p:cNvPr>
          <p:cNvCxnSpPr>
            <a:cxnSpLocks/>
            <a:stCxn id="22" idx="2"/>
            <a:endCxn id="26" idx="0"/>
          </p:cNvCxnSpPr>
          <p:nvPr/>
        </p:nvCxnSpPr>
        <p:spPr>
          <a:xfrm>
            <a:off x="5354781" y="4144687"/>
            <a:ext cx="1" cy="937083"/>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426C75F0-93A2-4D02-94E4-5B0927C83134}"/>
              </a:ext>
            </a:extLst>
          </p:cNvPr>
          <p:cNvCxnSpPr>
            <a:stCxn id="24" idx="2"/>
          </p:cNvCxnSpPr>
          <p:nvPr/>
        </p:nvCxnSpPr>
        <p:spPr>
          <a:xfrm flipH="1">
            <a:off x="838200" y="5451102"/>
            <a:ext cx="990602" cy="625717"/>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F948E253-57E3-4808-B6E5-AFC1BEBF3F19}"/>
              </a:ext>
            </a:extLst>
          </p:cNvPr>
          <p:cNvCxnSpPr>
            <a:stCxn id="24" idx="2"/>
            <a:endCxn id="31" idx="0"/>
          </p:cNvCxnSpPr>
          <p:nvPr/>
        </p:nvCxnSpPr>
        <p:spPr>
          <a:xfrm>
            <a:off x="1828802" y="5451102"/>
            <a:ext cx="692727" cy="62838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9C505D4E-EE64-415E-97B9-346ECCB24D6B}"/>
              </a:ext>
            </a:extLst>
          </p:cNvPr>
          <p:cNvCxnSpPr>
            <a:stCxn id="26" idx="2"/>
            <a:endCxn id="33" idx="0"/>
          </p:cNvCxnSpPr>
          <p:nvPr/>
        </p:nvCxnSpPr>
        <p:spPr>
          <a:xfrm flipH="1">
            <a:off x="4364186" y="5451102"/>
            <a:ext cx="990596" cy="62838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0474ECFA-DC41-493D-808B-5A2F9E70C618}"/>
              </a:ext>
            </a:extLst>
          </p:cNvPr>
          <p:cNvCxnSpPr>
            <a:stCxn id="26" idx="2"/>
            <a:endCxn id="35" idx="0"/>
          </p:cNvCxnSpPr>
          <p:nvPr/>
        </p:nvCxnSpPr>
        <p:spPr>
          <a:xfrm>
            <a:off x="5354782" y="5451102"/>
            <a:ext cx="886688" cy="625717"/>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8D74BDE2-6F5D-4092-B298-FE246AAADB91}"/>
              </a:ext>
            </a:extLst>
          </p:cNvPr>
          <p:cNvCxnSpPr>
            <a:stCxn id="28" idx="2"/>
            <a:endCxn id="37" idx="0"/>
          </p:cNvCxnSpPr>
          <p:nvPr/>
        </p:nvCxnSpPr>
        <p:spPr>
          <a:xfrm>
            <a:off x="8465128" y="5452948"/>
            <a:ext cx="10384" cy="623871"/>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84DF58DB-8181-4446-BAC7-3DC719771B66}"/>
              </a:ext>
            </a:extLst>
          </p:cNvPr>
          <p:cNvCxnSpPr>
            <a:cxnSpLocks/>
          </p:cNvCxnSpPr>
          <p:nvPr/>
        </p:nvCxnSpPr>
        <p:spPr>
          <a:xfrm>
            <a:off x="6757554" y="4003916"/>
            <a:ext cx="2905989" cy="2012"/>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191647A8-2338-4A4F-AFD9-0D8CEF48B4E3}"/>
              </a:ext>
            </a:extLst>
          </p:cNvPr>
          <p:cNvCxnSpPr>
            <a:cxnSpLocks/>
          </p:cNvCxnSpPr>
          <p:nvPr/>
        </p:nvCxnSpPr>
        <p:spPr>
          <a:xfrm>
            <a:off x="9268685" y="5323450"/>
            <a:ext cx="789716"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D81CD232-CB9F-40FA-ABAD-106D440657F3}"/>
              </a:ext>
            </a:extLst>
          </p:cNvPr>
          <p:cNvCxnSpPr>
            <a:cxnSpLocks/>
          </p:cNvCxnSpPr>
          <p:nvPr/>
        </p:nvCxnSpPr>
        <p:spPr>
          <a:xfrm>
            <a:off x="9402747" y="6261485"/>
            <a:ext cx="789716"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4849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ircle(in)">
                                      <p:cBhvr>
                                        <p:cTn id="7" dur="2000"/>
                                        <p:tgtEl>
                                          <p:spTgt spid="16"/>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circle(in)">
                                      <p:cBhvr>
                                        <p:cTn id="10" dur="2000"/>
                                        <p:tgtEl>
                                          <p:spTgt spid="9"/>
                                        </p:tgtEl>
                                      </p:cBhvr>
                                    </p:animEffect>
                                  </p:childTnLst>
                                </p:cTn>
                              </p:par>
                              <p:par>
                                <p:cTn id="11" presetID="6" presetClass="entr" presetSubtype="16"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circle(in)">
                                      <p:cBhvr>
                                        <p:cTn id="13" dur="2000"/>
                                        <p:tgtEl>
                                          <p:spTgt spid="14"/>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circle(in)">
                                      <p:cBhvr>
                                        <p:cTn id="16" dur="2000"/>
                                        <p:tgtEl>
                                          <p:spTgt spid="10"/>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circle(in)">
                                      <p:cBhvr>
                                        <p:cTn id="19" dur="20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circle(in)">
                                      <p:cBhvr>
                                        <p:cTn id="30" dur="2000"/>
                                        <p:tgtEl>
                                          <p:spTgt spid="22"/>
                                        </p:tgtEl>
                                      </p:cBhvr>
                                    </p:animEffect>
                                  </p:childTnLst>
                                </p:cTn>
                              </p:par>
                              <p:par>
                                <p:cTn id="31" presetID="6" presetClass="entr" presetSubtype="16" fill="hold" nodeType="withEffect">
                                  <p:stCondLst>
                                    <p:cond delay="0"/>
                                  </p:stCondLst>
                                  <p:childTnLst>
                                    <p:set>
                                      <p:cBhvr>
                                        <p:cTn id="32" dur="1" fill="hold">
                                          <p:stCondLst>
                                            <p:cond delay="0"/>
                                          </p:stCondLst>
                                        </p:cTn>
                                        <p:tgtEl>
                                          <p:spTgt spid="44"/>
                                        </p:tgtEl>
                                        <p:attrNameLst>
                                          <p:attrName>style.visibility</p:attrName>
                                        </p:attrNameLst>
                                      </p:cBhvr>
                                      <p:to>
                                        <p:strVal val="visible"/>
                                      </p:to>
                                    </p:set>
                                    <p:animEffect transition="in" filter="circle(in)">
                                      <p:cBhvr>
                                        <p:cTn id="33" dur="2000"/>
                                        <p:tgtEl>
                                          <p:spTgt spid="44"/>
                                        </p:tgtEl>
                                      </p:cBhvr>
                                    </p:animEffect>
                                  </p:childTnLst>
                                </p:cTn>
                              </p:par>
                              <p:par>
                                <p:cTn id="34" presetID="6" presetClass="entr" presetSubtype="16" fill="hold" nodeType="withEffect">
                                  <p:stCondLst>
                                    <p:cond delay="0"/>
                                  </p:stCondLst>
                                  <p:childTnLst>
                                    <p:set>
                                      <p:cBhvr>
                                        <p:cTn id="35" dur="1" fill="hold">
                                          <p:stCondLst>
                                            <p:cond delay="0"/>
                                          </p:stCondLst>
                                        </p:cTn>
                                        <p:tgtEl>
                                          <p:spTgt spid="48"/>
                                        </p:tgtEl>
                                        <p:attrNameLst>
                                          <p:attrName>style.visibility</p:attrName>
                                        </p:attrNameLst>
                                      </p:cBhvr>
                                      <p:to>
                                        <p:strVal val="visible"/>
                                      </p:to>
                                    </p:set>
                                    <p:animEffect transition="in" filter="circle(in)">
                                      <p:cBhvr>
                                        <p:cTn id="36" dur="2000"/>
                                        <p:tgtEl>
                                          <p:spTgt spid="48"/>
                                        </p:tgtEl>
                                      </p:cBhvr>
                                    </p:animEffect>
                                  </p:childTnLst>
                                </p:cTn>
                              </p:par>
                              <p:par>
                                <p:cTn id="37" presetID="6" presetClass="entr" presetSubtype="16" fill="hold" nodeType="withEffect">
                                  <p:stCondLst>
                                    <p:cond delay="0"/>
                                  </p:stCondLst>
                                  <p:childTnLst>
                                    <p:set>
                                      <p:cBhvr>
                                        <p:cTn id="38" dur="1" fill="hold">
                                          <p:stCondLst>
                                            <p:cond delay="0"/>
                                          </p:stCondLst>
                                        </p:cTn>
                                        <p:tgtEl>
                                          <p:spTgt spid="46"/>
                                        </p:tgtEl>
                                        <p:attrNameLst>
                                          <p:attrName>style.visibility</p:attrName>
                                        </p:attrNameLst>
                                      </p:cBhvr>
                                      <p:to>
                                        <p:strVal val="visible"/>
                                      </p:to>
                                    </p:set>
                                    <p:animEffect transition="in" filter="circle(in)">
                                      <p:cBhvr>
                                        <p:cTn id="39" dur="2000"/>
                                        <p:tgtEl>
                                          <p:spTgt spid="46"/>
                                        </p:tgtEl>
                                      </p:cBhvr>
                                    </p:animEffect>
                                  </p:childTnLst>
                                </p:cTn>
                              </p:par>
                              <p:par>
                                <p:cTn id="40" presetID="6" presetClass="entr" presetSubtype="16"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circle(in)">
                                      <p:cBhvr>
                                        <p:cTn id="42" dur="2000"/>
                                        <p:tgtEl>
                                          <p:spTgt spid="28"/>
                                        </p:tgtEl>
                                      </p:cBhvr>
                                    </p:animEffect>
                                  </p:childTnLst>
                                </p:cTn>
                              </p:par>
                              <p:par>
                                <p:cTn id="43" presetID="6" presetClass="entr" presetSubtype="16"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circle(in)">
                                      <p:cBhvr>
                                        <p:cTn id="45" dur="2000"/>
                                        <p:tgtEl>
                                          <p:spTgt spid="26"/>
                                        </p:tgtEl>
                                      </p:cBhvr>
                                    </p:animEffect>
                                  </p:childTnLst>
                                </p:cTn>
                              </p:par>
                              <p:par>
                                <p:cTn id="46" presetID="6" presetClass="entr" presetSubtype="16"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circle(in)">
                                      <p:cBhvr>
                                        <p:cTn id="48" dur="2000"/>
                                        <p:tgtEl>
                                          <p:spTgt spid="24"/>
                                        </p:tgtEl>
                                      </p:cBhvr>
                                    </p:animEffect>
                                  </p:childTnLst>
                                </p:cTn>
                              </p:par>
                            </p:childTnLst>
                          </p:cTn>
                        </p:par>
                      </p:childTnLst>
                    </p:cTn>
                  </p:par>
                  <p:par>
                    <p:cTn id="49" fill="hold">
                      <p:stCondLst>
                        <p:cond delay="indefinite"/>
                      </p:stCondLst>
                      <p:childTnLst>
                        <p:par>
                          <p:cTn id="50" fill="hold">
                            <p:stCondLst>
                              <p:cond delay="0"/>
                            </p:stCondLst>
                            <p:childTnLst>
                              <p:par>
                                <p:cTn id="51" presetID="6" presetClass="entr" presetSubtype="16" fill="hold" nodeType="clickEffect">
                                  <p:stCondLst>
                                    <p:cond delay="0"/>
                                  </p:stCondLst>
                                  <p:childTnLst>
                                    <p:set>
                                      <p:cBhvr>
                                        <p:cTn id="52" dur="1" fill="hold">
                                          <p:stCondLst>
                                            <p:cond delay="0"/>
                                          </p:stCondLst>
                                        </p:cTn>
                                        <p:tgtEl>
                                          <p:spTgt spid="54"/>
                                        </p:tgtEl>
                                        <p:attrNameLst>
                                          <p:attrName>style.visibility</p:attrName>
                                        </p:attrNameLst>
                                      </p:cBhvr>
                                      <p:to>
                                        <p:strVal val="visible"/>
                                      </p:to>
                                    </p:set>
                                    <p:animEffect transition="in" filter="circle(in)">
                                      <p:cBhvr>
                                        <p:cTn id="53" dur="2000"/>
                                        <p:tgtEl>
                                          <p:spTgt spid="54"/>
                                        </p:tgtEl>
                                      </p:cBhvr>
                                    </p:animEffect>
                                  </p:childTnLst>
                                </p:cTn>
                              </p:par>
                              <p:par>
                                <p:cTn id="54" presetID="6" presetClass="entr" presetSubtype="16" fill="hold" nodeType="withEffect">
                                  <p:stCondLst>
                                    <p:cond delay="0"/>
                                  </p:stCondLst>
                                  <p:childTnLst>
                                    <p:set>
                                      <p:cBhvr>
                                        <p:cTn id="55" dur="1" fill="hold">
                                          <p:stCondLst>
                                            <p:cond delay="0"/>
                                          </p:stCondLst>
                                        </p:cTn>
                                        <p:tgtEl>
                                          <p:spTgt spid="56"/>
                                        </p:tgtEl>
                                        <p:attrNameLst>
                                          <p:attrName>style.visibility</p:attrName>
                                        </p:attrNameLst>
                                      </p:cBhvr>
                                      <p:to>
                                        <p:strVal val="visible"/>
                                      </p:to>
                                    </p:set>
                                    <p:animEffect transition="in" filter="circle(in)">
                                      <p:cBhvr>
                                        <p:cTn id="56" dur="2000"/>
                                        <p:tgtEl>
                                          <p:spTgt spid="56"/>
                                        </p:tgtEl>
                                      </p:cBhvr>
                                    </p:animEffect>
                                  </p:childTnLst>
                                </p:cTn>
                              </p:par>
                              <p:par>
                                <p:cTn id="57" presetID="6" presetClass="entr" presetSubtype="16"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circle(in)">
                                      <p:cBhvr>
                                        <p:cTn id="59" dur="2000"/>
                                        <p:tgtEl>
                                          <p:spTgt spid="29"/>
                                        </p:tgtEl>
                                      </p:cBhvr>
                                    </p:animEffect>
                                  </p:childTnLst>
                                </p:cTn>
                              </p:par>
                              <p:par>
                                <p:cTn id="60" presetID="6" presetClass="entr" presetSubtype="16" fill="hold" grpId="0" nodeType="with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circle(in)">
                                      <p:cBhvr>
                                        <p:cTn id="62" dur="2000"/>
                                        <p:tgtEl>
                                          <p:spTgt spid="31"/>
                                        </p:tgtEl>
                                      </p:cBhvr>
                                    </p:animEffect>
                                  </p:childTnLst>
                                </p:cTn>
                              </p:par>
                            </p:childTnLst>
                          </p:cTn>
                        </p:par>
                      </p:childTnLst>
                    </p:cTn>
                  </p:par>
                  <p:par>
                    <p:cTn id="63" fill="hold">
                      <p:stCondLst>
                        <p:cond delay="indefinite"/>
                      </p:stCondLst>
                      <p:childTnLst>
                        <p:par>
                          <p:cTn id="64" fill="hold">
                            <p:stCondLst>
                              <p:cond delay="0"/>
                            </p:stCondLst>
                            <p:childTnLst>
                              <p:par>
                                <p:cTn id="65" presetID="6" presetClass="entr" presetSubtype="16" fill="hold" grpId="0" nodeType="click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circle(in)">
                                      <p:cBhvr>
                                        <p:cTn id="67" dur="2000"/>
                                        <p:tgtEl>
                                          <p:spTgt spid="33"/>
                                        </p:tgtEl>
                                      </p:cBhvr>
                                    </p:animEffect>
                                  </p:childTnLst>
                                </p:cTn>
                              </p:par>
                              <p:par>
                                <p:cTn id="68" presetID="6" presetClass="entr" presetSubtype="16" fill="hold" nodeType="withEffect">
                                  <p:stCondLst>
                                    <p:cond delay="0"/>
                                  </p:stCondLst>
                                  <p:childTnLst>
                                    <p:set>
                                      <p:cBhvr>
                                        <p:cTn id="69" dur="1" fill="hold">
                                          <p:stCondLst>
                                            <p:cond delay="0"/>
                                          </p:stCondLst>
                                        </p:cTn>
                                        <p:tgtEl>
                                          <p:spTgt spid="58"/>
                                        </p:tgtEl>
                                        <p:attrNameLst>
                                          <p:attrName>style.visibility</p:attrName>
                                        </p:attrNameLst>
                                      </p:cBhvr>
                                      <p:to>
                                        <p:strVal val="visible"/>
                                      </p:to>
                                    </p:set>
                                    <p:animEffect transition="in" filter="circle(in)">
                                      <p:cBhvr>
                                        <p:cTn id="70" dur="2000"/>
                                        <p:tgtEl>
                                          <p:spTgt spid="58"/>
                                        </p:tgtEl>
                                      </p:cBhvr>
                                    </p:animEffect>
                                  </p:childTnLst>
                                </p:cTn>
                              </p:par>
                              <p:par>
                                <p:cTn id="71" presetID="6" presetClass="entr" presetSubtype="16" fill="hold" nodeType="withEffect">
                                  <p:stCondLst>
                                    <p:cond delay="0"/>
                                  </p:stCondLst>
                                  <p:childTnLst>
                                    <p:set>
                                      <p:cBhvr>
                                        <p:cTn id="72" dur="1" fill="hold">
                                          <p:stCondLst>
                                            <p:cond delay="0"/>
                                          </p:stCondLst>
                                        </p:cTn>
                                        <p:tgtEl>
                                          <p:spTgt spid="60"/>
                                        </p:tgtEl>
                                        <p:attrNameLst>
                                          <p:attrName>style.visibility</p:attrName>
                                        </p:attrNameLst>
                                      </p:cBhvr>
                                      <p:to>
                                        <p:strVal val="visible"/>
                                      </p:to>
                                    </p:set>
                                    <p:animEffect transition="in" filter="circle(in)">
                                      <p:cBhvr>
                                        <p:cTn id="73" dur="2000"/>
                                        <p:tgtEl>
                                          <p:spTgt spid="60"/>
                                        </p:tgtEl>
                                      </p:cBhvr>
                                    </p:animEffect>
                                  </p:childTnLst>
                                </p:cTn>
                              </p:par>
                              <p:par>
                                <p:cTn id="74" presetID="6" presetClass="entr" presetSubtype="16" fill="hold" grpId="0" nodeType="withEffect">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circle(in)">
                                      <p:cBhvr>
                                        <p:cTn id="76" dur="2000"/>
                                        <p:tgtEl>
                                          <p:spTgt spid="35"/>
                                        </p:tgtEl>
                                      </p:cBhvr>
                                    </p:animEffect>
                                  </p:childTnLst>
                                </p:cTn>
                              </p:par>
                            </p:childTnLst>
                          </p:cTn>
                        </p:par>
                      </p:childTnLst>
                    </p:cTn>
                  </p:par>
                  <p:par>
                    <p:cTn id="77" fill="hold">
                      <p:stCondLst>
                        <p:cond delay="indefinite"/>
                      </p:stCondLst>
                      <p:childTnLst>
                        <p:par>
                          <p:cTn id="78" fill="hold">
                            <p:stCondLst>
                              <p:cond delay="0"/>
                            </p:stCondLst>
                            <p:childTnLst>
                              <p:par>
                                <p:cTn id="79" presetID="6" presetClass="entr" presetSubtype="16" fill="hold" nodeType="clickEffect">
                                  <p:stCondLst>
                                    <p:cond delay="0"/>
                                  </p:stCondLst>
                                  <p:childTnLst>
                                    <p:set>
                                      <p:cBhvr>
                                        <p:cTn id="80" dur="1" fill="hold">
                                          <p:stCondLst>
                                            <p:cond delay="0"/>
                                          </p:stCondLst>
                                        </p:cTn>
                                        <p:tgtEl>
                                          <p:spTgt spid="62"/>
                                        </p:tgtEl>
                                        <p:attrNameLst>
                                          <p:attrName>style.visibility</p:attrName>
                                        </p:attrNameLst>
                                      </p:cBhvr>
                                      <p:to>
                                        <p:strVal val="visible"/>
                                      </p:to>
                                    </p:set>
                                    <p:animEffect transition="in" filter="circle(in)">
                                      <p:cBhvr>
                                        <p:cTn id="81" dur="2000"/>
                                        <p:tgtEl>
                                          <p:spTgt spid="62"/>
                                        </p:tgtEl>
                                      </p:cBhvr>
                                    </p:animEffect>
                                  </p:childTnLst>
                                </p:cTn>
                              </p:par>
                              <p:par>
                                <p:cTn id="82" presetID="6" presetClass="entr" presetSubtype="16" fill="hold" grpId="0" nodeType="withEffect">
                                  <p:stCondLst>
                                    <p:cond delay="0"/>
                                  </p:stCondLst>
                                  <p:childTnLst>
                                    <p:set>
                                      <p:cBhvr>
                                        <p:cTn id="83" dur="1" fill="hold">
                                          <p:stCondLst>
                                            <p:cond delay="0"/>
                                          </p:stCondLst>
                                        </p:cTn>
                                        <p:tgtEl>
                                          <p:spTgt spid="37"/>
                                        </p:tgtEl>
                                        <p:attrNameLst>
                                          <p:attrName>style.visibility</p:attrName>
                                        </p:attrNameLst>
                                      </p:cBhvr>
                                      <p:to>
                                        <p:strVal val="visible"/>
                                      </p:to>
                                    </p:set>
                                    <p:animEffect transition="in" filter="circle(in)">
                                      <p:cBhvr>
                                        <p:cTn id="84" dur="2000"/>
                                        <p:tgtEl>
                                          <p:spTgt spid="37"/>
                                        </p:tgtEl>
                                      </p:cBhvr>
                                    </p:animEffec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7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8"/>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72"/>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40"/>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7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5" grpId="0" animBg="1"/>
      <p:bldP spid="21" grpId="0" animBg="1"/>
      <p:bldP spid="22" grpId="0" animBg="1"/>
      <p:bldP spid="24" grpId="0" animBg="1"/>
      <p:bldP spid="26" grpId="0" animBg="1"/>
      <p:bldP spid="28" grpId="0" animBg="1"/>
      <p:bldP spid="29" grpId="0" animBg="1"/>
      <p:bldP spid="31" grpId="0" animBg="1"/>
      <p:bldP spid="33" grpId="0" animBg="1"/>
      <p:bldP spid="35" grpId="0" animBg="1"/>
      <p:bldP spid="37" grpId="0" animBg="1"/>
      <p:bldP spid="38" grpId="0"/>
      <p:bldP spid="40" grpId="0"/>
      <p:bldP spid="4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71CA8DA-C5B9-4200-989C-DDDA054BD7B4}"/>
              </a:ext>
            </a:extLst>
          </p:cNvPr>
          <p:cNvSpPr>
            <a:spLocks noGrp="1"/>
          </p:cNvSpPr>
          <p:nvPr>
            <p:ph type="sldNum" sz="quarter" idx="12"/>
          </p:nvPr>
        </p:nvSpPr>
        <p:spPr/>
        <p:txBody>
          <a:bodyPr/>
          <a:lstStyle/>
          <a:p>
            <a:fld id="{4DAC0951-10B0-4509-9BA5-FD8683A6F967}" type="slidenum">
              <a:rPr lang="en-IN" smtClean="0"/>
              <a:pPr/>
              <a:t>17</a:t>
            </a:fld>
            <a:endParaRPr lang="en-IN"/>
          </a:p>
        </p:txBody>
      </p:sp>
      <p:sp>
        <p:nvSpPr>
          <p:cNvPr id="9" name="Title 1">
            <a:extLst>
              <a:ext uri="{FF2B5EF4-FFF2-40B4-BE49-F238E27FC236}">
                <a16:creationId xmlns:a16="http://schemas.microsoft.com/office/drawing/2014/main" id="{65CFD400-BD71-47A3-BE6F-A86420E122FF}"/>
              </a:ext>
            </a:extLst>
          </p:cNvPr>
          <p:cNvSpPr txBox="1">
            <a:spLocks/>
          </p:cNvSpPr>
          <p:nvPr/>
        </p:nvSpPr>
        <p:spPr>
          <a:xfrm>
            <a:off x="838200" y="44161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a:solidFill>
                  <a:srgbClr val="C00000"/>
                </a:solidFill>
                <a:latin typeface="Arial Rounded MT Bold" panose="020F0704030504030204" pitchFamily="34" charset="0"/>
              </a:rPr>
              <a:t>Creating Packages</a:t>
            </a:r>
          </a:p>
        </p:txBody>
      </p:sp>
      <p:sp>
        <p:nvSpPr>
          <p:cNvPr id="7" name="Rectangle 6">
            <a:extLst>
              <a:ext uri="{FF2B5EF4-FFF2-40B4-BE49-F238E27FC236}">
                <a16:creationId xmlns:a16="http://schemas.microsoft.com/office/drawing/2014/main" id="{77DD65FA-E1F3-44C8-AB95-81FCB529132F}"/>
              </a:ext>
            </a:extLst>
          </p:cNvPr>
          <p:cNvSpPr/>
          <p:nvPr/>
        </p:nvSpPr>
        <p:spPr>
          <a:xfrm>
            <a:off x="3089563" y="1751420"/>
            <a:ext cx="3463638" cy="5754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rgbClr val="0070C0"/>
                </a:solidFill>
                <a:latin typeface="Consolas" panose="020B0609020204030204" pitchFamily="49" charset="0"/>
              </a:rPr>
              <a:t>package</a:t>
            </a:r>
            <a:r>
              <a:rPr lang="en-IN" sz="2400">
                <a:solidFill>
                  <a:schemeClr val="tx1"/>
                </a:solidFill>
                <a:latin typeface="Consolas" panose="020B0609020204030204" pitchFamily="49" charset="0"/>
              </a:rPr>
              <a:t> </a:t>
            </a:r>
            <a:r>
              <a:rPr lang="en-IN" sz="2400" err="1">
                <a:solidFill>
                  <a:schemeClr val="tx1"/>
                </a:solidFill>
                <a:latin typeface="Consolas" panose="020B0609020204030204" pitchFamily="49" charset="0"/>
              </a:rPr>
              <a:t>MyPackage</a:t>
            </a:r>
            <a:r>
              <a:rPr lang="en-IN" sz="2400">
                <a:solidFill>
                  <a:schemeClr val="tx1"/>
                </a:solidFill>
                <a:latin typeface="Consolas" panose="020B0609020204030204" pitchFamily="49" charset="0"/>
              </a:rPr>
              <a:t>;</a:t>
            </a:r>
            <a:endParaRPr lang="en-IN" sz="2400">
              <a:latin typeface="Consolas" panose="020B0609020204030204" pitchFamily="49" charset="0"/>
            </a:endParaRPr>
          </a:p>
        </p:txBody>
      </p:sp>
      <p:sp>
        <p:nvSpPr>
          <p:cNvPr id="16" name="TextBox 15">
            <a:extLst>
              <a:ext uri="{FF2B5EF4-FFF2-40B4-BE49-F238E27FC236}">
                <a16:creationId xmlns:a16="http://schemas.microsoft.com/office/drawing/2014/main" id="{90C60BDE-55B9-4D2A-9FDA-058F7B5D69AB}"/>
              </a:ext>
            </a:extLst>
          </p:cNvPr>
          <p:cNvSpPr txBox="1"/>
          <p:nvPr/>
        </p:nvSpPr>
        <p:spPr>
          <a:xfrm>
            <a:off x="550717" y="2566556"/>
            <a:ext cx="11090566" cy="461665"/>
          </a:xfrm>
          <a:prstGeom prst="rect">
            <a:avLst/>
          </a:prstGeom>
          <a:solidFill>
            <a:srgbClr val="CCFF66"/>
          </a:solidFill>
          <a:ln>
            <a:solidFill>
              <a:srgbClr val="00B050"/>
            </a:solidFill>
          </a:ln>
        </p:spPr>
        <p:txBody>
          <a:bodyPr wrap="square">
            <a:spAutoFit/>
          </a:bodyPr>
          <a:lstStyle/>
          <a:p>
            <a:r>
              <a:rPr lang="en-US" sz="2400">
                <a:latin typeface="Gill Sans MT" panose="020B0502020104020203" pitchFamily="34" charset="0"/>
              </a:rPr>
              <a:t>The package statement simply specifies to which package the classes defined belongs to..</a:t>
            </a:r>
            <a:endParaRPr lang="en-IN" sz="2400">
              <a:latin typeface="Gill Sans MT" panose="020B0502020104020203" pitchFamily="34" charset="0"/>
            </a:endParaRPr>
          </a:p>
        </p:txBody>
      </p:sp>
      <p:sp>
        <p:nvSpPr>
          <p:cNvPr id="20" name="Title 1">
            <a:extLst>
              <a:ext uri="{FF2B5EF4-FFF2-40B4-BE49-F238E27FC236}">
                <a16:creationId xmlns:a16="http://schemas.microsoft.com/office/drawing/2014/main" id="{60E91B35-3E09-4896-B4F6-9B5145D9B3E2}"/>
              </a:ext>
            </a:extLst>
          </p:cNvPr>
          <p:cNvSpPr txBox="1">
            <a:spLocks/>
          </p:cNvSpPr>
          <p:nvPr/>
        </p:nvSpPr>
        <p:spPr>
          <a:xfrm>
            <a:off x="838200" y="316882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a:solidFill>
                  <a:srgbClr val="C00000"/>
                </a:solidFill>
                <a:latin typeface="Arial Rounded MT Bold" panose="020F0704030504030204" pitchFamily="34" charset="0"/>
              </a:rPr>
              <a:t>Including class in JAVA package</a:t>
            </a:r>
          </a:p>
        </p:txBody>
      </p:sp>
      <p:sp>
        <p:nvSpPr>
          <p:cNvPr id="24" name="TextBox 23">
            <a:extLst>
              <a:ext uri="{FF2B5EF4-FFF2-40B4-BE49-F238E27FC236}">
                <a16:creationId xmlns:a16="http://schemas.microsoft.com/office/drawing/2014/main" id="{399D19F1-599E-4DB1-B20F-B8D359CEBDFF}"/>
              </a:ext>
            </a:extLst>
          </p:cNvPr>
          <p:cNvSpPr txBox="1"/>
          <p:nvPr/>
        </p:nvSpPr>
        <p:spPr>
          <a:xfrm>
            <a:off x="1304273" y="4494392"/>
            <a:ext cx="9866170" cy="461665"/>
          </a:xfrm>
          <a:prstGeom prst="rect">
            <a:avLst/>
          </a:prstGeom>
          <a:solidFill>
            <a:srgbClr val="CCFF66"/>
          </a:solidFill>
          <a:ln>
            <a:solidFill>
              <a:srgbClr val="00B050"/>
            </a:solidFill>
          </a:ln>
        </p:spPr>
        <p:txBody>
          <a:bodyPr wrap="square">
            <a:spAutoFit/>
          </a:bodyPr>
          <a:lstStyle/>
          <a:p>
            <a:r>
              <a:rPr lang="en-US" sz="2400">
                <a:latin typeface="Gill Sans MT" panose="020B0502020104020203" pitchFamily="34" charset="0"/>
              </a:rPr>
              <a:t>Declare the package name as the first statement of your program. </a:t>
            </a:r>
            <a:endParaRPr lang="en-IN" sz="2400">
              <a:latin typeface="Gill Sans MT" panose="020B0502020104020203" pitchFamily="34" charset="0"/>
            </a:endParaRPr>
          </a:p>
        </p:txBody>
      </p:sp>
      <p:sp>
        <p:nvSpPr>
          <p:cNvPr id="28" name="TextBox 27">
            <a:extLst>
              <a:ext uri="{FF2B5EF4-FFF2-40B4-BE49-F238E27FC236}">
                <a16:creationId xmlns:a16="http://schemas.microsoft.com/office/drawing/2014/main" id="{7D7E5BF8-23C9-4A59-BAE5-F5C03E9381F3}"/>
              </a:ext>
            </a:extLst>
          </p:cNvPr>
          <p:cNvSpPr txBox="1"/>
          <p:nvPr/>
        </p:nvSpPr>
        <p:spPr>
          <a:xfrm>
            <a:off x="1304273" y="5248880"/>
            <a:ext cx="9866170" cy="830997"/>
          </a:xfrm>
          <a:prstGeom prst="rect">
            <a:avLst/>
          </a:prstGeom>
          <a:solidFill>
            <a:srgbClr val="CCFF66"/>
          </a:solidFill>
          <a:ln>
            <a:solidFill>
              <a:srgbClr val="00B050"/>
            </a:solidFill>
          </a:ln>
        </p:spPr>
        <p:txBody>
          <a:bodyPr wrap="square">
            <a:spAutoFit/>
          </a:bodyPr>
          <a:lstStyle/>
          <a:p>
            <a:r>
              <a:rPr lang="en-US" sz="2400">
                <a:latin typeface="Gill Sans MT" panose="020B0502020104020203" pitchFamily="34" charset="0"/>
              </a:rPr>
              <a:t>Then include the class as part of the package. But, remember that, a class can have only one package declaration. </a:t>
            </a:r>
            <a:endParaRPr lang="en-IN" sz="2400">
              <a:latin typeface="Gill Sans MT" panose="020B0502020104020203" pitchFamily="34" charset="0"/>
            </a:endParaRPr>
          </a:p>
        </p:txBody>
      </p:sp>
    </p:spTree>
    <p:extLst>
      <p:ext uri="{BB962C8B-B14F-4D97-AF65-F5344CB8AC3E}">
        <p14:creationId xmlns:p14="http://schemas.microsoft.com/office/powerpoint/2010/main" val="458749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circle(in)">
                                      <p:cBhvr>
                                        <p:cTn id="15" dur="2000"/>
                                        <p:tgtEl>
                                          <p:spTgt spid="24"/>
                                        </p:tgtEl>
                                      </p:cBhvr>
                                    </p:animEffect>
                                  </p:childTnLst>
                                </p:cTn>
                              </p:par>
                              <p:par>
                                <p:cTn id="16" presetID="6" presetClass="entr" presetSubtype="16"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circle(in)">
                                      <p:cBhvr>
                                        <p:cTn id="18"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0" grpId="0"/>
      <p:bldP spid="24" grpId="0" animBg="1"/>
      <p:bldP spid="2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6BBB4-0195-43C3-BE02-426C30038628}"/>
              </a:ext>
            </a:extLst>
          </p:cNvPr>
          <p:cNvSpPr>
            <a:spLocks noGrp="1"/>
          </p:cNvSpPr>
          <p:nvPr>
            <p:ph type="title"/>
          </p:nvPr>
        </p:nvSpPr>
        <p:spPr/>
        <p:txBody>
          <a:bodyPr/>
          <a:lstStyle/>
          <a:p>
            <a:r>
              <a:rPr lang="en-IN" b="1">
                <a:solidFill>
                  <a:srgbClr val="C00000"/>
                </a:solidFill>
                <a:latin typeface="Arial Rounded MT Bold" panose="020F0704030504030204" pitchFamily="34" charset="0"/>
              </a:rPr>
              <a:t>Built-in Packages</a:t>
            </a:r>
          </a:p>
        </p:txBody>
      </p:sp>
      <p:sp>
        <p:nvSpPr>
          <p:cNvPr id="4" name="Slide Number Placeholder 3">
            <a:extLst>
              <a:ext uri="{FF2B5EF4-FFF2-40B4-BE49-F238E27FC236}">
                <a16:creationId xmlns:a16="http://schemas.microsoft.com/office/drawing/2014/main" id="{E71CA8DA-C5B9-4200-989C-DDDA054BD7B4}"/>
              </a:ext>
            </a:extLst>
          </p:cNvPr>
          <p:cNvSpPr>
            <a:spLocks noGrp="1"/>
          </p:cNvSpPr>
          <p:nvPr>
            <p:ph type="sldNum" sz="quarter" idx="12"/>
          </p:nvPr>
        </p:nvSpPr>
        <p:spPr/>
        <p:txBody>
          <a:bodyPr/>
          <a:lstStyle/>
          <a:p>
            <a:fld id="{4DAC0951-10B0-4509-9BA5-FD8683A6F967}" type="slidenum">
              <a:rPr lang="en-IN" smtClean="0"/>
              <a:pPr/>
              <a:t>18</a:t>
            </a:fld>
            <a:endParaRPr lang="en-IN"/>
          </a:p>
        </p:txBody>
      </p:sp>
      <p:sp>
        <p:nvSpPr>
          <p:cNvPr id="10" name="Rectangle 9">
            <a:extLst>
              <a:ext uri="{FF2B5EF4-FFF2-40B4-BE49-F238E27FC236}">
                <a16:creationId xmlns:a16="http://schemas.microsoft.com/office/drawing/2014/main" id="{381190A8-4156-44F8-92E7-F79909490F5C}"/>
              </a:ext>
            </a:extLst>
          </p:cNvPr>
          <p:cNvSpPr/>
          <p:nvPr/>
        </p:nvSpPr>
        <p:spPr>
          <a:xfrm>
            <a:off x="2189017" y="1579851"/>
            <a:ext cx="5001492" cy="7481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solidFill>
                  <a:schemeClr val="tx1"/>
                </a:solidFill>
                <a:latin typeface="Consolas" panose="020B0609020204030204" pitchFamily="49" charset="0"/>
              </a:rPr>
              <a:t>import </a:t>
            </a:r>
            <a:r>
              <a:rPr lang="en-IN" sz="2400" err="1">
                <a:solidFill>
                  <a:srgbClr val="0070C0"/>
                </a:solidFill>
                <a:latin typeface="Consolas" panose="020B0609020204030204" pitchFamily="49" charset="0"/>
              </a:rPr>
              <a:t>java.util.</a:t>
            </a:r>
            <a:r>
              <a:rPr lang="en-IN" sz="2400" err="1">
                <a:solidFill>
                  <a:srgbClr val="C00000"/>
                </a:solidFill>
                <a:latin typeface="Consolas" panose="020B0609020204030204" pitchFamily="49" charset="0"/>
              </a:rPr>
              <a:t>Scanner</a:t>
            </a:r>
            <a:r>
              <a:rPr lang="en-IN" sz="2400">
                <a:solidFill>
                  <a:srgbClr val="C00000"/>
                </a:solidFill>
                <a:latin typeface="Consolas" panose="020B0609020204030204" pitchFamily="49" charset="0"/>
              </a:rPr>
              <a:t>;</a:t>
            </a:r>
            <a:r>
              <a:rPr lang="en-IN" sz="2400">
                <a:latin typeface="Consolas" panose="020B0609020204030204" pitchFamily="49" charset="0"/>
              </a:rPr>
              <a:t>;</a:t>
            </a:r>
          </a:p>
        </p:txBody>
      </p:sp>
      <p:sp>
        <p:nvSpPr>
          <p:cNvPr id="11" name="Title 1">
            <a:extLst>
              <a:ext uri="{FF2B5EF4-FFF2-40B4-BE49-F238E27FC236}">
                <a16:creationId xmlns:a16="http://schemas.microsoft.com/office/drawing/2014/main" id="{57BAD244-E085-46B8-9F09-A58BB32F7007}"/>
              </a:ext>
            </a:extLst>
          </p:cNvPr>
          <p:cNvSpPr txBox="1">
            <a:spLocks/>
          </p:cNvSpPr>
          <p:nvPr/>
        </p:nvSpPr>
        <p:spPr>
          <a:xfrm>
            <a:off x="838198" y="26198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a:solidFill>
                  <a:srgbClr val="C00000"/>
                </a:solidFill>
                <a:latin typeface="Arial Rounded MT Bold" panose="020F0704030504030204" pitchFamily="34" charset="0"/>
              </a:rPr>
              <a:t>User defined Packages</a:t>
            </a:r>
          </a:p>
        </p:txBody>
      </p:sp>
      <p:sp>
        <p:nvSpPr>
          <p:cNvPr id="12" name="TextBox 11">
            <a:extLst>
              <a:ext uri="{FF2B5EF4-FFF2-40B4-BE49-F238E27FC236}">
                <a16:creationId xmlns:a16="http://schemas.microsoft.com/office/drawing/2014/main" id="{85800645-4C11-4B19-BB93-182707418FBC}"/>
              </a:ext>
            </a:extLst>
          </p:cNvPr>
          <p:cNvSpPr txBox="1"/>
          <p:nvPr/>
        </p:nvSpPr>
        <p:spPr>
          <a:xfrm>
            <a:off x="838198" y="3945444"/>
            <a:ext cx="10515599" cy="1077218"/>
          </a:xfrm>
          <a:prstGeom prst="rect">
            <a:avLst/>
          </a:prstGeom>
          <a:solidFill>
            <a:srgbClr val="FF6600"/>
          </a:solidFill>
          <a:ln>
            <a:solidFill>
              <a:srgbClr val="00B050"/>
            </a:solidFill>
          </a:ln>
        </p:spPr>
        <p:txBody>
          <a:bodyPr wrap="square">
            <a:spAutoFit/>
          </a:bodyPr>
          <a:lstStyle/>
          <a:p>
            <a:r>
              <a:rPr lang="en-US" sz="3200">
                <a:solidFill>
                  <a:schemeClr val="bg1"/>
                </a:solidFill>
                <a:latin typeface="Gill Sans MT" panose="020B0502020104020203" pitchFamily="34" charset="0"/>
              </a:rPr>
              <a:t>User-defined packages are those which are developed by users in order to group related classes, interfaces and sub packages.</a:t>
            </a:r>
            <a:endParaRPr lang="en-IN" sz="3200">
              <a:solidFill>
                <a:schemeClr val="bg1"/>
              </a:solidFill>
              <a:latin typeface="Gill Sans MT" panose="020B0502020104020203" pitchFamily="34" charset="0"/>
            </a:endParaRPr>
          </a:p>
        </p:txBody>
      </p:sp>
    </p:spTree>
    <p:extLst>
      <p:ext uri="{BB962C8B-B14F-4D97-AF65-F5344CB8AC3E}">
        <p14:creationId xmlns:p14="http://schemas.microsoft.com/office/powerpoint/2010/main" val="1913899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5D5C81-293A-4170-B18E-BE82B4447337}"/>
              </a:ext>
            </a:extLst>
          </p:cNvPr>
          <p:cNvSpPr>
            <a:spLocks noGrp="1"/>
          </p:cNvSpPr>
          <p:nvPr>
            <p:ph type="sldNum" sz="quarter" idx="12"/>
          </p:nvPr>
        </p:nvSpPr>
        <p:spPr/>
        <p:txBody>
          <a:bodyPr/>
          <a:lstStyle/>
          <a:p>
            <a:fld id="{4DAC0951-10B0-4509-9BA5-FD8683A6F967}" type="slidenum">
              <a:rPr lang="en-IN" smtClean="0"/>
              <a:pPr/>
              <a:t>19</a:t>
            </a:fld>
            <a:endParaRPr lang="en-IN"/>
          </a:p>
        </p:txBody>
      </p:sp>
      <p:sp>
        <p:nvSpPr>
          <p:cNvPr id="5" name="Content Placeholder 2">
            <a:extLst>
              <a:ext uri="{FF2B5EF4-FFF2-40B4-BE49-F238E27FC236}">
                <a16:creationId xmlns:a16="http://schemas.microsoft.com/office/drawing/2014/main" id="{1627AD6F-ED49-41DE-91C1-E6C99512F0A8}"/>
              </a:ext>
            </a:extLst>
          </p:cNvPr>
          <p:cNvSpPr txBox="1">
            <a:spLocks/>
          </p:cNvSpPr>
          <p:nvPr/>
        </p:nvSpPr>
        <p:spPr>
          <a:xfrm>
            <a:off x="148936" y="467658"/>
            <a:ext cx="6431973" cy="5627979"/>
          </a:xfrm>
          <a:prstGeom prst="rect">
            <a:avLst/>
          </a:prstGeom>
          <a:ln>
            <a:solidFill>
              <a:srgbClr val="FF8837"/>
            </a:solidFill>
          </a:ln>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rgbClr val="0070C0"/>
                </a:solidFill>
                <a:latin typeface="Consolas"/>
              </a:rPr>
              <a:t>package</a:t>
            </a:r>
            <a:r>
              <a:rPr lang="en-US" sz="1400" dirty="0">
                <a:latin typeface="Consolas"/>
              </a:rPr>
              <a:t> </a:t>
            </a:r>
            <a:r>
              <a:rPr lang="en-US" sz="1400" dirty="0" err="1">
                <a:latin typeface="Consolas"/>
              </a:rPr>
              <a:t>SecondOne</a:t>
            </a:r>
            <a:r>
              <a:rPr lang="en-US" sz="1400" dirty="0">
                <a:latin typeface="Consolas"/>
              </a:rPr>
              <a:t>;</a:t>
            </a:r>
          </a:p>
          <a:p>
            <a:pPr marL="0" indent="0">
              <a:buNone/>
            </a:pPr>
            <a:r>
              <a:rPr lang="en-US" sz="1400" dirty="0">
                <a:solidFill>
                  <a:srgbClr val="0070C0"/>
                </a:solidFill>
                <a:latin typeface="Consolas"/>
              </a:rPr>
              <a:t>import</a:t>
            </a:r>
            <a:r>
              <a:rPr lang="en-US" sz="1400" dirty="0">
                <a:latin typeface="Consolas"/>
              </a:rPr>
              <a:t> </a:t>
            </a:r>
            <a:r>
              <a:rPr lang="en-US" sz="1400" dirty="0" err="1">
                <a:latin typeface="Consolas"/>
              </a:rPr>
              <a:t>MyPackage.Compare</a:t>
            </a:r>
            <a:r>
              <a:rPr lang="en-US" sz="1400" dirty="0">
                <a:latin typeface="Consolas"/>
              </a:rPr>
              <a:t>;</a:t>
            </a:r>
          </a:p>
          <a:p>
            <a:pPr marL="0" indent="0">
              <a:buNone/>
            </a:pPr>
            <a:endParaRPr lang="en-US" sz="1400" dirty="0">
              <a:latin typeface="Consolas"/>
            </a:endParaRPr>
          </a:p>
          <a:p>
            <a:pPr marL="0" indent="0">
              <a:buNone/>
            </a:pPr>
            <a:r>
              <a:rPr lang="en-US" sz="1400" dirty="0">
                <a:solidFill>
                  <a:srgbClr val="0070C0"/>
                </a:solidFill>
                <a:latin typeface="Consolas"/>
              </a:rPr>
              <a:t>public class </a:t>
            </a:r>
            <a:r>
              <a:rPr lang="en-US" sz="1400" dirty="0">
                <a:latin typeface="Consolas"/>
              </a:rPr>
              <a:t>Demo{</a:t>
            </a:r>
          </a:p>
          <a:p>
            <a:pPr marL="0" indent="0">
              <a:buNone/>
            </a:pPr>
            <a:r>
              <a:rPr lang="en-US" sz="1400" dirty="0">
                <a:latin typeface="Consolas"/>
              </a:rPr>
              <a:t>    </a:t>
            </a:r>
            <a:r>
              <a:rPr lang="en-US" sz="1400" dirty="0">
                <a:solidFill>
                  <a:srgbClr val="0070C0"/>
                </a:solidFill>
                <a:latin typeface="Consolas"/>
              </a:rPr>
              <a:t>public static void</a:t>
            </a:r>
            <a:r>
              <a:rPr lang="en-US" sz="1400" dirty="0">
                <a:latin typeface="Consolas"/>
              </a:rPr>
              <a:t> main(</a:t>
            </a:r>
            <a:r>
              <a:rPr lang="en-US" sz="1400" dirty="0">
                <a:solidFill>
                  <a:srgbClr val="FF0000"/>
                </a:solidFill>
                <a:latin typeface="Consolas"/>
              </a:rPr>
              <a:t>String</a:t>
            </a:r>
            <a:r>
              <a:rPr lang="en-US" sz="1400" dirty="0">
                <a:latin typeface="Consolas"/>
              </a:rPr>
              <a:t> </a:t>
            </a:r>
            <a:r>
              <a:rPr lang="en-US" sz="1400" dirty="0" err="1">
                <a:latin typeface="Consolas"/>
              </a:rPr>
              <a:t>args</a:t>
            </a:r>
            <a:r>
              <a:rPr lang="en-US" sz="1400" dirty="0">
                <a:latin typeface="Consolas"/>
              </a:rPr>
              <a:t>[]) {</a:t>
            </a:r>
          </a:p>
          <a:p>
            <a:pPr marL="0" indent="0">
              <a:buNone/>
            </a:pPr>
            <a:r>
              <a:rPr lang="en-US" sz="1400" dirty="0">
                <a:latin typeface="Consolas"/>
              </a:rPr>
              <a:t>       </a:t>
            </a:r>
            <a:r>
              <a:rPr lang="en-US" sz="1400" dirty="0">
                <a:solidFill>
                  <a:srgbClr val="FF0000"/>
                </a:solidFill>
                <a:latin typeface="Consolas"/>
              </a:rPr>
              <a:t> int </a:t>
            </a:r>
            <a:r>
              <a:rPr lang="en-US" sz="1400" dirty="0">
                <a:latin typeface="Consolas"/>
              </a:rPr>
              <a:t>n=10, m=10;</a:t>
            </a:r>
          </a:p>
          <a:p>
            <a:pPr marL="0" indent="0">
              <a:buNone/>
            </a:pPr>
            <a:r>
              <a:rPr lang="en-US" sz="1400" dirty="0">
                <a:latin typeface="Consolas"/>
              </a:rPr>
              <a:t>        Compare current = </a:t>
            </a:r>
            <a:r>
              <a:rPr lang="en-US" sz="1400" dirty="0">
                <a:solidFill>
                  <a:srgbClr val="0070C0"/>
                </a:solidFill>
                <a:latin typeface="Consolas"/>
              </a:rPr>
              <a:t>new</a:t>
            </a:r>
            <a:r>
              <a:rPr lang="en-US" sz="1400" dirty="0">
                <a:latin typeface="Consolas"/>
              </a:rPr>
              <a:t> Compare(n, m);</a:t>
            </a:r>
          </a:p>
          <a:p>
            <a:pPr marL="0" indent="0">
              <a:buNone/>
            </a:pPr>
            <a:r>
              <a:rPr lang="en-US" sz="1400" dirty="0">
                <a:latin typeface="Consolas"/>
              </a:rPr>
              <a:t>        </a:t>
            </a:r>
            <a:r>
              <a:rPr lang="en-US" sz="1400" dirty="0">
                <a:solidFill>
                  <a:srgbClr val="0070C0"/>
                </a:solidFill>
                <a:latin typeface="Consolas"/>
              </a:rPr>
              <a:t>if</a:t>
            </a:r>
            <a:r>
              <a:rPr lang="en-US" sz="1400" dirty="0">
                <a:latin typeface="Consolas"/>
              </a:rPr>
              <a:t>(n != m) {</a:t>
            </a:r>
          </a:p>
          <a:p>
            <a:pPr marL="0" indent="0">
              <a:buNone/>
            </a:pPr>
            <a:r>
              <a:rPr lang="en-US" sz="1400" dirty="0">
                <a:latin typeface="Consolas"/>
              </a:rPr>
              <a:t>             </a:t>
            </a:r>
            <a:r>
              <a:rPr lang="en-US" sz="1400" dirty="0" err="1">
                <a:latin typeface="Consolas"/>
              </a:rPr>
              <a:t>current.getmax</a:t>
            </a:r>
            <a:r>
              <a:rPr lang="en-US" sz="1400" dirty="0">
                <a:latin typeface="Consolas"/>
              </a:rPr>
              <a:t>();</a:t>
            </a:r>
          </a:p>
          <a:p>
            <a:pPr marL="0" indent="0">
              <a:buNone/>
            </a:pPr>
            <a:r>
              <a:rPr lang="en-US" sz="1400" dirty="0">
                <a:latin typeface="Consolas"/>
              </a:rPr>
              <a:t>        }</a:t>
            </a:r>
          </a:p>
          <a:p>
            <a:pPr marL="0" indent="0">
              <a:buNone/>
            </a:pPr>
            <a:r>
              <a:rPr lang="en-US" sz="1400" dirty="0">
                <a:latin typeface="Consolas"/>
              </a:rPr>
              <a:t>        </a:t>
            </a:r>
            <a:r>
              <a:rPr lang="en-US" sz="1400" dirty="0">
                <a:solidFill>
                  <a:srgbClr val="0070C0"/>
                </a:solidFill>
                <a:latin typeface="Consolas"/>
              </a:rPr>
              <a:t>else</a:t>
            </a:r>
            <a:r>
              <a:rPr lang="en-US" sz="1400" dirty="0">
                <a:latin typeface="Consolas"/>
              </a:rPr>
              <a:t> {</a:t>
            </a:r>
          </a:p>
          <a:p>
            <a:pPr marL="0" indent="0">
              <a:buNone/>
            </a:pPr>
            <a:r>
              <a:rPr lang="en-US" sz="1400" dirty="0">
                <a:latin typeface="Consolas"/>
              </a:rPr>
              <a:t>            </a:t>
            </a:r>
            <a:r>
              <a:rPr lang="en-US" sz="1400" dirty="0" err="1">
                <a:solidFill>
                  <a:srgbClr val="FF0000"/>
                </a:solidFill>
                <a:latin typeface="Consolas"/>
              </a:rPr>
              <a:t>System.out.println</a:t>
            </a:r>
            <a:r>
              <a:rPr lang="en-US" sz="1400" dirty="0">
                <a:latin typeface="Consolas"/>
              </a:rPr>
              <a:t>("</a:t>
            </a:r>
            <a:r>
              <a:rPr lang="en-US" sz="1400" dirty="0">
                <a:solidFill>
                  <a:srgbClr val="00B050"/>
                </a:solidFill>
                <a:latin typeface="Consolas"/>
              </a:rPr>
              <a:t>Both the values are same</a:t>
            </a:r>
            <a:r>
              <a:rPr lang="en-US" sz="1400" dirty="0">
                <a:latin typeface="Consolas"/>
              </a:rPr>
              <a:t>");</a:t>
            </a:r>
          </a:p>
          <a:p>
            <a:pPr marL="0" indent="0">
              <a:buNone/>
            </a:pPr>
            <a:r>
              <a:rPr lang="en-US" sz="1400" dirty="0">
                <a:latin typeface="Consolas"/>
              </a:rPr>
              <a:t>        }   </a:t>
            </a:r>
            <a:endParaRPr lang="en-US" sz="1400" dirty="0">
              <a:latin typeface="Consolas" panose="020B0609020204030204" pitchFamily="49" charset="0"/>
            </a:endParaRPr>
          </a:p>
          <a:p>
            <a:pPr marL="0" indent="0">
              <a:buNone/>
            </a:pPr>
            <a:r>
              <a:rPr lang="en-US" sz="1400" dirty="0">
                <a:latin typeface="Consolas"/>
              </a:rPr>
              <a:t>} </a:t>
            </a:r>
            <a:endParaRPr lang="en-US" sz="1400" dirty="0">
              <a:latin typeface="Consolas" panose="020B0609020204030204" pitchFamily="49" charset="0"/>
            </a:endParaRPr>
          </a:p>
          <a:p>
            <a:pPr marL="0" indent="0">
              <a:buNone/>
            </a:pPr>
            <a:r>
              <a:rPr lang="en-US" sz="1400" dirty="0">
                <a:latin typeface="Consolas"/>
              </a:rPr>
              <a:t>}</a:t>
            </a:r>
            <a:endParaRPr lang="en-IN" sz="1400" dirty="0">
              <a:latin typeface="Consolas"/>
            </a:endParaRPr>
          </a:p>
        </p:txBody>
      </p:sp>
      <p:sp>
        <p:nvSpPr>
          <p:cNvPr id="7" name="Rectangle 6">
            <a:extLst>
              <a:ext uri="{FF2B5EF4-FFF2-40B4-BE49-F238E27FC236}">
                <a16:creationId xmlns:a16="http://schemas.microsoft.com/office/drawing/2014/main" id="{90C79ADF-96E3-41A7-B004-3EBFD15A24CA}"/>
              </a:ext>
            </a:extLst>
          </p:cNvPr>
          <p:cNvSpPr/>
          <p:nvPr/>
        </p:nvSpPr>
        <p:spPr>
          <a:xfrm>
            <a:off x="1233055" y="5392615"/>
            <a:ext cx="3879273" cy="123305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t>Both the values are same</a:t>
            </a:r>
            <a:endParaRPr lang="en-IN"/>
          </a:p>
        </p:txBody>
      </p:sp>
      <p:sp>
        <p:nvSpPr>
          <p:cNvPr id="8" name="Title 1">
            <a:extLst>
              <a:ext uri="{FF2B5EF4-FFF2-40B4-BE49-F238E27FC236}">
                <a16:creationId xmlns:a16="http://schemas.microsoft.com/office/drawing/2014/main" id="{34DDDF5A-D652-4FEB-A983-092F5E9B3E64}"/>
              </a:ext>
            </a:extLst>
          </p:cNvPr>
          <p:cNvSpPr>
            <a:spLocks noGrp="1"/>
          </p:cNvSpPr>
          <p:nvPr>
            <p:ph type="title"/>
          </p:nvPr>
        </p:nvSpPr>
        <p:spPr>
          <a:xfrm>
            <a:off x="3172691" y="148640"/>
            <a:ext cx="3733800" cy="1325563"/>
          </a:xfrm>
        </p:spPr>
        <p:txBody>
          <a:bodyPr/>
          <a:lstStyle/>
          <a:p>
            <a:r>
              <a:rPr lang="en-IN" b="1">
                <a:solidFill>
                  <a:srgbClr val="C00000"/>
                </a:solidFill>
                <a:latin typeface="Arial Rounded MT Bold" panose="020F0704030504030204" pitchFamily="34" charset="0"/>
              </a:rPr>
              <a:t>Demo.java</a:t>
            </a:r>
          </a:p>
        </p:txBody>
      </p:sp>
      <p:sp>
        <p:nvSpPr>
          <p:cNvPr id="9" name="Content Placeholder 2">
            <a:extLst>
              <a:ext uri="{FF2B5EF4-FFF2-40B4-BE49-F238E27FC236}">
                <a16:creationId xmlns:a16="http://schemas.microsoft.com/office/drawing/2014/main" id="{7D7268D4-83DA-4A73-A3CF-043F593EB9BF}"/>
              </a:ext>
            </a:extLst>
          </p:cNvPr>
          <p:cNvSpPr txBox="1">
            <a:spLocks/>
          </p:cNvSpPr>
          <p:nvPr/>
        </p:nvSpPr>
        <p:spPr>
          <a:xfrm>
            <a:off x="4921828" y="1833282"/>
            <a:ext cx="6431972" cy="996413"/>
          </a:xfrm>
          <a:prstGeom prst="rect">
            <a:avLst/>
          </a:prstGeom>
          <a:solidFill>
            <a:schemeClr val="bg1"/>
          </a:solidFill>
          <a:ln>
            <a:solidFill>
              <a:srgbClr val="FF8837"/>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sz="1400">
                <a:solidFill>
                  <a:srgbClr val="00B050"/>
                </a:solidFill>
                <a:latin typeface="Consolas" panose="020B0609020204030204" pitchFamily="49" charset="0"/>
              </a:rPr>
              <a:t>//Using fully qualified name instead of import</a:t>
            </a:r>
          </a:p>
          <a:p>
            <a:pPr marL="0" indent="0">
              <a:lnSpc>
                <a:spcPct val="150000"/>
              </a:lnSpc>
              <a:buNone/>
            </a:pPr>
            <a:r>
              <a:rPr lang="en-US" sz="1400" err="1">
                <a:solidFill>
                  <a:srgbClr val="0070C0"/>
                </a:solidFill>
                <a:latin typeface="Consolas" panose="020B0609020204030204" pitchFamily="49" charset="0"/>
              </a:rPr>
              <a:t>MyPackage.Compare</a:t>
            </a:r>
            <a:r>
              <a:rPr lang="en-US" sz="1400">
                <a:solidFill>
                  <a:srgbClr val="0070C0"/>
                </a:solidFill>
                <a:latin typeface="Consolas" panose="020B0609020204030204" pitchFamily="49" charset="0"/>
              </a:rPr>
              <a:t> current = new </a:t>
            </a:r>
            <a:r>
              <a:rPr lang="en-US" sz="1400" err="1">
                <a:solidFill>
                  <a:srgbClr val="0070C0"/>
                </a:solidFill>
                <a:latin typeface="Consolas" panose="020B0609020204030204" pitchFamily="49" charset="0"/>
              </a:rPr>
              <a:t>MyPackage.Compare</a:t>
            </a:r>
            <a:r>
              <a:rPr lang="en-US" sz="1400">
                <a:solidFill>
                  <a:srgbClr val="0070C0"/>
                </a:solidFill>
                <a:latin typeface="Consolas" panose="020B0609020204030204" pitchFamily="49" charset="0"/>
              </a:rPr>
              <a:t>(n, m);</a:t>
            </a:r>
            <a:endParaRPr lang="en-IN" sz="1400">
              <a:latin typeface="Consolas" panose="020B0609020204030204" pitchFamily="49" charset="0"/>
            </a:endParaRPr>
          </a:p>
        </p:txBody>
      </p:sp>
      <p:sp>
        <p:nvSpPr>
          <p:cNvPr id="11" name="Rectangle 10">
            <a:extLst>
              <a:ext uri="{FF2B5EF4-FFF2-40B4-BE49-F238E27FC236}">
                <a16:creationId xmlns:a16="http://schemas.microsoft.com/office/drawing/2014/main" id="{5771B963-2298-480F-A758-C9731E1161E3}"/>
              </a:ext>
            </a:extLst>
          </p:cNvPr>
          <p:cNvSpPr/>
          <p:nvPr/>
        </p:nvSpPr>
        <p:spPr>
          <a:xfrm>
            <a:off x="188768" y="762363"/>
            <a:ext cx="2658341" cy="304437"/>
          </a:xfrm>
          <a:prstGeom prst="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86252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500"/>
                                  </p:iterate>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500"/>
                                  </p:iterate>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500"/>
                                  </p:iterate>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500"/>
                                  </p:iterate>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wd">
                                    <p:tmAbs val="500"/>
                                  </p:iterate>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wd">
                                    <p:tmAbs val="500"/>
                                  </p:iterate>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wd">
                                    <p:tmAbs val="500"/>
                                  </p:iterate>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wd">
                                    <p:tmAbs val="500"/>
                                  </p:iterate>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wd">
                                    <p:tmAbs val="500"/>
                                  </p:iterate>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iterate type="wd">
                                    <p:tmAbs val="500"/>
                                  </p:iterate>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type="wd">
                                    <p:tmAbs val="500"/>
                                  </p:iterate>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type="wd">
                                    <p:tmAbs val="500"/>
                                  </p:iterate>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iterate type="wd">
                                    <p:tmAbs val="500"/>
                                  </p:iterate>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iterate type="wd">
                                    <p:tmAbs val="500"/>
                                  </p:iterate>
                                  <p:childTnLst>
                                    <p:set>
                                      <p:cBhvr>
                                        <p:cTn id="70" dur="1" fill="hold">
                                          <p:stCondLst>
                                            <p:cond delay="0"/>
                                          </p:stCondLst>
                                        </p:cTn>
                                        <p:tgtEl>
                                          <p:spTgt spid="9">
                                            <p:bg/>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iterate type="wd">
                                    <p:tmAbs val="500"/>
                                  </p:iterate>
                                  <p:childTnLst>
                                    <p:set>
                                      <p:cBhvr>
                                        <p:cTn id="7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iterate type="wd">
                                    <p:tmAbs val="500"/>
                                  </p:iterate>
                                  <p:childTnLst>
                                    <p:set>
                                      <p:cBhvr>
                                        <p:cTn id="7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7" grpId="0" animBg="1"/>
      <p:bldP spid="9" grpId="0"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93CFE-CD67-4910-BB5C-72309AFD83D0}"/>
              </a:ext>
            </a:extLst>
          </p:cNvPr>
          <p:cNvSpPr>
            <a:spLocks noGrp="1"/>
          </p:cNvSpPr>
          <p:nvPr>
            <p:ph type="title"/>
          </p:nvPr>
        </p:nvSpPr>
        <p:spPr/>
        <p:txBody>
          <a:bodyPr>
            <a:normAutofit fontScale="90000"/>
          </a:bodyPr>
          <a:lstStyle/>
          <a:p>
            <a:r>
              <a:rPr lang="en-US" b="1">
                <a:solidFill>
                  <a:srgbClr val="C00000"/>
                </a:solidFill>
                <a:latin typeface="Arial Rounded MT Bold" panose="020F0704030504030204" pitchFamily="34" charset="0"/>
              </a:rPr>
              <a:t>Java packages addresses four categories of visibility for class members:</a:t>
            </a:r>
            <a:endParaRPr lang="en-IN" b="1">
              <a:solidFill>
                <a:srgbClr val="C00000"/>
              </a:solidFill>
              <a:latin typeface="Arial Rounded MT Bold" panose="020F0704030504030204" pitchFamily="34" charset="0"/>
            </a:endParaRPr>
          </a:p>
        </p:txBody>
      </p:sp>
      <p:sp>
        <p:nvSpPr>
          <p:cNvPr id="4" name="Slide Number Placeholder 3">
            <a:extLst>
              <a:ext uri="{FF2B5EF4-FFF2-40B4-BE49-F238E27FC236}">
                <a16:creationId xmlns:a16="http://schemas.microsoft.com/office/drawing/2014/main" id="{E1B5D78E-3782-4A17-8CB2-CF8CBD519DF0}"/>
              </a:ext>
            </a:extLst>
          </p:cNvPr>
          <p:cNvSpPr>
            <a:spLocks noGrp="1"/>
          </p:cNvSpPr>
          <p:nvPr>
            <p:ph type="sldNum" sz="quarter" idx="12"/>
          </p:nvPr>
        </p:nvSpPr>
        <p:spPr/>
        <p:txBody>
          <a:bodyPr/>
          <a:lstStyle/>
          <a:p>
            <a:fld id="{4DAC0951-10B0-4509-9BA5-FD8683A6F967}" type="slidenum">
              <a:rPr lang="en-IN" smtClean="0"/>
              <a:pPr/>
              <a:t>20</a:t>
            </a:fld>
            <a:endParaRPr lang="en-IN"/>
          </a:p>
        </p:txBody>
      </p:sp>
      <p:sp>
        <p:nvSpPr>
          <p:cNvPr id="8" name="TextBox 7">
            <a:extLst>
              <a:ext uri="{FF2B5EF4-FFF2-40B4-BE49-F238E27FC236}">
                <a16:creationId xmlns:a16="http://schemas.microsoft.com/office/drawing/2014/main" id="{6774EB32-7D9B-4E49-BC8B-BFB4617370DE}"/>
              </a:ext>
            </a:extLst>
          </p:cNvPr>
          <p:cNvSpPr txBox="1"/>
          <p:nvPr/>
        </p:nvSpPr>
        <p:spPr>
          <a:xfrm>
            <a:off x="1724890" y="1859340"/>
            <a:ext cx="8257310" cy="1569660"/>
          </a:xfrm>
          <a:prstGeom prst="rect">
            <a:avLst/>
          </a:prstGeom>
          <a:noFill/>
          <a:ln w="28575">
            <a:solidFill>
              <a:srgbClr val="FF8837"/>
            </a:solidFill>
          </a:ln>
        </p:spPr>
        <p:txBody>
          <a:bodyPr wrap="square">
            <a:spAutoFit/>
          </a:bodyPr>
          <a:lstStyle/>
          <a:p>
            <a:pPr marL="285750" indent="-285750">
              <a:buFont typeface="Arial" panose="020B0604020202020204" pitchFamily="34" charset="0"/>
              <a:buChar char="•"/>
            </a:pPr>
            <a:r>
              <a:rPr lang="en-US" sz="2400">
                <a:latin typeface="Gill Sans MT" panose="020B0502020104020203" pitchFamily="34" charset="0"/>
              </a:rPr>
              <a:t>Sub-classes in the same package</a:t>
            </a:r>
          </a:p>
          <a:p>
            <a:pPr marL="285750" indent="-285750">
              <a:buFont typeface="Arial" panose="020B0604020202020204" pitchFamily="34" charset="0"/>
              <a:buChar char="•"/>
            </a:pPr>
            <a:r>
              <a:rPr lang="en-US" sz="2400">
                <a:latin typeface="Gill Sans MT" panose="020B0502020104020203" pitchFamily="34" charset="0"/>
              </a:rPr>
              <a:t>Non-subclasses in the same package</a:t>
            </a:r>
          </a:p>
          <a:p>
            <a:pPr marL="285750" indent="-285750">
              <a:buFont typeface="Arial" panose="020B0604020202020204" pitchFamily="34" charset="0"/>
              <a:buChar char="•"/>
            </a:pPr>
            <a:r>
              <a:rPr lang="en-US" sz="2400">
                <a:latin typeface="Gill Sans MT" panose="020B0502020104020203" pitchFamily="34" charset="0"/>
              </a:rPr>
              <a:t>Sub-classes in different packages</a:t>
            </a:r>
          </a:p>
          <a:p>
            <a:pPr marL="285750" indent="-285750">
              <a:buFont typeface="Arial" panose="020B0604020202020204" pitchFamily="34" charset="0"/>
              <a:buChar char="•"/>
            </a:pPr>
            <a:r>
              <a:rPr lang="en-US" sz="2400">
                <a:latin typeface="Gill Sans MT" panose="020B0502020104020203" pitchFamily="34" charset="0"/>
              </a:rPr>
              <a:t>Classes that are neither in the same package nor sub-classes</a:t>
            </a:r>
            <a:endParaRPr lang="en-IN" sz="2400">
              <a:latin typeface="Gill Sans MT" panose="020B0502020104020203" pitchFamily="34" charset="0"/>
            </a:endParaRPr>
          </a:p>
        </p:txBody>
      </p:sp>
      <p:graphicFrame>
        <p:nvGraphicFramePr>
          <p:cNvPr id="9" name="Table 9">
            <a:extLst>
              <a:ext uri="{FF2B5EF4-FFF2-40B4-BE49-F238E27FC236}">
                <a16:creationId xmlns:a16="http://schemas.microsoft.com/office/drawing/2014/main" id="{2026D908-19C3-49DD-BA43-0093FE6729CC}"/>
              </a:ext>
            </a:extLst>
          </p:cNvPr>
          <p:cNvGraphicFramePr>
            <a:graphicFrameLocks noGrp="1"/>
          </p:cNvGraphicFramePr>
          <p:nvPr>
            <p:extLst>
              <p:ext uri="{D42A27DB-BD31-4B8C-83A1-F6EECF244321}">
                <p14:modId xmlns:p14="http://schemas.microsoft.com/office/powerpoint/2010/main" val="4035292052"/>
              </p:ext>
            </p:extLst>
          </p:nvPr>
        </p:nvGraphicFramePr>
        <p:xfrm>
          <a:off x="738908" y="3966984"/>
          <a:ext cx="10326255" cy="2377440"/>
        </p:xfrm>
        <a:graphic>
          <a:graphicData uri="http://schemas.openxmlformats.org/drawingml/2006/table">
            <a:tbl>
              <a:tblPr firstRow="1" bandRow="1">
                <a:tableStyleId>{5C22544A-7EE6-4342-B048-85BDC9FD1C3A}</a:tableStyleId>
              </a:tblPr>
              <a:tblGrid>
                <a:gridCol w="4830619">
                  <a:extLst>
                    <a:ext uri="{9D8B030D-6E8A-4147-A177-3AD203B41FA5}">
                      <a16:colId xmlns:a16="http://schemas.microsoft.com/office/drawing/2014/main" val="2667496526"/>
                    </a:ext>
                  </a:extLst>
                </a:gridCol>
                <a:gridCol w="1316181">
                  <a:extLst>
                    <a:ext uri="{9D8B030D-6E8A-4147-A177-3AD203B41FA5}">
                      <a16:colId xmlns:a16="http://schemas.microsoft.com/office/drawing/2014/main" val="1002741588"/>
                    </a:ext>
                  </a:extLst>
                </a:gridCol>
                <a:gridCol w="1537855">
                  <a:extLst>
                    <a:ext uri="{9D8B030D-6E8A-4147-A177-3AD203B41FA5}">
                      <a16:colId xmlns:a16="http://schemas.microsoft.com/office/drawing/2014/main" val="2977328231"/>
                    </a:ext>
                  </a:extLst>
                </a:gridCol>
                <a:gridCol w="1371600">
                  <a:extLst>
                    <a:ext uri="{9D8B030D-6E8A-4147-A177-3AD203B41FA5}">
                      <a16:colId xmlns:a16="http://schemas.microsoft.com/office/drawing/2014/main" val="581625827"/>
                    </a:ext>
                  </a:extLst>
                </a:gridCol>
                <a:gridCol w="1270000">
                  <a:extLst>
                    <a:ext uri="{9D8B030D-6E8A-4147-A177-3AD203B41FA5}">
                      <a16:colId xmlns:a16="http://schemas.microsoft.com/office/drawing/2014/main" val="3033353913"/>
                    </a:ext>
                  </a:extLst>
                </a:gridCol>
              </a:tblGrid>
              <a:tr h="370840">
                <a:tc>
                  <a:txBody>
                    <a:bodyPr/>
                    <a:lstStyle/>
                    <a:p>
                      <a:endParaRPr lang="en-IN" sz="2000">
                        <a:latin typeface="Gill Sans MT" panose="020B0502020104020203" pitchFamily="34" charset="0"/>
                      </a:endParaRPr>
                    </a:p>
                  </a:txBody>
                  <a:tcPr>
                    <a:solidFill>
                      <a:srgbClr val="FF8837"/>
                    </a:solidFill>
                  </a:tcPr>
                </a:tc>
                <a:tc>
                  <a:txBody>
                    <a:bodyPr/>
                    <a:lstStyle/>
                    <a:p>
                      <a:r>
                        <a:rPr lang="en-IN" sz="2000" b="1" i="1">
                          <a:effectLst/>
                          <a:latin typeface="Gill Sans MT" panose="020B0502020104020203" pitchFamily="34" charset="0"/>
                        </a:rPr>
                        <a:t>Private </a:t>
                      </a:r>
                      <a:endParaRPr lang="en-IN" sz="2000">
                        <a:effectLst/>
                        <a:latin typeface="Gill Sans MT" panose="020B0502020104020203" pitchFamily="34" charset="0"/>
                      </a:endParaRPr>
                    </a:p>
                  </a:txBody>
                  <a:tcPr marL="47625" anchor="ctr">
                    <a:solidFill>
                      <a:srgbClr val="FF8837"/>
                    </a:solidFill>
                  </a:tcPr>
                </a:tc>
                <a:tc>
                  <a:txBody>
                    <a:bodyPr/>
                    <a:lstStyle/>
                    <a:p>
                      <a:r>
                        <a:rPr lang="en-IN" sz="2000" b="1" i="1">
                          <a:effectLst/>
                          <a:latin typeface="Gill Sans MT" panose="020B0502020104020203" pitchFamily="34" charset="0"/>
                        </a:rPr>
                        <a:t>No Modifier</a:t>
                      </a:r>
                      <a:endParaRPr lang="en-IN" sz="2000">
                        <a:effectLst/>
                        <a:latin typeface="Gill Sans MT" panose="020B0502020104020203" pitchFamily="34" charset="0"/>
                      </a:endParaRPr>
                    </a:p>
                  </a:txBody>
                  <a:tcPr marL="47625" anchor="ctr">
                    <a:solidFill>
                      <a:srgbClr val="FF8837"/>
                    </a:solidFill>
                  </a:tcPr>
                </a:tc>
                <a:tc>
                  <a:txBody>
                    <a:bodyPr/>
                    <a:lstStyle/>
                    <a:p>
                      <a:r>
                        <a:rPr lang="en-IN" sz="2000" b="1" i="1">
                          <a:effectLst/>
                          <a:latin typeface="Gill Sans MT" panose="020B0502020104020203" pitchFamily="34" charset="0"/>
                        </a:rPr>
                        <a:t>Protected</a:t>
                      </a:r>
                      <a:endParaRPr lang="en-IN" sz="2000">
                        <a:effectLst/>
                        <a:latin typeface="Gill Sans MT" panose="020B0502020104020203" pitchFamily="34" charset="0"/>
                      </a:endParaRPr>
                    </a:p>
                  </a:txBody>
                  <a:tcPr marL="47625" anchor="ctr">
                    <a:solidFill>
                      <a:srgbClr val="FF8837"/>
                    </a:solidFill>
                  </a:tcPr>
                </a:tc>
                <a:tc>
                  <a:txBody>
                    <a:bodyPr/>
                    <a:lstStyle/>
                    <a:p>
                      <a:r>
                        <a:rPr lang="en-IN" sz="2000" b="1" i="1">
                          <a:effectLst/>
                          <a:latin typeface="Gill Sans MT" panose="020B0502020104020203" pitchFamily="34" charset="0"/>
                        </a:rPr>
                        <a:t>Public</a:t>
                      </a:r>
                      <a:endParaRPr lang="en-IN" sz="2000">
                        <a:effectLst/>
                        <a:latin typeface="Gill Sans MT" panose="020B0502020104020203" pitchFamily="34" charset="0"/>
                      </a:endParaRPr>
                    </a:p>
                  </a:txBody>
                  <a:tcPr marL="47625" anchor="ctr">
                    <a:solidFill>
                      <a:srgbClr val="FF8837"/>
                    </a:solidFill>
                  </a:tcPr>
                </a:tc>
                <a:extLst>
                  <a:ext uri="{0D108BD9-81ED-4DB2-BD59-A6C34878D82A}">
                    <a16:rowId xmlns:a16="http://schemas.microsoft.com/office/drawing/2014/main" val="3249581538"/>
                  </a:ext>
                </a:extLst>
              </a:tr>
              <a:tr h="370840">
                <a:tc>
                  <a:txBody>
                    <a:bodyPr/>
                    <a:lstStyle/>
                    <a:p>
                      <a:pPr algn="l"/>
                      <a:r>
                        <a:rPr lang="en-IN" sz="2000" b="1">
                          <a:effectLst/>
                          <a:latin typeface="Gill Sans MT" panose="020B0502020104020203" pitchFamily="34" charset="0"/>
                        </a:rPr>
                        <a:t>Same Class</a:t>
                      </a:r>
                      <a:endParaRPr lang="en-IN" sz="2000">
                        <a:effectLst/>
                        <a:latin typeface="Gill Sans MT" panose="020B0502020104020203" pitchFamily="34" charset="0"/>
                      </a:endParaRPr>
                    </a:p>
                  </a:txBody>
                  <a:tcPr marL="47625" anchor="ctr">
                    <a:solidFill>
                      <a:srgbClr val="92D050"/>
                    </a:solidFill>
                  </a:tcPr>
                </a:tc>
                <a:tc>
                  <a:txBody>
                    <a:bodyPr/>
                    <a:lstStyle/>
                    <a:p>
                      <a:pPr algn="ctr"/>
                      <a:r>
                        <a:rPr lang="en-IN" sz="2000">
                          <a:effectLst/>
                          <a:latin typeface="Gill Sans MT" panose="020B0502020104020203" pitchFamily="34" charset="0"/>
                        </a:rPr>
                        <a:t>Yes</a:t>
                      </a:r>
                    </a:p>
                  </a:txBody>
                  <a:tcPr marL="47625" anchor="ctr">
                    <a:solidFill>
                      <a:srgbClr val="92D050"/>
                    </a:solidFill>
                  </a:tcPr>
                </a:tc>
                <a:tc>
                  <a:txBody>
                    <a:bodyPr/>
                    <a:lstStyle/>
                    <a:p>
                      <a:pPr algn="ctr"/>
                      <a:r>
                        <a:rPr lang="en-IN" sz="2000">
                          <a:effectLst/>
                          <a:latin typeface="Gill Sans MT" panose="020B0502020104020203" pitchFamily="34" charset="0"/>
                        </a:rPr>
                        <a:t>Yes</a:t>
                      </a:r>
                    </a:p>
                  </a:txBody>
                  <a:tcPr marL="47625" anchor="ctr">
                    <a:solidFill>
                      <a:srgbClr val="92D050"/>
                    </a:solidFill>
                  </a:tcPr>
                </a:tc>
                <a:tc>
                  <a:txBody>
                    <a:bodyPr/>
                    <a:lstStyle/>
                    <a:p>
                      <a:pPr algn="ctr"/>
                      <a:r>
                        <a:rPr lang="en-IN" sz="2000">
                          <a:effectLst/>
                          <a:latin typeface="Gill Sans MT" panose="020B0502020104020203" pitchFamily="34" charset="0"/>
                        </a:rPr>
                        <a:t>Yes</a:t>
                      </a:r>
                    </a:p>
                  </a:txBody>
                  <a:tcPr marL="47625" anchor="ctr">
                    <a:solidFill>
                      <a:srgbClr val="92D050"/>
                    </a:solidFill>
                  </a:tcPr>
                </a:tc>
                <a:tc>
                  <a:txBody>
                    <a:bodyPr/>
                    <a:lstStyle/>
                    <a:p>
                      <a:pPr algn="ctr"/>
                      <a:r>
                        <a:rPr lang="en-IN" sz="2000">
                          <a:effectLst/>
                          <a:latin typeface="Gill Sans MT" panose="020B0502020104020203" pitchFamily="34" charset="0"/>
                        </a:rPr>
                        <a:t>Yes</a:t>
                      </a:r>
                    </a:p>
                  </a:txBody>
                  <a:tcPr marL="47625" anchor="ctr">
                    <a:solidFill>
                      <a:srgbClr val="92D050"/>
                    </a:solidFill>
                  </a:tcPr>
                </a:tc>
                <a:extLst>
                  <a:ext uri="{0D108BD9-81ED-4DB2-BD59-A6C34878D82A}">
                    <a16:rowId xmlns:a16="http://schemas.microsoft.com/office/drawing/2014/main" val="2667049430"/>
                  </a:ext>
                </a:extLst>
              </a:tr>
              <a:tr h="370840">
                <a:tc>
                  <a:txBody>
                    <a:bodyPr/>
                    <a:lstStyle/>
                    <a:p>
                      <a:pPr algn="l"/>
                      <a:r>
                        <a:rPr lang="en-IN" sz="2000" b="1">
                          <a:effectLst/>
                          <a:latin typeface="Gill Sans MT" panose="020B0502020104020203" pitchFamily="34" charset="0"/>
                        </a:rPr>
                        <a:t>Same Package Subclasses</a:t>
                      </a:r>
                      <a:endParaRPr lang="en-IN" sz="2000">
                        <a:effectLst/>
                        <a:latin typeface="Gill Sans MT" panose="020B0502020104020203" pitchFamily="34" charset="0"/>
                      </a:endParaRPr>
                    </a:p>
                  </a:txBody>
                  <a:tcPr marL="47625" anchor="ctr">
                    <a:solidFill>
                      <a:schemeClr val="accent6">
                        <a:lumMod val="40000"/>
                        <a:lumOff val="60000"/>
                      </a:schemeClr>
                    </a:solidFill>
                  </a:tcPr>
                </a:tc>
                <a:tc>
                  <a:txBody>
                    <a:bodyPr/>
                    <a:lstStyle/>
                    <a:p>
                      <a:pPr algn="ctr"/>
                      <a:r>
                        <a:rPr lang="en-IN" sz="2000">
                          <a:effectLst/>
                          <a:latin typeface="Gill Sans MT" panose="020B0502020104020203" pitchFamily="34" charset="0"/>
                        </a:rPr>
                        <a:t>No</a:t>
                      </a:r>
                    </a:p>
                  </a:txBody>
                  <a:tcPr marL="47625" anchor="ctr">
                    <a:solidFill>
                      <a:schemeClr val="accent6">
                        <a:lumMod val="40000"/>
                        <a:lumOff val="60000"/>
                      </a:schemeClr>
                    </a:solidFill>
                  </a:tcPr>
                </a:tc>
                <a:tc>
                  <a:txBody>
                    <a:bodyPr/>
                    <a:lstStyle/>
                    <a:p>
                      <a:pPr algn="ctr"/>
                      <a:r>
                        <a:rPr lang="en-IN" sz="2000">
                          <a:effectLst/>
                          <a:latin typeface="Gill Sans MT" panose="020B0502020104020203" pitchFamily="34" charset="0"/>
                        </a:rPr>
                        <a:t>Yes</a:t>
                      </a:r>
                    </a:p>
                  </a:txBody>
                  <a:tcPr marL="47625" anchor="ctr">
                    <a:solidFill>
                      <a:schemeClr val="accent6">
                        <a:lumMod val="40000"/>
                        <a:lumOff val="60000"/>
                      </a:schemeClr>
                    </a:solidFill>
                  </a:tcPr>
                </a:tc>
                <a:tc>
                  <a:txBody>
                    <a:bodyPr/>
                    <a:lstStyle/>
                    <a:p>
                      <a:pPr algn="ctr"/>
                      <a:r>
                        <a:rPr lang="en-IN" sz="2000">
                          <a:effectLst/>
                          <a:latin typeface="Gill Sans MT" panose="020B0502020104020203" pitchFamily="34" charset="0"/>
                        </a:rPr>
                        <a:t>Yes</a:t>
                      </a:r>
                    </a:p>
                  </a:txBody>
                  <a:tcPr marL="47625" anchor="ctr">
                    <a:solidFill>
                      <a:schemeClr val="accent6">
                        <a:lumMod val="40000"/>
                        <a:lumOff val="60000"/>
                      </a:schemeClr>
                    </a:solidFill>
                  </a:tcPr>
                </a:tc>
                <a:tc>
                  <a:txBody>
                    <a:bodyPr/>
                    <a:lstStyle/>
                    <a:p>
                      <a:pPr algn="ctr"/>
                      <a:r>
                        <a:rPr lang="en-IN" sz="2000">
                          <a:effectLst/>
                          <a:latin typeface="Gill Sans MT" panose="020B0502020104020203" pitchFamily="34" charset="0"/>
                        </a:rPr>
                        <a:t>Yes</a:t>
                      </a:r>
                    </a:p>
                  </a:txBody>
                  <a:tcPr marL="47625" anchor="ctr">
                    <a:solidFill>
                      <a:schemeClr val="accent6">
                        <a:lumMod val="40000"/>
                        <a:lumOff val="60000"/>
                      </a:schemeClr>
                    </a:solidFill>
                  </a:tcPr>
                </a:tc>
                <a:extLst>
                  <a:ext uri="{0D108BD9-81ED-4DB2-BD59-A6C34878D82A}">
                    <a16:rowId xmlns:a16="http://schemas.microsoft.com/office/drawing/2014/main" val="3885183724"/>
                  </a:ext>
                </a:extLst>
              </a:tr>
              <a:tr h="370840">
                <a:tc>
                  <a:txBody>
                    <a:bodyPr/>
                    <a:lstStyle/>
                    <a:p>
                      <a:pPr algn="l"/>
                      <a:r>
                        <a:rPr lang="en-IN" sz="2000" b="1">
                          <a:effectLst/>
                          <a:latin typeface="Gill Sans MT" panose="020B0502020104020203" pitchFamily="34" charset="0"/>
                        </a:rPr>
                        <a:t>Same Package Non-Subclasses</a:t>
                      </a:r>
                      <a:endParaRPr lang="en-IN" sz="2000">
                        <a:effectLst/>
                        <a:latin typeface="Gill Sans MT" panose="020B0502020104020203" pitchFamily="34" charset="0"/>
                      </a:endParaRPr>
                    </a:p>
                  </a:txBody>
                  <a:tcPr marL="47625" anchor="ctr">
                    <a:solidFill>
                      <a:srgbClr val="92D050"/>
                    </a:solidFill>
                  </a:tcPr>
                </a:tc>
                <a:tc>
                  <a:txBody>
                    <a:bodyPr/>
                    <a:lstStyle/>
                    <a:p>
                      <a:pPr algn="ctr"/>
                      <a:r>
                        <a:rPr lang="en-IN" sz="2000">
                          <a:effectLst/>
                          <a:latin typeface="Gill Sans MT" panose="020B0502020104020203" pitchFamily="34" charset="0"/>
                        </a:rPr>
                        <a:t>No</a:t>
                      </a:r>
                    </a:p>
                  </a:txBody>
                  <a:tcPr marL="47625" anchor="ctr">
                    <a:solidFill>
                      <a:srgbClr val="92D050"/>
                    </a:solidFill>
                  </a:tcPr>
                </a:tc>
                <a:tc>
                  <a:txBody>
                    <a:bodyPr/>
                    <a:lstStyle/>
                    <a:p>
                      <a:pPr algn="ctr"/>
                      <a:r>
                        <a:rPr lang="en-IN" sz="2000">
                          <a:effectLst/>
                          <a:latin typeface="Gill Sans MT" panose="020B0502020104020203" pitchFamily="34" charset="0"/>
                        </a:rPr>
                        <a:t>Yes</a:t>
                      </a:r>
                    </a:p>
                  </a:txBody>
                  <a:tcPr marL="47625" anchor="ctr">
                    <a:solidFill>
                      <a:srgbClr val="92D050"/>
                    </a:solidFill>
                  </a:tcPr>
                </a:tc>
                <a:tc>
                  <a:txBody>
                    <a:bodyPr/>
                    <a:lstStyle/>
                    <a:p>
                      <a:pPr algn="ctr"/>
                      <a:r>
                        <a:rPr lang="en-IN" sz="2000">
                          <a:effectLst/>
                          <a:latin typeface="Gill Sans MT" panose="020B0502020104020203" pitchFamily="34" charset="0"/>
                        </a:rPr>
                        <a:t>Yes</a:t>
                      </a:r>
                    </a:p>
                  </a:txBody>
                  <a:tcPr marL="47625" anchor="ctr">
                    <a:solidFill>
                      <a:srgbClr val="92D050"/>
                    </a:solidFill>
                  </a:tcPr>
                </a:tc>
                <a:tc>
                  <a:txBody>
                    <a:bodyPr/>
                    <a:lstStyle/>
                    <a:p>
                      <a:pPr algn="ctr"/>
                      <a:r>
                        <a:rPr lang="en-IN" sz="2000">
                          <a:effectLst/>
                          <a:latin typeface="Gill Sans MT" panose="020B0502020104020203" pitchFamily="34" charset="0"/>
                        </a:rPr>
                        <a:t>Yes</a:t>
                      </a:r>
                    </a:p>
                  </a:txBody>
                  <a:tcPr marL="47625" anchor="ctr">
                    <a:solidFill>
                      <a:srgbClr val="92D050"/>
                    </a:solidFill>
                  </a:tcPr>
                </a:tc>
                <a:extLst>
                  <a:ext uri="{0D108BD9-81ED-4DB2-BD59-A6C34878D82A}">
                    <a16:rowId xmlns:a16="http://schemas.microsoft.com/office/drawing/2014/main" val="1508674193"/>
                  </a:ext>
                </a:extLst>
              </a:tr>
              <a:tr h="370840">
                <a:tc>
                  <a:txBody>
                    <a:bodyPr/>
                    <a:lstStyle/>
                    <a:p>
                      <a:pPr algn="l"/>
                      <a:r>
                        <a:rPr lang="en-IN" sz="2000" b="1">
                          <a:effectLst/>
                          <a:latin typeface="Gill Sans MT" panose="020B0502020104020203" pitchFamily="34" charset="0"/>
                        </a:rPr>
                        <a:t>Different Packages Subclasses</a:t>
                      </a:r>
                      <a:endParaRPr lang="en-IN" sz="2000">
                        <a:effectLst/>
                        <a:latin typeface="Gill Sans MT" panose="020B0502020104020203" pitchFamily="34" charset="0"/>
                      </a:endParaRPr>
                    </a:p>
                  </a:txBody>
                  <a:tcPr marL="47625" anchor="ctr">
                    <a:solidFill>
                      <a:schemeClr val="accent6">
                        <a:lumMod val="40000"/>
                        <a:lumOff val="60000"/>
                      </a:schemeClr>
                    </a:solidFill>
                  </a:tcPr>
                </a:tc>
                <a:tc>
                  <a:txBody>
                    <a:bodyPr/>
                    <a:lstStyle/>
                    <a:p>
                      <a:pPr algn="ctr"/>
                      <a:r>
                        <a:rPr lang="en-IN" sz="2000">
                          <a:effectLst/>
                          <a:latin typeface="Gill Sans MT" panose="020B0502020104020203" pitchFamily="34" charset="0"/>
                        </a:rPr>
                        <a:t>No</a:t>
                      </a:r>
                    </a:p>
                  </a:txBody>
                  <a:tcPr marL="47625" anchor="ctr">
                    <a:solidFill>
                      <a:schemeClr val="accent6">
                        <a:lumMod val="40000"/>
                        <a:lumOff val="60000"/>
                      </a:schemeClr>
                    </a:solidFill>
                  </a:tcPr>
                </a:tc>
                <a:tc>
                  <a:txBody>
                    <a:bodyPr/>
                    <a:lstStyle/>
                    <a:p>
                      <a:pPr algn="ctr"/>
                      <a:r>
                        <a:rPr lang="en-IN" sz="2000">
                          <a:effectLst/>
                          <a:latin typeface="Gill Sans MT" panose="020B0502020104020203" pitchFamily="34" charset="0"/>
                        </a:rPr>
                        <a:t>No</a:t>
                      </a:r>
                    </a:p>
                  </a:txBody>
                  <a:tcPr marL="47625" anchor="ctr">
                    <a:solidFill>
                      <a:schemeClr val="accent6">
                        <a:lumMod val="40000"/>
                        <a:lumOff val="60000"/>
                      </a:schemeClr>
                    </a:solidFill>
                  </a:tcPr>
                </a:tc>
                <a:tc>
                  <a:txBody>
                    <a:bodyPr/>
                    <a:lstStyle/>
                    <a:p>
                      <a:pPr algn="ctr"/>
                      <a:r>
                        <a:rPr lang="en-IN" sz="2000">
                          <a:effectLst/>
                          <a:latin typeface="Gill Sans MT" panose="020B0502020104020203" pitchFamily="34" charset="0"/>
                        </a:rPr>
                        <a:t>Yes</a:t>
                      </a:r>
                    </a:p>
                  </a:txBody>
                  <a:tcPr marL="47625" anchor="ctr">
                    <a:solidFill>
                      <a:schemeClr val="accent6">
                        <a:lumMod val="40000"/>
                        <a:lumOff val="60000"/>
                      </a:schemeClr>
                    </a:solidFill>
                  </a:tcPr>
                </a:tc>
                <a:tc>
                  <a:txBody>
                    <a:bodyPr/>
                    <a:lstStyle/>
                    <a:p>
                      <a:pPr algn="ctr"/>
                      <a:r>
                        <a:rPr lang="en-IN" sz="2000">
                          <a:effectLst/>
                          <a:latin typeface="Gill Sans MT" panose="020B0502020104020203" pitchFamily="34" charset="0"/>
                        </a:rPr>
                        <a:t>Yes</a:t>
                      </a:r>
                    </a:p>
                  </a:txBody>
                  <a:tcPr marL="47625" anchor="ctr">
                    <a:solidFill>
                      <a:schemeClr val="accent6">
                        <a:lumMod val="40000"/>
                        <a:lumOff val="60000"/>
                      </a:schemeClr>
                    </a:solidFill>
                  </a:tcPr>
                </a:tc>
                <a:extLst>
                  <a:ext uri="{0D108BD9-81ED-4DB2-BD59-A6C34878D82A}">
                    <a16:rowId xmlns:a16="http://schemas.microsoft.com/office/drawing/2014/main" val="511048362"/>
                  </a:ext>
                </a:extLst>
              </a:tr>
              <a:tr h="370840">
                <a:tc>
                  <a:txBody>
                    <a:bodyPr/>
                    <a:lstStyle/>
                    <a:p>
                      <a:pPr algn="l"/>
                      <a:r>
                        <a:rPr lang="en-IN" sz="2000" b="1">
                          <a:effectLst/>
                          <a:latin typeface="Gill Sans MT" panose="020B0502020104020203" pitchFamily="34" charset="0"/>
                        </a:rPr>
                        <a:t>Different Packages Non- Subclasses</a:t>
                      </a:r>
                      <a:endParaRPr lang="en-IN" sz="2000">
                        <a:effectLst/>
                        <a:latin typeface="Gill Sans MT" panose="020B0502020104020203" pitchFamily="34" charset="0"/>
                      </a:endParaRPr>
                    </a:p>
                  </a:txBody>
                  <a:tcPr marL="47625" anchor="ctr">
                    <a:solidFill>
                      <a:srgbClr val="92D050"/>
                    </a:solidFill>
                  </a:tcPr>
                </a:tc>
                <a:tc>
                  <a:txBody>
                    <a:bodyPr/>
                    <a:lstStyle/>
                    <a:p>
                      <a:pPr algn="ctr"/>
                      <a:r>
                        <a:rPr lang="en-IN" sz="2000">
                          <a:effectLst/>
                          <a:latin typeface="Gill Sans MT" panose="020B0502020104020203" pitchFamily="34" charset="0"/>
                        </a:rPr>
                        <a:t>No</a:t>
                      </a:r>
                    </a:p>
                  </a:txBody>
                  <a:tcPr marL="47625" anchor="ctr">
                    <a:solidFill>
                      <a:srgbClr val="92D050"/>
                    </a:solidFill>
                  </a:tcPr>
                </a:tc>
                <a:tc>
                  <a:txBody>
                    <a:bodyPr/>
                    <a:lstStyle/>
                    <a:p>
                      <a:pPr algn="ctr"/>
                      <a:r>
                        <a:rPr lang="en-IN" sz="2000">
                          <a:effectLst/>
                          <a:latin typeface="Gill Sans MT" panose="020B0502020104020203" pitchFamily="34" charset="0"/>
                        </a:rPr>
                        <a:t>No</a:t>
                      </a:r>
                    </a:p>
                  </a:txBody>
                  <a:tcPr marL="47625" anchor="ctr">
                    <a:solidFill>
                      <a:srgbClr val="92D050"/>
                    </a:solidFill>
                  </a:tcPr>
                </a:tc>
                <a:tc>
                  <a:txBody>
                    <a:bodyPr/>
                    <a:lstStyle/>
                    <a:p>
                      <a:pPr algn="ctr"/>
                      <a:r>
                        <a:rPr lang="en-IN" sz="2000">
                          <a:effectLst/>
                          <a:latin typeface="Gill Sans MT" panose="020B0502020104020203" pitchFamily="34" charset="0"/>
                        </a:rPr>
                        <a:t>No</a:t>
                      </a:r>
                    </a:p>
                  </a:txBody>
                  <a:tcPr marL="47625" anchor="ctr">
                    <a:solidFill>
                      <a:srgbClr val="92D050"/>
                    </a:solidFill>
                  </a:tcPr>
                </a:tc>
                <a:tc>
                  <a:txBody>
                    <a:bodyPr/>
                    <a:lstStyle/>
                    <a:p>
                      <a:pPr algn="ctr"/>
                      <a:r>
                        <a:rPr lang="en-IN" sz="2000">
                          <a:effectLst/>
                          <a:latin typeface="Gill Sans MT" panose="020B0502020104020203" pitchFamily="34" charset="0"/>
                        </a:rPr>
                        <a:t>Yes</a:t>
                      </a:r>
                    </a:p>
                  </a:txBody>
                  <a:tcPr marL="47625" anchor="ctr">
                    <a:solidFill>
                      <a:srgbClr val="92D050"/>
                    </a:solidFill>
                  </a:tcPr>
                </a:tc>
                <a:extLst>
                  <a:ext uri="{0D108BD9-81ED-4DB2-BD59-A6C34878D82A}">
                    <a16:rowId xmlns:a16="http://schemas.microsoft.com/office/drawing/2014/main" val="2148347142"/>
                  </a:ext>
                </a:extLst>
              </a:tr>
            </a:tbl>
          </a:graphicData>
        </a:graphic>
      </p:graphicFrame>
    </p:spTree>
    <p:extLst>
      <p:ext uri="{BB962C8B-B14F-4D97-AF65-F5344CB8AC3E}">
        <p14:creationId xmlns:p14="http://schemas.microsoft.com/office/powerpoint/2010/main" val="2066391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07747B-FC93-444C-AD15-FF2FFBB7A7B4}"/>
              </a:ext>
            </a:extLst>
          </p:cNvPr>
          <p:cNvSpPr>
            <a:spLocks noGrp="1"/>
          </p:cNvSpPr>
          <p:nvPr>
            <p:ph idx="1"/>
          </p:nvPr>
        </p:nvSpPr>
        <p:spPr>
          <a:xfrm>
            <a:off x="2984938" y="2288190"/>
            <a:ext cx="5625662" cy="1650671"/>
          </a:xfrm>
        </p:spPr>
        <p:txBody>
          <a:bodyPr>
            <a:normAutofit/>
          </a:bodyPr>
          <a:lstStyle/>
          <a:p>
            <a:pPr marL="0" indent="0">
              <a:buNone/>
            </a:pPr>
            <a:r>
              <a:rPr lang="en-IN" sz="6000">
                <a:solidFill>
                  <a:srgbClr val="C00000"/>
                </a:solidFill>
                <a:latin typeface="Gill Sans MT" panose="020B0502020104020203" pitchFamily="34" charset="0"/>
              </a:rPr>
              <a:t>THANK YOU….</a:t>
            </a:r>
          </a:p>
        </p:txBody>
      </p:sp>
      <p:sp>
        <p:nvSpPr>
          <p:cNvPr id="4" name="Slide Number Placeholder 3">
            <a:extLst>
              <a:ext uri="{FF2B5EF4-FFF2-40B4-BE49-F238E27FC236}">
                <a16:creationId xmlns:a16="http://schemas.microsoft.com/office/drawing/2014/main" id="{F0764523-E918-4897-9A82-4D30A10A59DA}"/>
              </a:ext>
            </a:extLst>
          </p:cNvPr>
          <p:cNvSpPr>
            <a:spLocks noGrp="1"/>
          </p:cNvSpPr>
          <p:nvPr>
            <p:ph type="sldNum" sz="quarter" idx="12"/>
          </p:nvPr>
        </p:nvSpPr>
        <p:spPr/>
        <p:txBody>
          <a:bodyPr/>
          <a:lstStyle/>
          <a:p>
            <a:fld id="{4DAC0951-10B0-4509-9BA5-FD8683A6F967}" type="slidenum">
              <a:rPr lang="en-IN" smtClean="0"/>
              <a:pPr/>
              <a:t>21</a:t>
            </a:fld>
            <a:endParaRPr lang="en-IN"/>
          </a:p>
        </p:txBody>
      </p:sp>
    </p:spTree>
    <p:extLst>
      <p:ext uri="{BB962C8B-B14F-4D97-AF65-F5344CB8AC3E}">
        <p14:creationId xmlns:p14="http://schemas.microsoft.com/office/powerpoint/2010/main" val="2373491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e44f19b1-23d1-4256-85b7-751a04667b80" xsi:nil="true"/>
    <lcf76f155ced4ddcb4097134ff3c332f xmlns="1ff8b294-f911-4921-bab2-b129d30999ae">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1F024F883C1EB439D9CEBB07B391432" ma:contentTypeVersion="15" ma:contentTypeDescription="Create a new document." ma:contentTypeScope="" ma:versionID="6f22b1dbeecc3e7de865b1be03530839">
  <xsd:schema xmlns:xsd="http://www.w3.org/2001/XMLSchema" xmlns:xs="http://www.w3.org/2001/XMLSchema" xmlns:p="http://schemas.microsoft.com/office/2006/metadata/properties" xmlns:ns2="1ff8b294-f911-4921-bab2-b129d30999ae" xmlns:ns3="e44f19b1-23d1-4256-85b7-751a04667b80" targetNamespace="http://schemas.microsoft.com/office/2006/metadata/properties" ma:root="true" ma:fieldsID="75f53b8d75ebd5e719e62bb1ec10ff60" ns2:_="" ns3:_="">
    <xsd:import namespace="1ff8b294-f911-4921-bab2-b129d30999ae"/>
    <xsd:import namespace="e44f19b1-23d1-4256-85b7-751a04667b8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f8b294-f911-4921-bab2-b129d30999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2c9b6d1-cdd5-49c1-8e2f-edd4e44511e5"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e44f19b1-23d1-4256-85b7-751a04667b8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729088f-7ac0-41da-9388-edb58686ae28}" ma:internalName="TaxCatchAll" ma:showField="CatchAllData" ma:web="e44f19b1-23d1-4256-85b7-751a04667b8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EC7F34-40A0-4910-A4C6-0586758ED3EB}">
  <ds:schemaRefs>
    <ds:schemaRef ds:uri="http://schemas.microsoft.com/sharepoint/v3/contenttype/forms"/>
  </ds:schemaRefs>
</ds:datastoreItem>
</file>

<file path=customXml/itemProps2.xml><?xml version="1.0" encoding="utf-8"?>
<ds:datastoreItem xmlns:ds="http://schemas.openxmlformats.org/officeDocument/2006/customXml" ds:itemID="{BF26EFA5-0B4C-43F4-93B1-BE0E0C07895A}">
  <ds:schemaRefs>
    <ds:schemaRef ds:uri="1ff8b294-f911-4921-bab2-b129d30999ae"/>
    <ds:schemaRef ds:uri="e44f19b1-23d1-4256-85b7-751a04667b80"/>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07D5DD2A-A7E6-4918-9AE1-43228D5B01EE}">
  <ds:schemaRefs>
    <ds:schemaRef ds:uri="1ff8b294-f911-4921-bab2-b129d30999ae"/>
    <ds:schemaRef ds:uri="e44f19b1-23d1-4256-85b7-751a04667b8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Ion</Template>
  <TotalTime>339</TotalTime>
  <Words>1704</Words>
  <Application>Microsoft Office PowerPoint</Application>
  <PresentationFormat>Widescreen</PresentationFormat>
  <Paragraphs>267</Paragraphs>
  <Slides>21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Arial Rounded MT Bold</vt:lpstr>
      <vt:lpstr>Baskerville Old Face</vt:lpstr>
      <vt:lpstr>Calibri</vt:lpstr>
      <vt:lpstr>Calibri Light</vt:lpstr>
      <vt:lpstr>Consolas</vt:lpstr>
      <vt:lpstr>Courier New</vt:lpstr>
      <vt:lpstr>Gill Sans MT</vt:lpstr>
      <vt:lpstr>Source Sans Pro</vt:lpstr>
      <vt:lpstr>Office Theme</vt:lpstr>
      <vt:lpstr>Object Oriented Paradigm</vt:lpstr>
      <vt:lpstr>Contents</vt:lpstr>
      <vt:lpstr>Encapsulation</vt:lpstr>
      <vt:lpstr>Encapsulation</vt:lpstr>
      <vt:lpstr>How to implement encapsulation in java:</vt:lpstr>
      <vt:lpstr>Execution</vt:lpstr>
      <vt:lpstr>PowerPoint Presentation</vt:lpstr>
      <vt:lpstr>PowerPoint Presentation</vt:lpstr>
      <vt:lpstr>Advantages of Encapsulation</vt:lpstr>
      <vt:lpstr>PowerPoint Presentation</vt:lpstr>
      <vt:lpstr>Abstraction vs. Encapsulation</vt:lpstr>
      <vt:lpstr>Local Variables</vt:lpstr>
      <vt:lpstr>Local Variables</vt:lpstr>
      <vt:lpstr>Example</vt:lpstr>
      <vt:lpstr>Packages</vt:lpstr>
      <vt:lpstr>Packages</vt:lpstr>
      <vt:lpstr>PowerPoint Presentation</vt:lpstr>
      <vt:lpstr>Built-in Packages</vt:lpstr>
      <vt:lpstr>Demo.java</vt:lpstr>
      <vt:lpstr>Java packages addresses four categories of visibility for class members: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Sreedevi - A. G [CSE]</dc:creator>
  <cp:lastModifiedBy>priyankahpi7@outlook.com</cp:lastModifiedBy>
  <cp:revision>16</cp:revision>
  <dcterms:created xsi:type="dcterms:W3CDTF">2020-07-16T06:46:11Z</dcterms:created>
  <dcterms:modified xsi:type="dcterms:W3CDTF">2026-01-22T04:12:16Z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0x010100C1F024F883C1EB439D9CEBB07B391432</vt:lpwstr>
  </property>
  <property fmtid="{D5CDD505-2E9C-101B-9397-08002B2CF9AE}" pid="3" name="MediaServiceImageTags">
    <vt:lpwstr/>
  </property>
</Properties>
</file>