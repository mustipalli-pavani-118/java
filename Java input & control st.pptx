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6" r:id="rId5"/>
    <p:sldId id="317" r:id="rId6"/>
    <p:sldId id="323" r:id="rId7"/>
    <p:sldId id="288" r:id="rId8"/>
    <p:sldId id="319" r:id="rId9"/>
    <p:sldId id="301" r:id="rId10"/>
    <p:sldId id="324" r:id="rId11"/>
    <p:sldId id="307" r:id="rId12"/>
    <p:sldId id="308" r:id="rId13"/>
    <p:sldId id="309" r:id="rId14"/>
    <p:sldId id="311" r:id="rId15"/>
    <p:sldId id="312" r:id="rId16"/>
    <p:sldId id="313" r:id="rId17"/>
    <p:sldId id="310" r:id="rId18"/>
    <p:sldId id="314" r:id="rId19"/>
    <p:sldId id="321" r:id="rId20"/>
    <p:sldId id="320" r:id="rId21"/>
    <p:sldId id="322" r:id="rId22"/>
    <p:sldId id="30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  <a:srgbClr val="839EF5"/>
    <a:srgbClr val="F81026"/>
    <a:srgbClr val="F93548"/>
    <a:srgbClr val="FFCC00"/>
    <a:srgbClr val="FF6600"/>
    <a:srgbClr val="F1174B"/>
    <a:srgbClr val="E52823"/>
    <a:srgbClr val="F61228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91EC6-DFC3-0E67-94F3-5AA8865335C0}" v="78" dt="2023-08-31T09:06:29.791"/>
    <p1510:client id="{0ED3BEC7-09DE-67CF-AFB8-826355C93ACB}" v="5" dt="2022-10-06T17:02:02.701"/>
    <p1510:client id="{1B49C6FC-F0CF-A1D9-925E-4A33D53CD38B}" v="1" dt="2022-10-11T02:38:17.477"/>
    <p1510:client id="{20F23561-1937-E641-8E9A-F2867C9683A3}" v="1" dt="2022-10-10T19:52:24.278"/>
    <p1510:client id="{2A32F401-EF0C-4663-DFBB-1840A9F436A6}" v="1" dt="2022-09-02T03:44:46.875"/>
    <p1510:client id="{33EC7500-6ADE-5A82-7F3D-9B5CDCD445BF}" v="2" dt="2022-09-28T14:11:36.080"/>
    <p1510:client id="{4044FA55-917E-34CB-72FE-8BD06E435ECD}" v="1" dt="2022-10-06T15:57:00.832"/>
    <p1510:client id="{4965FE98-E5CF-A0A7-F370-6EF36ACA7DFE}" v="12" dt="2023-08-31T09:15:48.295"/>
    <p1510:client id="{524ADD73-2997-4798-85E5-5E03D91C44AD}" v="4" dt="2022-10-06T09:07:53.395"/>
    <p1510:client id="{584FC56A-43AD-0E32-D6E5-C3BB01F8942D}" v="1" dt="2022-10-06T14:58:24.716"/>
    <p1510:client id="{5974DC84-93E7-2667-BF03-C969FE118994}" v="1" dt="2022-12-26T19:23:09.685"/>
    <p1510:client id="{5A5AFBAB-0EC6-5CFA-DA74-BFEE1BFD1601}" v="1" dt="2022-09-20T09:11:09.355"/>
    <p1510:client id="{5C3B56F1-16CD-2E2E-B37C-9CCA8B55B4AE}" v="1" dt="2023-11-13T08:06:55.498"/>
    <p1510:client id="{7B5132CB-7FB0-D3B3-16B7-5CE9E12DB7CD}" v="1" dt="2022-08-25T05:12:39.020"/>
    <p1510:client id="{CFABC8FE-B174-DC14-634C-D842FBF29F96}" v="1" dt="2022-10-10T15:50:47.100"/>
    <p1510:client id="{E011B7D8-4247-253C-8943-E09DD8B9CF22}" v="2" dt="2022-10-10T16:44:43.633"/>
    <p1510:client id="{ECBBB708-B624-08E7-8D97-74F57E2B6CD8}" v="1" dt="2023-09-02T07:17:42.291"/>
    <p1510:client id="{F33837BB-9766-1CDD-1F01-B96890F9387C}" v="1" dt="2022-10-10T20:45:02.828"/>
    <p1510:client id="{FCCBABF1-AD84-1011-4C2F-3487CF4AE905}" v="1" dt="2022-10-08T07:42:30.1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bcb1b4adba155ddfa9f5921ccb68c2c9eff75f27a187bf2908c8cf8265d3cff6::" providerId="AD" clId="Web-{4965FE98-E5CF-A0A7-F370-6EF36ACA7DFE}"/>
    <pc:docChg chg="modSld">
      <pc:chgData name="Guest User" userId="S::urn:spo:anon#bcb1b4adba155ddfa9f5921ccb68c2c9eff75f27a187bf2908c8cf8265d3cff6::" providerId="AD" clId="Web-{4965FE98-E5CF-A0A7-F370-6EF36ACA7DFE}" dt="2023-08-31T09:15:48.295" v="11" actId="1076"/>
      <pc:docMkLst>
        <pc:docMk/>
      </pc:docMkLst>
      <pc:sldChg chg="modSp">
        <pc:chgData name="Guest User" userId="S::urn:spo:anon#bcb1b4adba155ddfa9f5921ccb68c2c9eff75f27a187bf2908c8cf8265d3cff6::" providerId="AD" clId="Web-{4965FE98-E5CF-A0A7-F370-6EF36ACA7DFE}" dt="2023-08-31T09:15:48.295" v="11" actId="1076"/>
        <pc:sldMkLst>
          <pc:docMk/>
          <pc:sldMk cId="2309793239" sldId="321"/>
        </pc:sldMkLst>
        <pc:spChg chg="mod">
          <ac:chgData name="Guest User" userId="S::urn:spo:anon#bcb1b4adba155ddfa9f5921ccb68c2c9eff75f27a187bf2908c8cf8265d3cff6::" providerId="AD" clId="Web-{4965FE98-E5CF-A0A7-F370-6EF36ACA7DFE}" dt="2023-08-31T09:15:05.247" v="10" actId="20577"/>
          <ac:spMkLst>
            <pc:docMk/>
            <pc:sldMk cId="2309793239" sldId="321"/>
            <ac:spMk id="3" creationId="{1802D8A7-8461-4575-A561-FDB618981D92}"/>
          </ac:spMkLst>
        </pc:spChg>
        <pc:spChg chg="mod">
          <ac:chgData name="Guest User" userId="S::urn:spo:anon#bcb1b4adba155ddfa9f5921ccb68c2c9eff75f27a187bf2908c8cf8265d3cff6::" providerId="AD" clId="Web-{4965FE98-E5CF-A0A7-F370-6EF36ACA7DFE}" dt="2023-08-31T09:15:48.295" v="11" actId="1076"/>
          <ac:spMkLst>
            <pc:docMk/>
            <pc:sldMk cId="2309793239" sldId="321"/>
            <ac:spMk id="7" creationId="{2CA2E17A-9405-4295-8607-E74D4C9CE2B8}"/>
          </ac:spMkLst>
        </pc:spChg>
      </pc:sldChg>
    </pc:docChg>
  </pc:docChgLst>
  <pc:docChgLst>
    <pc:chgData name="Avinash - [CH.EN.U4CSE21107]" userId="S::ch.en.u4cse21107@ch.students.amrita.edu::73a6a9b6-d636-4957-9c2b-e4231a4c10e0" providerId="AD" clId="Web-{33EC7500-6ADE-5A82-7F3D-9B5CDCD445BF}"/>
    <pc:docChg chg="modSld">
      <pc:chgData name="Avinash - [CH.EN.U4CSE21107]" userId="S::ch.en.u4cse21107@ch.students.amrita.edu::73a6a9b6-d636-4957-9c2b-e4231a4c10e0" providerId="AD" clId="Web-{33EC7500-6ADE-5A82-7F3D-9B5CDCD445BF}" dt="2022-09-28T14:11:36.080" v="1" actId="14100"/>
      <pc:docMkLst>
        <pc:docMk/>
      </pc:docMkLst>
      <pc:sldChg chg="modSp">
        <pc:chgData name="Avinash - [CH.EN.U4CSE21107]" userId="S::ch.en.u4cse21107@ch.students.amrita.edu::73a6a9b6-d636-4957-9c2b-e4231a4c10e0" providerId="AD" clId="Web-{33EC7500-6ADE-5A82-7F3D-9B5CDCD445BF}" dt="2022-09-28T14:11:36.080" v="1" actId="14100"/>
        <pc:sldMkLst>
          <pc:docMk/>
          <pc:sldMk cId="760456527" sldId="322"/>
        </pc:sldMkLst>
        <pc:spChg chg="mod">
          <ac:chgData name="Avinash - [CH.EN.U4CSE21107]" userId="S::ch.en.u4cse21107@ch.students.amrita.edu::73a6a9b6-d636-4957-9c2b-e4231a4c10e0" providerId="AD" clId="Web-{33EC7500-6ADE-5A82-7F3D-9B5CDCD445BF}" dt="2022-09-28T14:11:36.080" v="1" actId="14100"/>
          <ac:spMkLst>
            <pc:docMk/>
            <pc:sldMk cId="760456527" sldId="322"/>
            <ac:spMk id="3" creationId="{1802D8A7-8461-4575-A561-FDB618981D92}"/>
          </ac:spMkLst>
        </pc:spChg>
      </pc:sldChg>
    </pc:docChg>
  </pc:docChgLst>
  <pc:docChgLst>
    <pc:chgData name="MADDUKURI RESHMA NAGA VENKATA DURGA-[CH.EN.U4CSE22128]" userId="S::ch.en.u4cse22128@ch.students.amrita.edu::79adbc28-44c9-4d22-bc03-2a5acad8b604" providerId="AD" clId="Web-{ECBBB708-B624-08E7-8D97-74F57E2B6CD8}"/>
    <pc:docChg chg="sldOrd">
      <pc:chgData name="MADDUKURI RESHMA NAGA VENKATA DURGA-[CH.EN.U4CSE22128]" userId="S::ch.en.u4cse22128@ch.students.amrita.edu::79adbc28-44c9-4d22-bc03-2a5acad8b604" providerId="AD" clId="Web-{ECBBB708-B624-08E7-8D97-74F57E2B6CD8}" dt="2023-09-02T07:17:42.291" v="0"/>
      <pc:docMkLst>
        <pc:docMk/>
      </pc:docMkLst>
      <pc:sldChg chg="ord">
        <pc:chgData name="MADDUKURI RESHMA NAGA VENKATA DURGA-[CH.EN.U4CSE22128]" userId="S::ch.en.u4cse22128@ch.students.amrita.edu::79adbc28-44c9-4d22-bc03-2a5acad8b604" providerId="AD" clId="Web-{ECBBB708-B624-08E7-8D97-74F57E2B6CD8}" dt="2023-09-02T07:17:42.291" v="0"/>
        <pc:sldMkLst>
          <pc:docMk/>
          <pc:sldMk cId="1359749953" sldId="288"/>
        </pc:sldMkLst>
      </pc:sldChg>
    </pc:docChg>
  </pc:docChgLst>
  <pc:docChgLst>
    <pc:chgData name="NEELI DINESH VENKATA KARTHEEK - [CH.EN.U4CSE21143]" userId="S::ch.en.u4cse21143@ch.students.amrita.edu::b941a484-b119-47f7-bd1c-c55b87801d81" providerId="AD" clId="Web-{F33837BB-9766-1CDD-1F01-B96890F9387C}"/>
    <pc:docChg chg="modSld">
      <pc:chgData name="NEELI DINESH VENKATA KARTHEEK - [CH.EN.U4CSE21143]" userId="S::ch.en.u4cse21143@ch.students.amrita.edu::b941a484-b119-47f7-bd1c-c55b87801d81" providerId="AD" clId="Web-{F33837BB-9766-1CDD-1F01-B96890F9387C}" dt="2022-10-10T20:45:02.828" v="0" actId="14100"/>
      <pc:docMkLst>
        <pc:docMk/>
      </pc:docMkLst>
      <pc:sldChg chg="modSp">
        <pc:chgData name="NEELI DINESH VENKATA KARTHEEK - [CH.EN.U4CSE21143]" userId="S::ch.en.u4cse21143@ch.students.amrita.edu::b941a484-b119-47f7-bd1c-c55b87801d81" providerId="AD" clId="Web-{F33837BB-9766-1CDD-1F01-B96890F9387C}" dt="2022-10-10T20:45:02.828" v="0" actId="14100"/>
        <pc:sldMkLst>
          <pc:docMk/>
          <pc:sldMk cId="3304018876" sldId="311"/>
        </pc:sldMkLst>
        <pc:spChg chg="mod">
          <ac:chgData name="NEELI DINESH VENKATA KARTHEEK - [CH.EN.U4CSE21143]" userId="S::ch.en.u4cse21143@ch.students.amrita.edu::b941a484-b119-47f7-bd1c-c55b87801d81" providerId="AD" clId="Web-{F33837BB-9766-1CDD-1F01-B96890F9387C}" dt="2022-10-10T20:45:02.828" v="0" actId="14100"/>
          <ac:spMkLst>
            <pc:docMk/>
            <pc:sldMk cId="3304018876" sldId="311"/>
            <ac:spMk id="6" creationId="{F2BB28A2-23C5-4AE3-BE50-8396B831B89C}"/>
          </ac:spMkLst>
        </pc:spChg>
      </pc:sldChg>
    </pc:docChg>
  </pc:docChgLst>
  <pc:docChgLst>
    <pc:chgData name="Divya A - [CH.EN.U4CSE21212]" userId="S::ch.en.u4cse21212@ch.students.amrita.edu::5634f253-6e80-4fa8-8728-7b30e6c18009" providerId="AD" clId="Web-{0ED3BEC7-09DE-67CF-AFB8-826355C93ACB}"/>
    <pc:docChg chg="modSld">
      <pc:chgData name="Divya A - [CH.EN.U4CSE21212]" userId="S::ch.en.u4cse21212@ch.students.amrita.edu::5634f253-6e80-4fa8-8728-7b30e6c18009" providerId="AD" clId="Web-{0ED3BEC7-09DE-67CF-AFB8-826355C93ACB}" dt="2022-10-06T17:02:02.701" v="4" actId="1076"/>
      <pc:docMkLst>
        <pc:docMk/>
      </pc:docMkLst>
      <pc:sldChg chg="modSp">
        <pc:chgData name="Divya A - [CH.EN.U4CSE21212]" userId="S::ch.en.u4cse21212@ch.students.amrita.edu::5634f253-6e80-4fa8-8728-7b30e6c18009" providerId="AD" clId="Web-{0ED3BEC7-09DE-67CF-AFB8-826355C93ACB}" dt="2022-10-06T17:02:02.701" v="4" actId="1076"/>
        <pc:sldMkLst>
          <pc:docMk/>
          <pc:sldMk cId="3304018876" sldId="311"/>
        </pc:sldMkLst>
        <pc:picChg chg="mod">
          <ac:chgData name="Divya A - [CH.EN.U4CSE21212]" userId="S::ch.en.u4cse21212@ch.students.amrita.edu::5634f253-6e80-4fa8-8728-7b30e6c18009" providerId="AD" clId="Web-{0ED3BEC7-09DE-67CF-AFB8-826355C93ACB}" dt="2022-10-06T17:02:02.701" v="4" actId="1076"/>
          <ac:picMkLst>
            <pc:docMk/>
            <pc:sldMk cId="3304018876" sldId="311"/>
            <ac:picMk id="5" creationId="{F6B9B673-ACCD-40D7-A080-BA83A131CBB3}"/>
          </ac:picMkLst>
        </pc:picChg>
      </pc:sldChg>
      <pc:sldChg chg="modSp">
        <pc:chgData name="Divya A - [CH.EN.U4CSE21212]" userId="S::ch.en.u4cse21212@ch.students.amrita.edu::5634f253-6e80-4fa8-8728-7b30e6c18009" providerId="AD" clId="Web-{0ED3BEC7-09DE-67CF-AFB8-826355C93ACB}" dt="2022-10-06T16:48:23.511" v="1" actId="14100"/>
        <pc:sldMkLst>
          <pc:docMk/>
          <pc:sldMk cId="3077125095" sldId="317"/>
        </pc:sldMkLst>
        <pc:spChg chg="mod">
          <ac:chgData name="Divya A - [CH.EN.U4CSE21212]" userId="S::ch.en.u4cse21212@ch.students.amrita.edu::5634f253-6e80-4fa8-8728-7b30e6c18009" providerId="AD" clId="Web-{0ED3BEC7-09DE-67CF-AFB8-826355C93ACB}" dt="2022-10-06T16:48:23.511" v="1" actId="14100"/>
          <ac:spMkLst>
            <pc:docMk/>
            <pc:sldMk cId="3077125095" sldId="317"/>
            <ac:spMk id="6" creationId="{AB09DA6F-6277-475F-8AF3-FD7192364E97}"/>
          </ac:spMkLst>
        </pc:spChg>
        <pc:spChg chg="mod">
          <ac:chgData name="Divya A - [CH.EN.U4CSE21212]" userId="S::ch.en.u4cse21212@ch.students.amrita.edu::5634f253-6e80-4fa8-8728-7b30e6c18009" providerId="AD" clId="Web-{0ED3BEC7-09DE-67CF-AFB8-826355C93ACB}" dt="2022-10-06T16:46:59.508" v="0" actId="1076"/>
          <ac:spMkLst>
            <pc:docMk/>
            <pc:sldMk cId="3077125095" sldId="317"/>
            <ac:spMk id="13" creationId="{6C36F4D2-42F9-4143-BAC1-9E4F009927A8}"/>
          </ac:spMkLst>
        </pc:spChg>
      </pc:sldChg>
    </pc:docChg>
  </pc:docChgLst>
  <pc:docChgLst>
    <pc:chgData name="Divya A - [CH.EN.U4CSE21212]" userId="S::ch.en.u4cse21212@ch.students.amrita.edu::5634f253-6e80-4fa8-8728-7b30e6c18009" providerId="AD" clId="Web-{524ADD73-2997-4798-85E5-5E03D91C44AD}"/>
    <pc:docChg chg="modSld">
      <pc:chgData name="Divya A - [CH.EN.U4CSE21212]" userId="S::ch.en.u4cse21212@ch.students.amrita.edu::5634f253-6e80-4fa8-8728-7b30e6c18009" providerId="AD" clId="Web-{524ADD73-2997-4798-85E5-5E03D91C44AD}" dt="2022-10-06T09:07:53.395" v="3" actId="14100"/>
      <pc:docMkLst>
        <pc:docMk/>
      </pc:docMkLst>
      <pc:sldChg chg="modSp">
        <pc:chgData name="Divya A - [CH.EN.U4CSE21212]" userId="S::ch.en.u4cse21212@ch.students.amrita.edu::5634f253-6e80-4fa8-8728-7b30e6c18009" providerId="AD" clId="Web-{524ADD73-2997-4798-85E5-5E03D91C44AD}" dt="2022-10-06T09:07:53.395" v="3" actId="14100"/>
        <pc:sldMkLst>
          <pc:docMk/>
          <pc:sldMk cId="3077125095" sldId="317"/>
        </pc:sldMkLst>
        <pc:spChg chg="mod">
          <ac:chgData name="Divya A - [CH.EN.U4CSE21212]" userId="S::ch.en.u4cse21212@ch.students.amrita.edu::5634f253-6e80-4fa8-8728-7b30e6c18009" providerId="AD" clId="Web-{524ADD73-2997-4798-85E5-5E03D91C44AD}" dt="2022-10-06T09:03:35.639" v="1" actId="1076"/>
          <ac:spMkLst>
            <pc:docMk/>
            <pc:sldMk cId="3077125095" sldId="317"/>
            <ac:spMk id="2" creationId="{1BD2571B-A0FC-479F-8BAB-D9DD8EA3AA98}"/>
          </ac:spMkLst>
        </pc:spChg>
        <pc:spChg chg="mod">
          <ac:chgData name="Divya A - [CH.EN.U4CSE21212]" userId="S::ch.en.u4cse21212@ch.students.amrita.edu::5634f253-6e80-4fa8-8728-7b30e6c18009" providerId="AD" clId="Web-{524ADD73-2997-4798-85E5-5E03D91C44AD}" dt="2022-10-06T09:07:53.395" v="3" actId="14100"/>
          <ac:spMkLst>
            <pc:docMk/>
            <pc:sldMk cId="3077125095" sldId="317"/>
            <ac:spMk id="6" creationId="{AB09DA6F-6277-475F-8AF3-FD7192364E97}"/>
          </ac:spMkLst>
        </pc:spChg>
        <pc:spChg chg="mod">
          <ac:chgData name="Divya A - [CH.EN.U4CSE21212]" userId="S::ch.en.u4cse21212@ch.students.amrita.edu::5634f253-6e80-4fa8-8728-7b30e6c18009" providerId="AD" clId="Web-{524ADD73-2997-4798-85E5-5E03D91C44AD}" dt="2022-10-06T09:05:09.860" v="2" actId="1076"/>
          <ac:spMkLst>
            <pc:docMk/>
            <pc:sldMk cId="3077125095" sldId="317"/>
            <ac:spMk id="8" creationId="{E90A1DE7-4858-4E83-B7A1-6F9F2DB0C5C2}"/>
          </ac:spMkLst>
        </pc:spChg>
      </pc:sldChg>
    </pc:docChg>
  </pc:docChgLst>
  <pc:docChgLst>
    <pc:chgData name="Varshaa B - [CH.EN.U4CSE21260]" userId="S::ch.en.u4cse21260@ch.students.amrita.edu::9cce63a1-ac80-41fb-baf8-e5590ef8eee1" providerId="AD" clId="Web-{5A5AFBAB-0EC6-5CFA-DA74-BFEE1BFD1601}"/>
    <pc:docChg chg="modSld">
      <pc:chgData name="Varshaa B - [CH.EN.U4CSE21260]" userId="S::ch.en.u4cse21260@ch.students.amrita.edu::9cce63a1-ac80-41fb-baf8-e5590ef8eee1" providerId="AD" clId="Web-{5A5AFBAB-0EC6-5CFA-DA74-BFEE1BFD1601}" dt="2022-09-20T09:11:09.355" v="0" actId="1076"/>
      <pc:docMkLst>
        <pc:docMk/>
      </pc:docMkLst>
      <pc:sldChg chg="modSp">
        <pc:chgData name="Varshaa B - [CH.EN.U4CSE21260]" userId="S::ch.en.u4cse21260@ch.students.amrita.edu::9cce63a1-ac80-41fb-baf8-e5590ef8eee1" providerId="AD" clId="Web-{5A5AFBAB-0EC6-5CFA-DA74-BFEE1BFD1601}" dt="2022-09-20T09:11:09.355" v="0" actId="1076"/>
        <pc:sldMkLst>
          <pc:docMk/>
          <pc:sldMk cId="760456527" sldId="322"/>
        </pc:sldMkLst>
        <pc:spChg chg="mod">
          <ac:chgData name="Varshaa B - [CH.EN.U4CSE21260]" userId="S::ch.en.u4cse21260@ch.students.amrita.edu::9cce63a1-ac80-41fb-baf8-e5590ef8eee1" providerId="AD" clId="Web-{5A5AFBAB-0EC6-5CFA-DA74-BFEE1BFD1601}" dt="2022-09-20T09:11:09.355" v="0" actId="1076"/>
          <ac:spMkLst>
            <pc:docMk/>
            <pc:sldMk cId="760456527" sldId="322"/>
            <ac:spMk id="3" creationId="{1802D8A7-8461-4575-A561-FDB618981D92}"/>
          </ac:spMkLst>
        </pc:spChg>
      </pc:sldChg>
    </pc:docChg>
  </pc:docChgLst>
  <pc:docChgLst>
    <pc:chgData name="SIDDAM REDDY VISHNU PRIYA - [CH.EN.U4CSE21250]" userId="S::ch.en.u4cse21250@ch.students.amrita.edu::f0ee78da-953e-4986-ba26-7ceb3ed477c2" providerId="AD" clId="Web-{CFABC8FE-B174-DC14-634C-D842FBF29F96}"/>
    <pc:docChg chg="modSld">
      <pc:chgData name="SIDDAM REDDY VISHNU PRIYA - [CH.EN.U4CSE21250]" userId="S::ch.en.u4cse21250@ch.students.amrita.edu::f0ee78da-953e-4986-ba26-7ceb3ed477c2" providerId="AD" clId="Web-{CFABC8FE-B174-DC14-634C-D842FBF29F96}" dt="2022-10-10T15:50:47.100" v="0" actId="1076"/>
      <pc:docMkLst>
        <pc:docMk/>
      </pc:docMkLst>
      <pc:sldChg chg="modSp">
        <pc:chgData name="SIDDAM REDDY VISHNU PRIYA - [CH.EN.U4CSE21250]" userId="S::ch.en.u4cse21250@ch.students.amrita.edu::f0ee78da-953e-4986-ba26-7ceb3ed477c2" providerId="AD" clId="Web-{CFABC8FE-B174-DC14-634C-D842FBF29F96}" dt="2022-10-10T15:50:47.100" v="0" actId="1076"/>
        <pc:sldMkLst>
          <pc:docMk/>
          <pc:sldMk cId="2859775125" sldId="319"/>
        </pc:sldMkLst>
        <pc:spChg chg="mod">
          <ac:chgData name="SIDDAM REDDY VISHNU PRIYA - [CH.EN.U4CSE21250]" userId="S::ch.en.u4cse21250@ch.students.amrita.edu::f0ee78da-953e-4986-ba26-7ceb3ed477c2" providerId="AD" clId="Web-{CFABC8FE-B174-DC14-634C-D842FBF29F96}" dt="2022-10-10T15:50:47.100" v="0" actId="1076"/>
          <ac:spMkLst>
            <pc:docMk/>
            <pc:sldMk cId="2859775125" sldId="319"/>
            <ac:spMk id="11" creationId="{433D4BA9-ABB7-4FF9-B05C-E90D4EF742DA}"/>
          </ac:spMkLst>
        </pc:spChg>
      </pc:sldChg>
    </pc:docChg>
  </pc:docChgLst>
  <pc:docChgLst>
    <pc:chgData name="Divya A - [CH.EN.U4CSE21212]" userId="S::ch.en.u4cse21212@ch.students.amrita.edu::5634f253-6e80-4fa8-8728-7b30e6c18009" providerId="AD" clId="Web-{20F23561-1937-E641-8E9A-F2867C9683A3}"/>
    <pc:docChg chg="modSld">
      <pc:chgData name="Divya A - [CH.EN.U4CSE21212]" userId="S::ch.en.u4cse21212@ch.students.amrita.edu::5634f253-6e80-4fa8-8728-7b30e6c18009" providerId="AD" clId="Web-{20F23561-1937-E641-8E9A-F2867C9683A3}" dt="2022-10-10T19:52:24.278" v="0" actId="14100"/>
      <pc:docMkLst>
        <pc:docMk/>
      </pc:docMkLst>
      <pc:sldChg chg="modSp">
        <pc:chgData name="Divya A - [CH.EN.U4CSE21212]" userId="S::ch.en.u4cse21212@ch.students.amrita.edu::5634f253-6e80-4fa8-8728-7b30e6c18009" providerId="AD" clId="Web-{20F23561-1937-E641-8E9A-F2867C9683A3}" dt="2022-10-10T19:52:24.278" v="0" actId="14100"/>
        <pc:sldMkLst>
          <pc:docMk/>
          <pc:sldMk cId="2859775125" sldId="319"/>
        </pc:sldMkLst>
        <pc:spChg chg="mod">
          <ac:chgData name="Divya A - [CH.EN.U4CSE21212]" userId="S::ch.en.u4cse21212@ch.students.amrita.edu::5634f253-6e80-4fa8-8728-7b30e6c18009" providerId="AD" clId="Web-{20F23561-1937-E641-8E9A-F2867C9683A3}" dt="2022-10-10T19:52:24.278" v="0" actId="14100"/>
          <ac:spMkLst>
            <pc:docMk/>
            <pc:sldMk cId="2859775125" sldId="319"/>
            <ac:spMk id="6" creationId="{290BE10C-5C13-4BDA-99CA-4F27683B1520}"/>
          </ac:spMkLst>
        </pc:spChg>
      </pc:sldChg>
    </pc:docChg>
  </pc:docChgLst>
  <pc:docChgLst>
    <pc:chgData name="Aman Kumar - [CH.EN.U4CSE21103]" userId="S::ch.en.u4cse21103@ch.students.amrita.edu::4678617e-570f-48c5-a5d8-043f894b95a4" providerId="AD" clId="Web-{5974DC84-93E7-2667-BF03-C969FE118994}"/>
    <pc:docChg chg="modSld">
      <pc:chgData name="Aman Kumar - [CH.EN.U4CSE21103]" userId="S::ch.en.u4cse21103@ch.students.amrita.edu::4678617e-570f-48c5-a5d8-043f894b95a4" providerId="AD" clId="Web-{5974DC84-93E7-2667-BF03-C969FE118994}" dt="2022-12-26T19:23:09.685" v="0" actId="1076"/>
      <pc:docMkLst>
        <pc:docMk/>
      </pc:docMkLst>
      <pc:sldChg chg="modSp">
        <pc:chgData name="Aman Kumar - [CH.EN.U4CSE21103]" userId="S::ch.en.u4cse21103@ch.students.amrita.edu::4678617e-570f-48c5-a5d8-043f894b95a4" providerId="AD" clId="Web-{5974DC84-93E7-2667-BF03-C969FE118994}" dt="2022-12-26T19:23:09.685" v="0" actId="1076"/>
        <pc:sldMkLst>
          <pc:docMk/>
          <pc:sldMk cId="3077125095" sldId="317"/>
        </pc:sldMkLst>
        <pc:spChg chg="mod">
          <ac:chgData name="Aman Kumar - [CH.EN.U4CSE21103]" userId="S::ch.en.u4cse21103@ch.students.amrita.edu::4678617e-570f-48c5-a5d8-043f894b95a4" providerId="AD" clId="Web-{5974DC84-93E7-2667-BF03-C969FE118994}" dt="2022-12-26T19:23:09.685" v="0" actId="1076"/>
          <ac:spMkLst>
            <pc:docMk/>
            <pc:sldMk cId="3077125095" sldId="317"/>
            <ac:spMk id="2" creationId="{1BD2571B-A0FC-479F-8BAB-D9DD8EA3AA98}"/>
          </ac:spMkLst>
        </pc:spChg>
      </pc:sldChg>
    </pc:docChg>
  </pc:docChgLst>
  <pc:docChgLst>
    <pc:chgData name="Divya A - [CH.EN.U4CSE21212]" userId="S::ch.en.u4cse21212@ch.students.amrita.edu::5634f253-6e80-4fa8-8728-7b30e6c18009" providerId="AD" clId="Web-{584FC56A-43AD-0E32-D6E5-C3BB01F8942D}"/>
    <pc:docChg chg="modSld">
      <pc:chgData name="Divya A - [CH.EN.U4CSE21212]" userId="S::ch.en.u4cse21212@ch.students.amrita.edu::5634f253-6e80-4fa8-8728-7b30e6c18009" providerId="AD" clId="Web-{584FC56A-43AD-0E32-D6E5-C3BB01F8942D}" dt="2022-10-06T14:58:24.716" v="0" actId="14100"/>
      <pc:docMkLst>
        <pc:docMk/>
      </pc:docMkLst>
      <pc:sldChg chg="modSp">
        <pc:chgData name="Divya A - [CH.EN.U4CSE21212]" userId="S::ch.en.u4cse21212@ch.students.amrita.edu::5634f253-6e80-4fa8-8728-7b30e6c18009" providerId="AD" clId="Web-{584FC56A-43AD-0E32-D6E5-C3BB01F8942D}" dt="2022-10-06T14:58:24.716" v="0" actId="14100"/>
        <pc:sldMkLst>
          <pc:docMk/>
          <pc:sldMk cId="3304018876" sldId="311"/>
        </pc:sldMkLst>
        <pc:picChg chg="mod">
          <ac:chgData name="Divya A - [CH.EN.U4CSE21212]" userId="S::ch.en.u4cse21212@ch.students.amrita.edu::5634f253-6e80-4fa8-8728-7b30e6c18009" providerId="AD" clId="Web-{584FC56A-43AD-0E32-D6E5-C3BB01F8942D}" dt="2022-10-06T14:58:24.716" v="0" actId="14100"/>
          <ac:picMkLst>
            <pc:docMk/>
            <pc:sldMk cId="3304018876" sldId="311"/>
            <ac:picMk id="5" creationId="{F6B9B673-ACCD-40D7-A080-BA83A131CBB3}"/>
          </ac:picMkLst>
        </pc:picChg>
      </pc:sldChg>
    </pc:docChg>
  </pc:docChgLst>
  <pc:docChgLst>
    <pc:chgData name="Aburvan P - [CH.EN.U4CSE21101]" userId="S::ch.en.u4cse21101@ch.students.amrita.edu::793ad387-ec73-4cf8-ae59-948f53a6cc7f" providerId="AD" clId="Web-{E011B7D8-4247-253C-8943-E09DD8B9CF22}"/>
    <pc:docChg chg="modSld">
      <pc:chgData name="Aburvan P - [CH.EN.U4CSE21101]" userId="S::ch.en.u4cse21101@ch.students.amrita.edu::793ad387-ec73-4cf8-ae59-948f53a6cc7f" providerId="AD" clId="Web-{E011B7D8-4247-253C-8943-E09DD8B9CF22}" dt="2022-10-10T16:44:43.633" v="1" actId="1076"/>
      <pc:docMkLst>
        <pc:docMk/>
      </pc:docMkLst>
      <pc:sldChg chg="modSp">
        <pc:chgData name="Aburvan P - [CH.EN.U4CSE21101]" userId="S::ch.en.u4cse21101@ch.students.amrita.edu::793ad387-ec73-4cf8-ae59-948f53a6cc7f" providerId="AD" clId="Web-{E011B7D8-4247-253C-8943-E09DD8B9CF22}" dt="2022-10-10T16:44:43.633" v="1" actId="1076"/>
        <pc:sldMkLst>
          <pc:docMk/>
          <pc:sldMk cId="760456527" sldId="322"/>
        </pc:sldMkLst>
        <pc:spChg chg="mod">
          <ac:chgData name="Aburvan P - [CH.EN.U4CSE21101]" userId="S::ch.en.u4cse21101@ch.students.amrita.edu::793ad387-ec73-4cf8-ae59-948f53a6cc7f" providerId="AD" clId="Web-{E011B7D8-4247-253C-8943-E09DD8B9CF22}" dt="2022-10-10T16:44:41.883" v="0" actId="1076"/>
          <ac:spMkLst>
            <pc:docMk/>
            <pc:sldMk cId="760456527" sldId="322"/>
            <ac:spMk id="5" creationId="{A62C4246-1105-475D-B4DA-DA4E1C52A743}"/>
          </ac:spMkLst>
        </pc:spChg>
        <pc:spChg chg="mod">
          <ac:chgData name="Aburvan P - [CH.EN.U4CSE21101]" userId="S::ch.en.u4cse21101@ch.students.amrita.edu::793ad387-ec73-4cf8-ae59-948f53a6cc7f" providerId="AD" clId="Web-{E011B7D8-4247-253C-8943-E09DD8B9CF22}" dt="2022-10-10T16:44:43.633" v="1" actId="1076"/>
          <ac:spMkLst>
            <pc:docMk/>
            <pc:sldMk cId="760456527" sldId="322"/>
            <ac:spMk id="6" creationId="{27E71CF7-2CBC-4EE8-8B5B-44BC124D97BD}"/>
          </ac:spMkLst>
        </pc:spChg>
      </pc:sldChg>
    </pc:docChg>
  </pc:docChgLst>
  <pc:docChgLst>
    <pc:chgData name="S Rajathi - CSE - ASE Chennai Campus" userId="S::s_rajathi@ch.amrita.edu::4817c73e-475b-4f41-903e-b6b4c18a74f8" providerId="AD" clId="Web-{2A32F401-EF0C-4663-DFBB-1840A9F436A6}"/>
    <pc:docChg chg="modSld">
      <pc:chgData name="S Rajathi - CSE - ASE Chennai Campus" userId="S::s_rajathi@ch.amrita.edu::4817c73e-475b-4f41-903e-b6b4c18a74f8" providerId="AD" clId="Web-{2A32F401-EF0C-4663-DFBB-1840A9F436A6}" dt="2022-09-02T03:44:46.875" v="0" actId="1076"/>
      <pc:docMkLst>
        <pc:docMk/>
      </pc:docMkLst>
      <pc:sldChg chg="modSp">
        <pc:chgData name="S Rajathi - CSE - ASE Chennai Campus" userId="S::s_rajathi@ch.amrita.edu::4817c73e-475b-4f41-903e-b6b4c18a74f8" providerId="AD" clId="Web-{2A32F401-EF0C-4663-DFBB-1840A9F436A6}" dt="2022-09-02T03:44:46.875" v="0" actId="1076"/>
        <pc:sldMkLst>
          <pc:docMk/>
          <pc:sldMk cId="3077125095" sldId="317"/>
        </pc:sldMkLst>
        <pc:spChg chg="mod">
          <ac:chgData name="S Rajathi - CSE - ASE Chennai Campus" userId="S::s_rajathi@ch.amrita.edu::4817c73e-475b-4f41-903e-b6b4c18a74f8" providerId="AD" clId="Web-{2A32F401-EF0C-4663-DFBB-1840A9F436A6}" dt="2022-09-02T03:44:46.875" v="0" actId="1076"/>
          <ac:spMkLst>
            <pc:docMk/>
            <pc:sldMk cId="3077125095" sldId="317"/>
            <ac:spMk id="8" creationId="{E90A1DE7-4858-4E83-B7A1-6F9F2DB0C5C2}"/>
          </ac:spMkLst>
        </pc:spChg>
      </pc:sldChg>
    </pc:docChg>
  </pc:docChgLst>
  <pc:docChgLst>
    <pc:chgData name="Guest User" userId="S::urn:spo:anon#bcb1b4adba155ddfa9f5921ccb68c2c9eff75f27a187bf2908c8cf8265d3cff6::" providerId="AD" clId="Web-{08391EC6-DFC3-0E67-94F3-5AA8865335C0}"/>
    <pc:docChg chg="addSld delSld modSld">
      <pc:chgData name="Guest User" userId="S::urn:spo:anon#bcb1b4adba155ddfa9f5921ccb68c2c9eff75f27a187bf2908c8cf8265d3cff6::" providerId="AD" clId="Web-{08391EC6-DFC3-0E67-94F3-5AA8865335C0}" dt="2023-08-31T09:06:29.791" v="70"/>
      <pc:docMkLst>
        <pc:docMk/>
      </pc:docMkLst>
      <pc:sldChg chg="modSp">
        <pc:chgData name="Guest User" userId="S::urn:spo:anon#bcb1b4adba155ddfa9f5921ccb68c2c9eff75f27a187bf2908c8cf8265d3cff6::" providerId="AD" clId="Web-{08391EC6-DFC3-0E67-94F3-5AA8865335C0}" dt="2023-08-31T09:06:11.854" v="68" actId="20577"/>
        <pc:sldMkLst>
          <pc:docMk/>
          <pc:sldMk cId="2807248750" sldId="313"/>
        </pc:sldMkLst>
        <pc:spChg chg="mod">
          <ac:chgData name="Guest User" userId="S::urn:spo:anon#bcb1b4adba155ddfa9f5921ccb68c2c9eff75f27a187bf2908c8cf8265d3cff6::" providerId="AD" clId="Web-{08391EC6-DFC3-0E67-94F3-5AA8865335C0}" dt="2023-08-31T09:05:49.213" v="65" actId="20577"/>
          <ac:spMkLst>
            <pc:docMk/>
            <pc:sldMk cId="2807248750" sldId="313"/>
            <ac:spMk id="3" creationId="{E0FDB84D-936D-407F-BB94-EA570740CF8C}"/>
          </ac:spMkLst>
        </pc:spChg>
        <pc:spChg chg="mod">
          <ac:chgData name="Guest User" userId="S::urn:spo:anon#bcb1b4adba155ddfa9f5921ccb68c2c9eff75f27a187bf2908c8cf8265d3cff6::" providerId="AD" clId="Web-{08391EC6-DFC3-0E67-94F3-5AA8865335C0}" dt="2023-08-31T09:06:11.854" v="68" actId="20577"/>
          <ac:spMkLst>
            <pc:docMk/>
            <pc:sldMk cId="2807248750" sldId="313"/>
            <ac:spMk id="6" creationId="{F4C96B89-72E4-47DE-9504-9F2FF62CBBDB}"/>
          </ac:spMkLst>
        </pc:spChg>
      </pc:sldChg>
      <pc:sldChg chg="new del">
        <pc:chgData name="Guest User" userId="S::urn:spo:anon#bcb1b4adba155ddfa9f5921ccb68c2c9eff75f27a187bf2908c8cf8265d3cff6::" providerId="AD" clId="Web-{08391EC6-DFC3-0E67-94F3-5AA8865335C0}" dt="2023-08-31T09:06:29.791" v="70"/>
        <pc:sldMkLst>
          <pc:docMk/>
          <pc:sldMk cId="2457543008" sldId="323"/>
        </pc:sldMkLst>
      </pc:sldChg>
    </pc:docChg>
  </pc:docChgLst>
  <pc:docChgLst>
    <pc:chgData name="Arvapalli Manikanta Sasank - [CH.EN.U4CSE21007]" userId="S::ch.en.u4cse21007@ch.students.amrita.edu::cbaa405d-3cc6-4e2d-bcb8-2255d3ae18f8" providerId="AD" clId="Web-{FCCBABF1-AD84-1011-4C2F-3487CF4AE905}"/>
    <pc:docChg chg="sldOrd">
      <pc:chgData name="Arvapalli Manikanta Sasank - [CH.EN.U4CSE21007]" userId="S::ch.en.u4cse21007@ch.students.amrita.edu::cbaa405d-3cc6-4e2d-bcb8-2255d3ae18f8" providerId="AD" clId="Web-{FCCBABF1-AD84-1011-4C2F-3487CF4AE905}" dt="2022-10-08T07:42:30.165" v="0"/>
      <pc:docMkLst>
        <pc:docMk/>
      </pc:docMkLst>
      <pc:sldChg chg="ord">
        <pc:chgData name="Arvapalli Manikanta Sasank - [CH.EN.U4CSE21007]" userId="S::ch.en.u4cse21007@ch.students.amrita.edu::cbaa405d-3cc6-4e2d-bcb8-2255d3ae18f8" providerId="AD" clId="Web-{FCCBABF1-AD84-1011-4C2F-3487CF4AE905}" dt="2022-10-08T07:42:30.165" v="0"/>
        <pc:sldMkLst>
          <pc:docMk/>
          <pc:sldMk cId="2373491623" sldId="306"/>
        </pc:sldMkLst>
      </pc:sldChg>
    </pc:docChg>
  </pc:docChgLst>
  <pc:docChgLst>
    <pc:chgData name="KOVI JAYESH RAHUL - [CH.EN.U4CSE21133]" userId="S::ch.en.u4cse21133@ch.students.amrita.edu::894fa43d-2ca8-4022-aa4d-b874172e0e99" providerId="AD" clId="Web-{4044FA55-917E-34CB-72FE-8BD06E435ECD}"/>
    <pc:docChg chg="sldOrd">
      <pc:chgData name="KOVI JAYESH RAHUL - [CH.EN.U4CSE21133]" userId="S::ch.en.u4cse21133@ch.students.amrita.edu::894fa43d-2ca8-4022-aa4d-b874172e0e99" providerId="AD" clId="Web-{4044FA55-917E-34CB-72FE-8BD06E435ECD}" dt="2022-10-06T15:57:00.832" v="0"/>
      <pc:docMkLst>
        <pc:docMk/>
      </pc:docMkLst>
      <pc:sldChg chg="ord">
        <pc:chgData name="KOVI JAYESH RAHUL - [CH.EN.U4CSE21133]" userId="S::ch.en.u4cse21133@ch.students.amrita.edu::894fa43d-2ca8-4022-aa4d-b874172e0e99" providerId="AD" clId="Web-{4044FA55-917E-34CB-72FE-8BD06E435ECD}" dt="2022-10-06T15:57:00.832" v="0"/>
        <pc:sldMkLst>
          <pc:docMk/>
          <pc:sldMk cId="2373491623" sldId="306"/>
        </pc:sldMkLst>
      </pc:sldChg>
    </pc:docChg>
  </pc:docChgLst>
  <pc:docChgLst>
    <pc:chgData name="Sivaananth S V - [CH.EN.U4CSE21165]" userId="S::ch.en.u4cse21165@ch.students.amrita.edu::4c214f48-0527-469b-af42-ba036319c1b1" providerId="AD" clId="Web-{7B5132CB-7FB0-D3B3-16B7-5CE9E12DB7CD}"/>
    <pc:docChg chg="delSld">
      <pc:chgData name="Sivaananth S V - [CH.EN.U4CSE21165]" userId="S::ch.en.u4cse21165@ch.students.amrita.edu::4c214f48-0527-469b-af42-ba036319c1b1" providerId="AD" clId="Web-{7B5132CB-7FB0-D3B3-16B7-5CE9E12DB7CD}" dt="2022-08-25T05:12:39.020" v="0"/>
      <pc:docMkLst>
        <pc:docMk/>
      </pc:docMkLst>
      <pc:sldChg chg="del">
        <pc:chgData name="Sivaananth S V - [CH.EN.U4CSE21165]" userId="S::ch.en.u4cse21165@ch.students.amrita.edu::4c214f48-0527-469b-af42-ba036319c1b1" providerId="AD" clId="Web-{7B5132CB-7FB0-D3B3-16B7-5CE9E12DB7CD}" dt="2022-08-25T05:12:39.020" v="0"/>
        <pc:sldMkLst>
          <pc:docMk/>
          <pc:sldMk cId="989435954" sldId="318"/>
        </pc:sldMkLst>
      </pc:sldChg>
    </pc:docChg>
  </pc:docChgLst>
  <pc:docChgLst>
    <pc:chgData name="BONTALA ABHIRAM - [CH.EN.U4CSE21112]" userId="S::ch.en.u4cse21112@ch.students.amrita.edu::98c101ee-e61d-42b6-8aea-bb375001f573" providerId="AD" clId="Web-{1B49C6FC-F0CF-A1D9-925E-4A33D53CD38B}"/>
    <pc:docChg chg="sldOrd">
      <pc:chgData name="BONTALA ABHIRAM - [CH.EN.U4CSE21112]" userId="S::ch.en.u4cse21112@ch.students.amrita.edu::98c101ee-e61d-42b6-8aea-bb375001f573" providerId="AD" clId="Web-{1B49C6FC-F0CF-A1D9-925E-4A33D53CD38B}" dt="2022-10-11T02:38:17.477" v="0"/>
      <pc:docMkLst>
        <pc:docMk/>
      </pc:docMkLst>
      <pc:sldChg chg="ord">
        <pc:chgData name="BONTALA ABHIRAM - [CH.EN.U4CSE21112]" userId="S::ch.en.u4cse21112@ch.students.amrita.edu::98c101ee-e61d-42b6-8aea-bb375001f573" providerId="AD" clId="Web-{1B49C6FC-F0CF-A1D9-925E-4A33D53CD38B}" dt="2022-10-11T02:38:17.477" v="0"/>
        <pc:sldMkLst>
          <pc:docMk/>
          <pc:sldMk cId="2309793239" sldId="321"/>
        </pc:sldMkLst>
      </pc:sldChg>
    </pc:docChg>
  </pc:docChgLst>
  <pc:docChgLst>
    <pc:chgData name="AVINASH A-[CH.EN.U4CSE22104]" userId="S::ch.en.u4cse22104@ch.students.amrita.edu::158c8489-352f-4fa5-8bf7-49b243957f67" providerId="AD" clId="Web-{5C3B56F1-16CD-2E2E-B37C-9CCA8B55B4AE}"/>
    <pc:docChg chg="addSld">
      <pc:chgData name="AVINASH A-[CH.EN.U4CSE22104]" userId="S::ch.en.u4cse22104@ch.students.amrita.edu::158c8489-352f-4fa5-8bf7-49b243957f67" providerId="AD" clId="Web-{5C3B56F1-16CD-2E2E-B37C-9CCA8B55B4AE}" dt="2023-11-13T08:06:55.498" v="0"/>
      <pc:docMkLst>
        <pc:docMk/>
      </pc:docMkLst>
      <pc:sldChg chg="new">
        <pc:chgData name="AVINASH A-[CH.EN.U4CSE22104]" userId="S::ch.en.u4cse22104@ch.students.amrita.edu::158c8489-352f-4fa5-8bf7-49b243957f67" providerId="AD" clId="Web-{5C3B56F1-16CD-2E2E-B37C-9CCA8B55B4AE}" dt="2023-11-13T08:06:55.498" v="0"/>
        <pc:sldMkLst>
          <pc:docMk/>
          <pc:sldMk cId="1536859905" sldId="3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2D97A-1407-4E8F-8F30-E399DDE4DFDF}" type="datetimeFigureOut">
              <a:rPr lang="en-IN" smtClean="0"/>
              <a:pPr/>
              <a:t>23-12-2025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21B57-168A-4CE2-BCF1-703E6820F0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837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C770-91F0-4AFA-80C7-D527820F6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339D1-0D54-4F61-826A-FAFE37781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824DA-7770-42EA-9A25-FA0AA626D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428A1-51D2-4B35-AAB2-60176B5FB9B7}" type="datetime1">
              <a:rPr lang="en-IN" smtClean="0"/>
              <a:pPr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36185-6C52-4EC5-B8F1-61F30B82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653B4-10D2-4BD0-8727-C955F8C06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70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5D6C6-334C-465C-8F8C-C5E1A0498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027B3-EC04-4EC3-B190-C46030301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21D69-53C4-4406-873C-07DB89DA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28A7E088-5FD3-4403-B2FC-7AD87DA1C227}" type="datetime1">
              <a:rPr lang="en-IN" smtClean="0"/>
              <a:pPr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AEAE1-FF8A-467F-9BE4-289C6373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73C72-52F8-4738-8A6A-E87936D4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4DAC0951-10B0-4509-9BA5-FD8683A6F9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643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3CCC-B690-4797-85E4-BEBD294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F46D8-50C7-4F18-9547-D4A77863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5E9C5-A3B9-4867-82AB-5A23F184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18229-6F9F-4226-BB17-192C79651F7C}" type="datetime1">
              <a:rPr lang="en-IN" smtClean="0"/>
              <a:pPr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8326D-2C06-4A41-95A9-871F336D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F952D-7976-49B3-8AD5-71AF23D6B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120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9C872-B3F4-45B2-9BCC-E456481CC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F4D8C-DBD7-471B-9982-AFCFF996FC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3A56-8C1C-4891-8873-3F05D4BFE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36B58-C3C0-49EF-A244-BD5B7688A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9600-D767-48E1-A443-21DBAB46CB44}" type="datetime1">
              <a:rPr lang="en-IN" smtClean="0"/>
              <a:pPr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B5343-8193-4185-B446-56483E72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39485-F2E7-4BD9-B29C-CB95BEC7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618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BE1D5-65A5-403F-9C2D-A5BC3D50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BDE18-2684-47B2-9B83-A10F0E556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AF027-4D02-4FAA-A906-0327D9537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324CC-92D4-484F-ABE8-8040B04BB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60E1AE-BA8D-4245-BA67-5A25DD05AD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272E07-39DD-4C61-9DAD-28B6D26B3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D97B-47B0-4904-8A18-AFC52508C61D}" type="datetime1">
              <a:rPr lang="en-IN" smtClean="0"/>
              <a:pPr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6B9D7D-5E0F-4760-9735-237ACCD7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CE69EB-8813-483E-B820-8B3396D1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238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0DD22-058F-461D-830B-FE58A2AAF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5F38C4-FB4E-424A-AD89-1BA27C0BC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E2C50-D6DB-4615-AA11-8096AC399FAD}" type="datetime1">
              <a:rPr lang="en-IN" smtClean="0"/>
              <a:pPr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D5047-2290-465B-A46F-6CDD6C1C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FA423-27DB-4E39-9334-F4E7B36F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557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7A968-0704-440C-9F04-D19B341A5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47D4-6749-4E47-8224-885558CBADF7}" type="datetime1">
              <a:rPr lang="en-IN" smtClean="0"/>
              <a:pPr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10CA8-90AD-4E50-A5E8-0DC95120E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711EC-EBBC-437E-84D5-BFBEF4A7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802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7A045-B561-4BF0-A203-2F3F6768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2B3B2-8437-4AE9-800D-08D4FC302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7AEEF-0240-427C-AF07-A281B6D91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6BFF4-EB8D-4790-ABB0-06530615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22B4F-B292-471B-B926-22823FC782DA}" type="datetime1">
              <a:rPr lang="en-IN" smtClean="0"/>
              <a:pPr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F5910-5403-4054-AD1F-FC45FC87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F775F-F69B-4461-B67D-A4B7D335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28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DAB8-760D-429B-9092-588F356D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2D72EE-CC1D-47B3-9C38-FCCC07AE96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5416E-FA79-455F-8D3A-5114BC017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85144-8B3D-40BC-B447-6BA8A6DC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80BAA-1C15-4FB7-A6BF-92229E431826}" type="datetime1">
              <a:rPr lang="en-IN" smtClean="0"/>
              <a:pPr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2C76E-BE0A-41E9-B0C5-B0C3CA759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C8B49-D02B-48E5-8E7F-5D2B46738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35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D4AF2-0B51-43C1-AD13-EA8EFA02B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26132-B590-4B2E-9F96-342AC6462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F43AB-4C78-44FA-B366-822F49DEE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5BB07-B820-4C3D-81FF-35B04E5A4C30}" type="datetime1">
              <a:rPr lang="en-IN" smtClean="0"/>
              <a:pPr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0D936-D793-4FC5-84F3-806ACB11C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02659-66E4-4F2D-BB92-2A26C278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511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9C94E-C13B-4F87-9B7B-761097737B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5177C-1587-4072-81EA-E20D0202A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E284B-1E23-492D-8777-03C8141B1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56F9-570F-483E-A695-A39CF42E2564}" type="datetime1">
              <a:rPr lang="en-IN" smtClean="0"/>
              <a:pPr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A4BF7-8258-481A-86CB-E3AC157A9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C52C-4020-4491-BC3A-BEF09E3FC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42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C4392B-314A-46B8-AE28-BAA109D5B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F787F-3313-44FE-8C16-BF492EBC0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C93B2-D083-4E5B-96F5-91BCFB1AE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B441A-B6F0-42A1-B5E5-E0EFF40211F0}" type="datetime1">
              <a:rPr lang="en-IN" smtClean="0"/>
              <a:pPr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DDB0F-4801-43B8-B6A6-DCADD7521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561CB-1EEA-43B1-AD45-7A02E53A8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C0951-10B0-4509-9BA5-FD8683A6F9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7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java-if-else-statement-with-example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34562-6CE1-46F3-B102-EECFED916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516" y="698203"/>
            <a:ext cx="9144000" cy="1312926"/>
          </a:xfrm>
        </p:spPr>
        <p:txBody>
          <a:bodyPr/>
          <a:lstStyle/>
          <a:p>
            <a:r>
              <a:rPr lang="en-IN">
                <a:latin typeface="Baskerville Old Face" panose="02020602080505020303" pitchFamily="18" charset="0"/>
              </a:rPr>
              <a:t>Object Oriented Paradigm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5FF23D-E4B7-4992-B8A6-61CE80F99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207" y="31136"/>
            <a:ext cx="3051277" cy="3051277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AE514C-AF9E-4168-96D8-E74B76939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1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A40875-641A-4F85-B78E-C29139C71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575" y="2165419"/>
            <a:ext cx="3453280" cy="3758454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6D0CCD5-C118-44B3-9342-5F0A35938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1918" y="3356632"/>
            <a:ext cx="3453280" cy="703485"/>
          </a:xfrm>
        </p:spPr>
        <p:txBody>
          <a:bodyPr/>
          <a:lstStyle/>
          <a:p>
            <a:r>
              <a:rPr lang="en-IN">
                <a:solidFill>
                  <a:schemeClr val="bg1"/>
                </a:solidFill>
                <a:latin typeface="Baskerville Old Face" panose="02020602080505020303" pitchFamily="18" charset="0"/>
              </a:rPr>
              <a:t>Topic: JAVA</a:t>
            </a:r>
          </a:p>
        </p:txBody>
      </p:sp>
    </p:spTree>
    <p:extLst>
      <p:ext uri="{BB962C8B-B14F-4D97-AF65-F5344CB8AC3E}">
        <p14:creationId xmlns:p14="http://schemas.microsoft.com/office/powerpoint/2010/main" val="230173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09DA6F-6277-475F-8AF3-FD7192364E97}"/>
              </a:ext>
            </a:extLst>
          </p:cNvPr>
          <p:cNvSpPr/>
          <p:nvPr/>
        </p:nvSpPr>
        <p:spPr>
          <a:xfrm>
            <a:off x="205314" y="4827379"/>
            <a:ext cx="5292420" cy="131092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dirty="0">
                <a:solidFill>
                  <a:prstClr val="black"/>
                </a:solidFill>
                <a:latin typeface="Consolas" panose="020B0609020204030204" pitchFamily="49" charset="0"/>
              </a:rPr>
              <a:t>Scanner </a:t>
            </a:r>
            <a:r>
              <a:rPr lang="en-IN" dirty="0" err="1">
                <a:solidFill>
                  <a:prstClr val="black"/>
                </a:solidFill>
                <a:latin typeface="Consolas" panose="020B0609020204030204" pitchFamily="49" charset="0"/>
              </a:rPr>
              <a:t>myObj</a:t>
            </a:r>
            <a:r>
              <a:rPr lang="en-IN" dirty="0">
                <a:solidFill>
                  <a:prstClr val="black"/>
                </a:solidFill>
                <a:latin typeface="Consolas" panose="020B0609020204030204" pitchFamily="49" charset="0"/>
              </a:rPr>
              <a:t> =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prstClr val="black"/>
                </a:solidFill>
                <a:latin typeface="Consolas" panose="020B0609020204030204" pitchFamily="49" charset="0"/>
              </a:rPr>
              <a:t> Scanner(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System</a:t>
            </a:r>
            <a:r>
              <a:rPr lang="en-IN" dirty="0">
                <a:solidFill>
                  <a:prstClr val="black"/>
                </a:solidFill>
                <a:latin typeface="Consolas" panose="020B0609020204030204" pitchFamily="49" charset="0"/>
              </a:rPr>
              <a:t>.in);</a:t>
            </a:r>
          </a:p>
          <a:p>
            <a:pPr lvl="0"/>
            <a:endParaRPr lang="en-IN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/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prstClr val="black"/>
                </a:solidFill>
                <a:latin typeface="Consolas" panose="020B0609020204030204" pitchFamily="49" charset="0"/>
              </a:rPr>
              <a:t> age = </a:t>
            </a:r>
            <a:r>
              <a:rPr lang="en-IN" dirty="0" err="1">
                <a:solidFill>
                  <a:prstClr val="black"/>
                </a:solidFill>
                <a:latin typeface="Consolas" panose="020B0609020204030204" pitchFamily="49" charset="0"/>
              </a:rPr>
              <a:t>myObj.</a:t>
            </a:r>
            <a:r>
              <a:rPr lang="en-IN" dirty="0" err="1">
                <a:solidFill>
                  <a:srgbClr val="C00000"/>
                </a:solidFill>
                <a:latin typeface="Consolas" panose="020B0609020204030204" pitchFamily="49" charset="0"/>
              </a:rPr>
              <a:t>nextInt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n-IN" dirty="0">
                <a:solidFill>
                  <a:prstClr val="black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String</a:t>
            </a:r>
            <a:r>
              <a:rPr lang="en-IN" dirty="0">
                <a:solidFill>
                  <a:prstClr val="black"/>
                </a:solidFill>
                <a:latin typeface="Consolas" panose="020B0609020204030204" pitchFamily="49" charset="0"/>
              </a:rPr>
              <a:t> name = </a:t>
            </a:r>
            <a:r>
              <a:rPr lang="en-IN" dirty="0" err="1">
                <a:solidFill>
                  <a:prstClr val="black"/>
                </a:solidFill>
                <a:latin typeface="Consolas" panose="020B0609020204030204" pitchFamily="49" charset="0"/>
              </a:rPr>
              <a:t>myObj.</a:t>
            </a:r>
            <a:r>
              <a:rPr lang="en-IN" dirty="0" err="1">
                <a:solidFill>
                  <a:srgbClr val="C00000"/>
                </a:solidFill>
                <a:latin typeface="Consolas" panose="020B0609020204030204" pitchFamily="49" charset="0"/>
              </a:rPr>
              <a:t>nextLine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n-IN" dirty="0">
                <a:solidFill>
                  <a:prstClr val="black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463AEC-27E1-4460-B327-99AF292258F9}"/>
              </a:ext>
            </a:extLst>
          </p:cNvPr>
          <p:cNvSpPr/>
          <p:nvPr/>
        </p:nvSpPr>
        <p:spPr>
          <a:xfrm>
            <a:off x="444400" y="4011561"/>
            <a:ext cx="2033329" cy="457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>
                <a:solidFill>
                  <a:schemeClr val="tx1"/>
                </a:solidFill>
                <a:latin typeface="Gill Sans MT" panose="020B0502020104020203" pitchFamily="34" charset="0"/>
              </a:rPr>
              <a:t>Inside main()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2571B-A0FC-479F-8BAB-D9DD8EA3A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63" y="88245"/>
            <a:ext cx="10515600" cy="1325563"/>
          </a:xfrm>
        </p:spPr>
        <p:txBody>
          <a:bodyPr/>
          <a:lstStyle/>
          <a:p>
            <a:r>
              <a:rPr lang="en-IN" b="1">
                <a:latin typeface="Arial Rounded MT Bold" panose="020F0704030504030204" pitchFamily="34" charset="0"/>
              </a:rPr>
              <a:t>Java 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61D9-9EA7-4914-AA2A-CB4CFC2EA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238" y="1498672"/>
            <a:ext cx="10515600" cy="1714020"/>
          </a:xfrm>
        </p:spPr>
        <p:txBody>
          <a:bodyPr>
            <a:normAutofit/>
          </a:bodyPr>
          <a:lstStyle/>
          <a:p>
            <a:r>
              <a:rPr lang="en-US" sz="2400">
                <a:latin typeface="Gill Sans MT" panose="020B0502020104020203" pitchFamily="34" charset="0"/>
              </a:rPr>
              <a:t>The Scanner class is used to get user input, and it is found in the </a:t>
            </a:r>
            <a:r>
              <a:rPr lang="en-US" sz="2400" err="1">
                <a:solidFill>
                  <a:srgbClr val="C00000"/>
                </a:solidFill>
                <a:latin typeface="Gill Sans MT" panose="020B0502020104020203" pitchFamily="34" charset="0"/>
              </a:rPr>
              <a:t>java.util</a:t>
            </a: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 package.</a:t>
            </a:r>
          </a:p>
          <a:p>
            <a:r>
              <a:rPr lang="en-US" sz="2400">
                <a:latin typeface="Gill Sans MT" panose="020B0502020104020203" pitchFamily="34" charset="0"/>
              </a:rPr>
              <a:t>To use the </a:t>
            </a: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Scanner</a:t>
            </a:r>
            <a:r>
              <a:rPr lang="en-US" sz="2400">
                <a:latin typeface="Gill Sans MT" panose="020B0502020104020203" pitchFamily="34" charset="0"/>
              </a:rPr>
              <a:t> class, </a:t>
            </a:r>
          </a:p>
          <a:p>
            <a:pPr lvl="1"/>
            <a:r>
              <a:rPr lang="en-US" sz="2000">
                <a:latin typeface="Gill Sans MT" panose="020B0502020104020203" pitchFamily="34" charset="0"/>
              </a:rPr>
              <a:t>Create an object of the class, and </a:t>
            </a:r>
          </a:p>
          <a:p>
            <a:pPr lvl="1"/>
            <a:r>
              <a:rPr lang="en-US" sz="2000">
                <a:latin typeface="Gill Sans MT" panose="020B0502020104020203" pitchFamily="34" charset="0"/>
              </a:rPr>
              <a:t>Use any of the available methods found in the Scanner class documentation.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70AEC-27F7-4E84-A12B-4F5550BE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F37299-8BC2-4D9C-B445-CDD11D6826E2}"/>
              </a:ext>
            </a:extLst>
          </p:cNvPr>
          <p:cNvSpPr/>
          <p:nvPr/>
        </p:nvSpPr>
        <p:spPr>
          <a:xfrm>
            <a:off x="444400" y="3429000"/>
            <a:ext cx="33505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>
                <a:latin typeface="Consolas" panose="020B0609020204030204" pitchFamily="49" charset="0"/>
              </a:rPr>
              <a:t>import </a:t>
            </a:r>
            <a:r>
              <a:rPr lang="en-IN" err="1">
                <a:solidFill>
                  <a:srgbClr val="0070C0"/>
                </a:solidFill>
                <a:latin typeface="Consolas" panose="020B0609020204030204" pitchFamily="49" charset="0"/>
              </a:rPr>
              <a:t>java.util.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Scanner</a:t>
            </a:r>
            <a:r>
              <a:rPr lang="en-IN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B0E1B1-DBF6-4BAB-A78B-8CE230EFDBAA}"/>
              </a:ext>
            </a:extLst>
          </p:cNvPr>
          <p:cNvSpPr/>
          <p:nvPr/>
        </p:nvSpPr>
        <p:spPr>
          <a:xfrm>
            <a:off x="4527941" y="3460643"/>
            <a:ext cx="2590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>
                <a:latin typeface="Consolas" panose="020B0609020204030204" pitchFamily="49" charset="0"/>
              </a:rPr>
              <a:t>import </a:t>
            </a:r>
            <a:r>
              <a:rPr lang="en-IN" err="1">
                <a:solidFill>
                  <a:srgbClr val="0070C0"/>
                </a:solidFill>
                <a:latin typeface="Consolas" panose="020B0609020204030204" pitchFamily="49" charset="0"/>
              </a:rPr>
              <a:t>java.util</a:t>
            </a:r>
            <a:r>
              <a:rPr lang="en-IN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*</a:t>
            </a:r>
            <a:r>
              <a:rPr lang="en-IN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67A4F3-FCA9-4CD3-88F6-598EA608DF08}"/>
              </a:ext>
            </a:extLst>
          </p:cNvPr>
          <p:cNvSpPr/>
          <p:nvPr/>
        </p:nvSpPr>
        <p:spPr>
          <a:xfrm>
            <a:off x="5823328" y="3894234"/>
            <a:ext cx="6276850" cy="2031325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String s 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"Hello, This is Java Class."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</a:p>
          <a:p>
            <a:r>
              <a:rPr lang="en-US">
                <a:solidFill>
                  <a:srgbClr val="008200"/>
                </a:solidFill>
                <a:latin typeface="Consolas" panose="020B0609020204030204" pitchFamily="49" charset="0"/>
              </a:rPr>
              <a:t>//Create scanner Object and pass string in it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Scanner </a:t>
            </a: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myObj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b="1">
                <a:solidFill>
                  <a:srgbClr val="006699"/>
                </a:solidFill>
                <a:latin typeface="Consolas" panose="020B0609020204030204" pitchFamily="49" charset="0"/>
              </a:rPr>
              <a:t>new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Scanner(s); </a:t>
            </a:r>
          </a:p>
          <a:p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err="1">
                <a:solidFill>
                  <a:srgbClr val="000000"/>
                </a:solidFill>
                <a:latin typeface="Consolas" panose="020B0609020204030204" pitchFamily="49" charset="0"/>
              </a:rPr>
              <a:t>System.out.println</a:t>
            </a:r>
            <a:r>
              <a:rPr lang="en-IN">
                <a:solidFill>
                  <a:srgbClr val="000000"/>
                </a:solidFill>
                <a:latin typeface="Consolas" panose="020B0609020204030204" pitchFamily="49" charset="0"/>
              </a:rPr>
              <a:t>("String:" +</a:t>
            </a:r>
            <a:r>
              <a:rPr lang="en-IN" err="1">
                <a:solidFill>
                  <a:srgbClr val="000000"/>
                </a:solidFill>
                <a:latin typeface="Consolas" panose="020B0609020204030204" pitchFamily="49" charset="0"/>
              </a:rPr>
              <a:t>myObj.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nextLine</a:t>
            </a: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n-IN">
                <a:solidFill>
                  <a:srgbClr val="000000"/>
                </a:solidFill>
                <a:latin typeface="Consolas" panose="020B0609020204030204" pitchFamily="49" charset="0"/>
              </a:rPr>
              <a:t>);   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955350-536E-43AE-900D-434E1B232A21}"/>
              </a:ext>
            </a:extLst>
          </p:cNvPr>
          <p:cNvSpPr/>
          <p:nvPr/>
        </p:nvSpPr>
        <p:spPr>
          <a:xfrm>
            <a:off x="6982452" y="5989818"/>
            <a:ext cx="4086386" cy="6769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  <a:latin typeface="Consolas" panose="020B0609020204030204" pitchFamily="49" charset="0"/>
              </a:rPr>
              <a:t>String: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Hello, This is Java Class.</a:t>
            </a:r>
            <a:endParaRPr lang="en-IN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E647D15-13D8-48C5-9DA7-B2AAF41268EF}"/>
              </a:ext>
            </a:extLst>
          </p:cNvPr>
          <p:cNvSpPr/>
          <p:nvPr/>
        </p:nvSpPr>
        <p:spPr>
          <a:xfrm>
            <a:off x="3746277" y="3397357"/>
            <a:ext cx="781664" cy="49687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C00000"/>
                </a:solidFill>
                <a:latin typeface="Gill Sans MT" panose="020B0502020104020203" pitchFamily="34" charset="0"/>
              </a:rPr>
              <a:t>OR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E90A1DE7-4858-4E83-B7A1-6F9F2DB0C5C2}"/>
              </a:ext>
            </a:extLst>
          </p:cNvPr>
          <p:cNvSpPr/>
          <p:nvPr/>
        </p:nvSpPr>
        <p:spPr>
          <a:xfrm>
            <a:off x="9226191" y="1957"/>
            <a:ext cx="2826774" cy="1494068"/>
          </a:xfrm>
          <a:prstGeom prst="wedgeRoundRectCallout">
            <a:avLst>
              <a:gd name="adj1" fmla="val -20833"/>
              <a:gd name="adj2" fmla="val 71384"/>
              <a:gd name="adj3" fmla="val 16667"/>
            </a:avLst>
          </a:prstGeom>
          <a:solidFill>
            <a:srgbClr val="FF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IN" sz="2000" err="1">
                <a:solidFill>
                  <a:prstClr val="black"/>
                </a:solidFill>
                <a:latin typeface="Consolas" panose="020B0609020204030204" pitchFamily="49" charset="0"/>
              </a:rPr>
              <a:t>scanf</a:t>
            </a:r>
            <a:r>
              <a:rPr lang="en-IN" sz="2000">
                <a:solidFill>
                  <a:prstClr val="black"/>
                </a:solidFill>
                <a:latin typeface="Consolas" panose="020B0609020204030204" pitchFamily="49" charset="0"/>
              </a:rPr>
              <a:t>(“%</a:t>
            </a:r>
            <a:r>
              <a:rPr lang="en-IN" sz="2000" err="1">
                <a:solidFill>
                  <a:prstClr val="black"/>
                </a:solidFill>
                <a:latin typeface="Consolas" panose="020B0609020204030204" pitchFamily="49" charset="0"/>
              </a:rPr>
              <a:t>d”,&amp;age</a:t>
            </a:r>
            <a:r>
              <a:rPr lang="en-IN" sz="2000">
                <a:solidFill>
                  <a:prstClr val="black"/>
                </a:solidFill>
                <a:latin typeface="Consolas" panose="020B0609020204030204" pitchFamily="49" charset="0"/>
              </a:rPr>
              <a:t>);</a:t>
            </a:r>
          </a:p>
          <a:p>
            <a:pPr lvl="0" algn="ctr">
              <a:lnSpc>
                <a:spcPct val="150000"/>
              </a:lnSpc>
            </a:pPr>
            <a:r>
              <a:rPr lang="en-IN" sz="2000" err="1">
                <a:solidFill>
                  <a:prstClr val="black"/>
                </a:solidFill>
                <a:latin typeface="Consolas" panose="020B0609020204030204" pitchFamily="49" charset="0"/>
              </a:rPr>
              <a:t>scanf</a:t>
            </a:r>
            <a:r>
              <a:rPr lang="en-IN" sz="2000">
                <a:solidFill>
                  <a:prstClr val="black"/>
                </a:solidFill>
                <a:latin typeface="Consolas" panose="020B0609020204030204" pitchFamily="49" charset="0"/>
              </a:rPr>
              <a:t>(“%</a:t>
            </a:r>
            <a:r>
              <a:rPr lang="en-IN" sz="2000" err="1">
                <a:solidFill>
                  <a:prstClr val="black"/>
                </a:solidFill>
                <a:latin typeface="Consolas" panose="020B0609020204030204" pitchFamily="49" charset="0"/>
              </a:rPr>
              <a:t>s”,name</a:t>
            </a:r>
            <a:r>
              <a:rPr lang="en-IN" sz="2000">
                <a:solidFill>
                  <a:prstClr val="black"/>
                </a:solidFill>
                <a:latin typeface="Consolas" panose="020B0609020204030204" pitchFamily="49" charset="0"/>
              </a:rPr>
              <a:t>);</a:t>
            </a:r>
          </a:p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C36F4D2-42F9-4143-BAC1-9E4F009927A8}"/>
              </a:ext>
            </a:extLst>
          </p:cNvPr>
          <p:cNvSpPr/>
          <p:nvPr/>
        </p:nvSpPr>
        <p:spPr>
          <a:xfrm>
            <a:off x="9430106" y="5187501"/>
            <a:ext cx="398207" cy="550204"/>
          </a:xfrm>
          <a:prstGeom prst="ellipse">
            <a:avLst/>
          </a:prstGeom>
          <a:noFill/>
          <a:ln w="38100">
            <a:solidFill>
              <a:srgbClr val="F8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C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07712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9" grpId="0"/>
      <p:bldP spid="10" grpId="0"/>
      <p:bldP spid="11" grpId="0" animBg="1"/>
      <p:bldP spid="12" grpId="0" animBg="1"/>
      <p:bldP spid="14" grpId="0" animBg="1"/>
      <p:bldP spid="8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AFBDA-EAF0-717A-5903-33AC04924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Scanner Methods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E297E-1872-AF27-5EA6-2855953ED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3</a:t>
            </a:fld>
            <a:endParaRPr lang="en-IN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F5AF1F6-B5B9-0411-121C-C676120974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9034940"/>
              </p:ext>
            </p:extLst>
          </p:nvPr>
        </p:nvGraphicFramePr>
        <p:xfrm>
          <a:off x="838200" y="1791002"/>
          <a:ext cx="10515600" cy="2926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7825216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484419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958774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06561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it Reads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061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nextInt()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Whole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10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-5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011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nextDouble()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Decimal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85.5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double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287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nextFloat()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Decimal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3.14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float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128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nextLong()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whole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123456789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long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945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nextBoolean()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True / 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true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boolean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138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next()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 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Java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String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39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nextLine()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sentence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I love Java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String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701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029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D0C4-91A6-4F6F-82A4-AB8906400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2238" y="320675"/>
            <a:ext cx="3807543" cy="1325563"/>
          </a:xfrm>
        </p:spPr>
        <p:txBody>
          <a:bodyPr/>
          <a:lstStyle/>
          <a:p>
            <a:r>
              <a:rPr lang="en-IN" b="1">
                <a:latin typeface="Arial Rounded MT Bold" panose="020F0704030504030204" pitchFamily="34" charset="0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E4E36-9622-4BC4-9DEC-E7A385560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6490" y="1646238"/>
            <a:ext cx="4407310" cy="4530725"/>
          </a:xfrm>
        </p:spPr>
        <p:txBody>
          <a:bodyPr>
            <a:normAutofit/>
          </a:bodyPr>
          <a:lstStyle/>
          <a:p>
            <a:r>
              <a:rPr lang="en-IN">
                <a:latin typeface="Gill Sans MT" panose="020B0502020104020203" pitchFamily="34" charset="0"/>
              </a:rPr>
              <a:t>JAVA User Input</a:t>
            </a:r>
          </a:p>
          <a:p>
            <a:pPr lvl="1"/>
            <a:r>
              <a:rPr lang="en-IN">
                <a:solidFill>
                  <a:srgbClr val="C00000"/>
                </a:solidFill>
                <a:latin typeface="Gill Sans MT" panose="020B0502020104020203" pitchFamily="34" charset="0"/>
              </a:rPr>
              <a:t>Scanner Class</a:t>
            </a:r>
          </a:p>
          <a:p>
            <a:r>
              <a:rPr lang="en-IN">
                <a:latin typeface="Gill Sans MT" panose="020B0502020104020203" pitchFamily="34" charset="0"/>
              </a:rPr>
              <a:t>Control Statements</a:t>
            </a:r>
          </a:p>
          <a:p>
            <a:pPr lvl="1"/>
            <a:r>
              <a:rPr lang="en-IN">
                <a:solidFill>
                  <a:srgbClr val="0070C0"/>
                </a:solidFill>
                <a:latin typeface="Gill Sans MT" panose="020B0502020104020203" pitchFamily="34" charset="0"/>
              </a:rPr>
              <a:t>Selection Statements</a:t>
            </a:r>
          </a:p>
          <a:p>
            <a:pPr lvl="1"/>
            <a:r>
              <a:rPr lang="en-IN">
                <a:solidFill>
                  <a:srgbClr val="0070C0"/>
                </a:solidFill>
                <a:latin typeface="Gill Sans MT" panose="020B0502020104020203" pitchFamily="34" charset="0"/>
              </a:rPr>
              <a:t>Jump Statements</a:t>
            </a:r>
          </a:p>
          <a:p>
            <a:pPr lvl="1"/>
            <a:r>
              <a:rPr lang="en-IN">
                <a:solidFill>
                  <a:srgbClr val="0070C0"/>
                </a:solidFill>
                <a:latin typeface="Gill Sans MT" panose="020B0502020104020203" pitchFamily="34" charset="0"/>
              </a:rPr>
              <a:t>Loop Statements</a:t>
            </a:r>
          </a:p>
          <a:p>
            <a:r>
              <a:rPr lang="en-IN">
                <a:latin typeface="Gill Sans MT" panose="020B0502020104020203" pitchFamily="34" charset="0"/>
              </a:rPr>
              <a:t>Example Programs (4)</a:t>
            </a:r>
          </a:p>
          <a:p>
            <a:endParaRPr lang="en-IN">
              <a:latin typeface="Gill Sans MT" panose="020B0502020104020203" pitchFamily="34" charset="0"/>
            </a:endParaRPr>
          </a:p>
          <a:p>
            <a:endParaRPr lang="en-IN">
              <a:latin typeface="Gill Sans MT" panose="020B05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2DB99-D9E4-4FC8-83E0-5BF45619E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89146C-5854-4502-B4AB-B6C81FA53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65" y="182562"/>
            <a:ext cx="5890495" cy="658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49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BB074-7A59-4F26-A595-44DDFCC7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75400"/>
            <a:ext cx="2743200" cy="365125"/>
          </a:xfrm>
        </p:spPr>
        <p:txBody>
          <a:bodyPr/>
          <a:lstStyle/>
          <a:p>
            <a:fld id="{4DAC0951-10B0-4509-9BA5-FD8683A6F967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0BE10C-5C13-4BDA-99CA-4F27683B1520}"/>
              </a:ext>
            </a:extLst>
          </p:cNvPr>
          <p:cNvSpPr/>
          <p:nvPr/>
        </p:nvSpPr>
        <p:spPr>
          <a:xfrm>
            <a:off x="304800" y="741981"/>
            <a:ext cx="5855369" cy="5979494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>
                <a:latin typeface="Consolas" panose="020B0609020204030204" pitchFamily="49" charset="0"/>
              </a:rPr>
              <a:t>import </a:t>
            </a:r>
            <a:r>
              <a:rPr lang="en-IN" err="1">
                <a:solidFill>
                  <a:srgbClr val="0070C0"/>
                </a:solidFill>
                <a:latin typeface="Consolas" panose="020B0609020204030204" pitchFamily="49" charset="0"/>
              </a:rPr>
              <a:t>java.util.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Scanner</a:t>
            </a:r>
            <a:r>
              <a:rPr lang="en-IN">
                <a:latin typeface="Consolas" panose="020B0609020204030204" pitchFamily="49" charset="0"/>
              </a:rPr>
              <a:t>;</a:t>
            </a:r>
          </a:p>
          <a:p>
            <a:endParaRPr lang="en-IN">
              <a:latin typeface="Consolas" panose="020B0609020204030204" pitchFamily="49" charset="0"/>
            </a:endParaRPr>
          </a:p>
          <a:p>
            <a:r>
              <a:rPr lang="en-IN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en-IN">
                <a:latin typeface="Consolas" panose="020B0609020204030204" pitchFamily="49" charset="0"/>
              </a:rPr>
              <a:t> </a:t>
            </a:r>
            <a:r>
              <a:rPr lang="en-IN" err="1">
                <a:latin typeface="Consolas" panose="020B0609020204030204" pitchFamily="49" charset="0"/>
              </a:rPr>
              <a:t>MyClass</a:t>
            </a:r>
            <a:r>
              <a:rPr lang="en-IN">
                <a:latin typeface="Consolas" panose="020B0609020204030204" pitchFamily="49" charset="0"/>
              </a:rPr>
              <a:t> {</a:t>
            </a:r>
          </a:p>
          <a:p>
            <a:r>
              <a:rPr lang="en-IN">
                <a:latin typeface="Consolas" panose="020B0609020204030204" pitchFamily="49" charset="0"/>
              </a:rPr>
              <a:t>  </a:t>
            </a:r>
            <a:r>
              <a:rPr lang="en-IN">
                <a:solidFill>
                  <a:srgbClr val="0070C0"/>
                </a:solidFill>
                <a:latin typeface="Consolas" panose="020B0609020204030204" pitchFamily="49" charset="0"/>
              </a:rPr>
              <a:t>public static void </a:t>
            </a:r>
            <a:r>
              <a:rPr lang="en-IN">
                <a:latin typeface="Consolas" panose="020B0609020204030204" pitchFamily="49" charset="0"/>
              </a:rPr>
              <a:t>main(String[] </a:t>
            </a:r>
            <a:r>
              <a:rPr lang="en-IN" err="1">
                <a:latin typeface="Consolas" panose="020B0609020204030204" pitchFamily="49" charset="0"/>
              </a:rPr>
              <a:t>args</a:t>
            </a:r>
            <a:r>
              <a:rPr lang="en-IN">
                <a:latin typeface="Consolas" panose="020B0609020204030204" pitchFamily="49" charset="0"/>
              </a:rPr>
              <a:t>) {</a:t>
            </a:r>
          </a:p>
          <a:p>
            <a:r>
              <a:rPr lang="en-IN">
                <a:latin typeface="Consolas" panose="020B0609020204030204" pitchFamily="49" charset="0"/>
              </a:rPr>
              <a:t>    Scanner </a:t>
            </a:r>
            <a:r>
              <a:rPr lang="en-IN" err="1">
                <a:latin typeface="Consolas" panose="020B0609020204030204" pitchFamily="49" charset="0"/>
              </a:rPr>
              <a:t>myObj</a:t>
            </a:r>
            <a:r>
              <a:rPr lang="en-IN">
                <a:latin typeface="Consolas" panose="020B0609020204030204" pitchFamily="49" charset="0"/>
              </a:rPr>
              <a:t> = </a:t>
            </a:r>
            <a:r>
              <a:rPr lang="en-IN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IN">
                <a:latin typeface="Consolas" panose="020B0609020204030204" pitchFamily="49" charset="0"/>
              </a:rPr>
              <a:t> Scanner(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System</a:t>
            </a:r>
            <a:r>
              <a:rPr lang="en-IN" err="1">
                <a:latin typeface="Consolas" panose="020B0609020204030204" pitchFamily="49" charset="0"/>
              </a:rPr>
              <a:t>.in</a:t>
            </a:r>
            <a:r>
              <a:rPr lang="en-IN">
                <a:latin typeface="Consolas" panose="020B0609020204030204" pitchFamily="49" charset="0"/>
              </a:rPr>
              <a:t>);</a:t>
            </a:r>
          </a:p>
          <a:p>
            <a:endParaRPr lang="en-IN">
              <a:latin typeface="Consolas" panose="020B0609020204030204" pitchFamily="49" charset="0"/>
            </a:endParaRPr>
          </a:p>
          <a:p>
            <a:r>
              <a:rPr lang="en-IN">
                <a:latin typeface="Consolas" panose="020B0609020204030204" pitchFamily="49" charset="0"/>
              </a:rPr>
              <a:t>    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System</a:t>
            </a:r>
            <a:r>
              <a:rPr lang="en-IN" err="1">
                <a:latin typeface="Consolas" panose="020B0609020204030204" pitchFamily="49" charset="0"/>
              </a:rPr>
              <a:t>.out.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println</a:t>
            </a:r>
            <a:r>
              <a:rPr lang="en-IN">
                <a:latin typeface="Consolas" panose="020B0609020204030204" pitchFamily="49" charset="0"/>
              </a:rPr>
              <a:t>("</a:t>
            </a:r>
            <a:r>
              <a:rPr lang="en-IN">
                <a:solidFill>
                  <a:srgbClr val="00B050"/>
                </a:solidFill>
                <a:latin typeface="Consolas" panose="020B0609020204030204" pitchFamily="49" charset="0"/>
              </a:rPr>
              <a:t>Enter name, age and salary:</a:t>
            </a:r>
            <a:r>
              <a:rPr lang="en-IN">
                <a:latin typeface="Consolas" panose="020B0609020204030204" pitchFamily="49" charset="0"/>
              </a:rPr>
              <a:t>");</a:t>
            </a:r>
          </a:p>
          <a:p>
            <a:endParaRPr lang="en-IN">
              <a:latin typeface="Consolas" panose="020B0609020204030204" pitchFamily="49" charset="0"/>
            </a:endParaRPr>
          </a:p>
          <a:p>
            <a:r>
              <a:rPr lang="en-IN">
                <a:latin typeface="Consolas" panose="020B0609020204030204" pitchFamily="49" charset="0"/>
              </a:rPr>
              <a:t>    </a:t>
            </a:r>
            <a:r>
              <a:rPr lang="en-IN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String input</a:t>
            </a:r>
          </a:p>
          <a:p>
            <a:r>
              <a:rPr lang="en-IN">
                <a:latin typeface="Consolas" panose="020B0609020204030204" pitchFamily="49" charset="0"/>
              </a:rPr>
              <a:t>    </a:t>
            </a: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String</a:t>
            </a:r>
            <a:r>
              <a:rPr lang="en-IN">
                <a:latin typeface="Consolas" panose="020B0609020204030204" pitchFamily="49" charset="0"/>
              </a:rPr>
              <a:t> name = </a:t>
            </a:r>
            <a:r>
              <a:rPr lang="en-IN" err="1">
                <a:latin typeface="Consolas" panose="020B0609020204030204" pitchFamily="49" charset="0"/>
              </a:rPr>
              <a:t>myObj.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nextLine</a:t>
            </a: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n-IN">
                <a:latin typeface="Consolas" panose="020B0609020204030204" pitchFamily="49" charset="0"/>
              </a:rPr>
              <a:t>;</a:t>
            </a:r>
          </a:p>
          <a:p>
            <a:endParaRPr lang="en-IN">
              <a:latin typeface="Consolas" panose="020B0609020204030204" pitchFamily="49" charset="0"/>
            </a:endParaRPr>
          </a:p>
          <a:p>
            <a:r>
              <a:rPr lang="en-IN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// Numerical input</a:t>
            </a:r>
          </a:p>
          <a:p>
            <a:r>
              <a:rPr lang="en-IN">
                <a:latin typeface="Consolas" panose="020B0609020204030204" pitchFamily="49" charset="0"/>
              </a:rPr>
              <a:t>    </a:t>
            </a:r>
            <a:r>
              <a:rPr lang="en-IN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IN">
                <a:latin typeface="Consolas" panose="020B0609020204030204" pitchFamily="49" charset="0"/>
              </a:rPr>
              <a:t> age = </a:t>
            </a:r>
            <a:r>
              <a:rPr lang="en-IN" err="1">
                <a:latin typeface="Consolas" panose="020B0609020204030204" pitchFamily="49" charset="0"/>
              </a:rPr>
              <a:t>myObj.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nextInt</a:t>
            </a: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n-IN">
                <a:latin typeface="Consolas" panose="020B0609020204030204" pitchFamily="49" charset="0"/>
              </a:rPr>
              <a:t>;</a:t>
            </a:r>
          </a:p>
          <a:p>
            <a:r>
              <a:rPr lang="en-IN">
                <a:latin typeface="Consolas" panose="020B0609020204030204" pitchFamily="49" charset="0"/>
              </a:rPr>
              <a:t>    </a:t>
            </a:r>
            <a:r>
              <a:rPr lang="en-IN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en-IN">
                <a:latin typeface="Consolas" panose="020B0609020204030204" pitchFamily="49" charset="0"/>
              </a:rPr>
              <a:t> salary = </a:t>
            </a:r>
            <a:r>
              <a:rPr lang="en-IN" err="1">
                <a:latin typeface="Consolas" panose="020B0609020204030204" pitchFamily="49" charset="0"/>
              </a:rPr>
              <a:t>myObj.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nextDouble</a:t>
            </a: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n-IN">
                <a:latin typeface="Consolas" panose="020B0609020204030204" pitchFamily="49" charset="0"/>
              </a:rPr>
              <a:t>;</a:t>
            </a:r>
          </a:p>
          <a:p>
            <a:r>
              <a:rPr lang="en-IN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// Output input by user</a:t>
            </a:r>
          </a:p>
          <a:p>
            <a:r>
              <a:rPr lang="en-IN">
                <a:latin typeface="Consolas" panose="020B0609020204030204" pitchFamily="49" charset="0"/>
              </a:rPr>
              <a:t>    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System</a:t>
            </a:r>
            <a:r>
              <a:rPr lang="en-IN" err="1">
                <a:latin typeface="Consolas" panose="020B0609020204030204" pitchFamily="49" charset="0"/>
              </a:rPr>
              <a:t>.out.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println</a:t>
            </a:r>
            <a:r>
              <a:rPr lang="en-IN">
                <a:latin typeface="Consolas" panose="020B0609020204030204" pitchFamily="49" charset="0"/>
              </a:rPr>
              <a:t>("</a:t>
            </a:r>
            <a:r>
              <a:rPr lang="en-IN">
                <a:solidFill>
                  <a:srgbClr val="00B050"/>
                </a:solidFill>
                <a:latin typeface="Consolas" panose="020B0609020204030204" pitchFamily="49" charset="0"/>
              </a:rPr>
              <a:t>Name:</a:t>
            </a:r>
            <a:r>
              <a:rPr lang="en-IN">
                <a:latin typeface="Consolas" panose="020B0609020204030204" pitchFamily="49" charset="0"/>
              </a:rPr>
              <a:t> " + name);</a:t>
            </a:r>
          </a:p>
          <a:p>
            <a:r>
              <a:rPr lang="en-IN">
                <a:latin typeface="Consolas" panose="020B0609020204030204" pitchFamily="49" charset="0"/>
              </a:rPr>
              <a:t>    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System</a:t>
            </a:r>
            <a:r>
              <a:rPr lang="en-IN" err="1">
                <a:latin typeface="Consolas" panose="020B0609020204030204" pitchFamily="49" charset="0"/>
              </a:rPr>
              <a:t>.out.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println</a:t>
            </a:r>
            <a:r>
              <a:rPr lang="en-IN">
                <a:latin typeface="Consolas" panose="020B0609020204030204" pitchFamily="49" charset="0"/>
              </a:rPr>
              <a:t>("</a:t>
            </a:r>
            <a:r>
              <a:rPr lang="en-IN">
                <a:solidFill>
                  <a:srgbClr val="00B050"/>
                </a:solidFill>
                <a:latin typeface="Consolas" panose="020B0609020204030204" pitchFamily="49" charset="0"/>
              </a:rPr>
              <a:t>Age: </a:t>
            </a:r>
            <a:r>
              <a:rPr lang="en-IN">
                <a:latin typeface="Consolas" panose="020B0609020204030204" pitchFamily="49" charset="0"/>
              </a:rPr>
              <a:t>" + age);</a:t>
            </a:r>
          </a:p>
          <a:p>
            <a:r>
              <a:rPr lang="en-IN">
                <a:latin typeface="Consolas" panose="020B0609020204030204" pitchFamily="49" charset="0"/>
              </a:rPr>
              <a:t>    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System</a:t>
            </a:r>
            <a:r>
              <a:rPr lang="en-IN" err="1">
                <a:latin typeface="Consolas" panose="020B0609020204030204" pitchFamily="49" charset="0"/>
              </a:rPr>
              <a:t>.out.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println</a:t>
            </a:r>
            <a:r>
              <a:rPr lang="en-IN">
                <a:latin typeface="Consolas" panose="020B0609020204030204" pitchFamily="49" charset="0"/>
              </a:rPr>
              <a:t>("</a:t>
            </a:r>
            <a:r>
              <a:rPr lang="en-IN">
                <a:solidFill>
                  <a:srgbClr val="00B050"/>
                </a:solidFill>
                <a:latin typeface="Consolas" panose="020B0609020204030204" pitchFamily="49" charset="0"/>
              </a:rPr>
              <a:t>Salary:</a:t>
            </a:r>
            <a:r>
              <a:rPr lang="en-IN">
                <a:latin typeface="Consolas" panose="020B0609020204030204" pitchFamily="49" charset="0"/>
              </a:rPr>
              <a:t> " + salary);</a:t>
            </a:r>
          </a:p>
          <a:p>
            <a:r>
              <a:rPr lang="en-IN">
                <a:latin typeface="Consolas" panose="020B0609020204030204" pitchFamily="49" charset="0"/>
              </a:rPr>
              <a:t>  }</a:t>
            </a:r>
          </a:p>
          <a:p>
            <a:r>
              <a:rPr lang="en-IN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70B03F-186C-4CA8-A502-852C34573929}"/>
              </a:ext>
            </a:extLst>
          </p:cNvPr>
          <p:cNvSpPr/>
          <p:nvPr/>
        </p:nvSpPr>
        <p:spPr>
          <a:xfrm>
            <a:off x="6651523" y="1826394"/>
            <a:ext cx="5375786" cy="17996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>
                <a:solidFill>
                  <a:schemeClr val="bg1"/>
                </a:solidFill>
                <a:latin typeface="Consolas" panose="020B0609020204030204" pitchFamily="49" charset="0"/>
              </a:rPr>
              <a:t>Enter name, age and salary:</a:t>
            </a:r>
          </a:p>
          <a:p>
            <a:r>
              <a:rPr lang="en-IN">
                <a:solidFill>
                  <a:schemeClr val="bg1"/>
                </a:solidFill>
                <a:latin typeface="Consolas" panose="020B0609020204030204" pitchFamily="49" charset="0"/>
              </a:rPr>
              <a:t>Mary</a:t>
            </a:r>
          </a:p>
          <a:p>
            <a:r>
              <a:rPr lang="en-IN">
                <a:solidFill>
                  <a:schemeClr val="bg1"/>
                </a:solidFill>
                <a:latin typeface="Consolas" panose="020B0609020204030204" pitchFamily="49" charset="0"/>
              </a:rPr>
              <a:t>21</a:t>
            </a:r>
          </a:p>
          <a:p>
            <a:r>
              <a:rPr lang="en-IN">
                <a:solidFill>
                  <a:schemeClr val="bg1"/>
                </a:solidFill>
                <a:latin typeface="Consolas" panose="020B0609020204030204" pitchFamily="49" charset="0"/>
              </a:rPr>
              <a:t>30000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7AB1CC-6FF7-4B8E-8647-74C0CE00D7AF}"/>
              </a:ext>
            </a:extLst>
          </p:cNvPr>
          <p:cNvSpPr txBox="1"/>
          <p:nvPr/>
        </p:nvSpPr>
        <p:spPr>
          <a:xfrm>
            <a:off x="7396317" y="282987"/>
            <a:ext cx="44908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solidFill>
                  <a:srgbClr val="C00000"/>
                </a:solidFill>
                <a:latin typeface="Gill Sans MT" panose="020B0502020104020203" pitchFamily="34" charset="0"/>
              </a:rPr>
              <a:t>In your window, try getting user inputs: integer, Boolean, float, character.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3D4BA9-ABB7-4FF9-B05C-E90D4EF742DA}"/>
              </a:ext>
            </a:extLst>
          </p:cNvPr>
          <p:cNvSpPr/>
          <p:nvPr/>
        </p:nvSpPr>
        <p:spPr>
          <a:xfrm>
            <a:off x="6651523" y="3529479"/>
            <a:ext cx="5375786" cy="13558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>
                <a:solidFill>
                  <a:schemeClr val="bg1"/>
                </a:solidFill>
                <a:latin typeface="Consolas" panose="020B0609020204030204" pitchFamily="49" charset="0"/>
              </a:rPr>
              <a:t>Name: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Mary</a:t>
            </a:r>
          </a:p>
          <a:p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Age: 21</a:t>
            </a:r>
          </a:p>
          <a:p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Salary: 30000</a:t>
            </a:r>
            <a:endParaRPr lang="en-IN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DB1FD9-D7A3-45DF-A372-C82A3AB81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704" y="182516"/>
            <a:ext cx="4721942" cy="447040"/>
          </a:xfrm>
        </p:spPr>
        <p:txBody>
          <a:bodyPr>
            <a:normAutofit fontScale="90000"/>
          </a:bodyPr>
          <a:lstStyle/>
          <a:p>
            <a:r>
              <a:rPr lang="en-IN" b="1">
                <a:latin typeface="Arial Rounded MT Bold" panose="020F0704030504030204" pitchFamily="34" charset="0"/>
              </a:rPr>
              <a:t>Program - 1</a:t>
            </a:r>
          </a:p>
        </p:txBody>
      </p:sp>
    </p:spTree>
    <p:extLst>
      <p:ext uri="{BB962C8B-B14F-4D97-AF65-F5344CB8AC3E}">
        <p14:creationId xmlns:p14="http://schemas.microsoft.com/office/powerpoint/2010/main" val="285977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utoUpdateAnimBg="0"/>
      <p:bldP spid="8" grpId="0" animBg="1"/>
      <p:bldP spid="9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CD48F-5A80-4517-8C32-371AB211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30" y="-18708"/>
            <a:ext cx="10515600" cy="1325563"/>
          </a:xfrm>
        </p:spPr>
        <p:txBody>
          <a:bodyPr/>
          <a:lstStyle/>
          <a:p>
            <a:r>
              <a:rPr lang="en-IN" b="1">
                <a:latin typeface="Arial Rounded MT Bold" panose="020F0704030504030204" pitchFamily="34" charset="0"/>
              </a:rPr>
              <a:t>Control Statements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373746-2186-45FB-84C0-43BD23B92E23}"/>
              </a:ext>
            </a:extLst>
          </p:cNvPr>
          <p:cNvSpPr/>
          <p:nvPr/>
        </p:nvSpPr>
        <p:spPr>
          <a:xfrm>
            <a:off x="5174226" y="648929"/>
            <a:ext cx="1870588" cy="1030792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Gill Sans MT" panose="020B0502020104020203" pitchFamily="34" charset="0"/>
              </a:rPr>
              <a:t>Control Statements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633FEBD-74E0-4D98-8BD3-4E2CD55E219F}"/>
              </a:ext>
            </a:extLst>
          </p:cNvPr>
          <p:cNvSpPr/>
          <p:nvPr/>
        </p:nvSpPr>
        <p:spPr>
          <a:xfrm>
            <a:off x="1155292" y="2395368"/>
            <a:ext cx="1794386" cy="68704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Gill Sans MT" panose="020B0502020104020203" pitchFamily="34" charset="0"/>
              </a:rPr>
              <a:t>Selection Statements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4E0A271-8805-46E1-AEA7-A90C357F9D23}"/>
              </a:ext>
            </a:extLst>
          </p:cNvPr>
          <p:cNvSpPr/>
          <p:nvPr/>
        </p:nvSpPr>
        <p:spPr>
          <a:xfrm>
            <a:off x="5078363" y="2348631"/>
            <a:ext cx="1870588" cy="73378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Gill Sans MT" panose="020B0502020104020203" pitchFamily="34" charset="0"/>
              </a:rPr>
              <a:t>Iteration Statements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53BA4CD-077C-4BF6-86B7-1E1918CC5D94}"/>
              </a:ext>
            </a:extLst>
          </p:cNvPr>
          <p:cNvSpPr/>
          <p:nvPr/>
        </p:nvSpPr>
        <p:spPr>
          <a:xfrm>
            <a:off x="9077636" y="2348631"/>
            <a:ext cx="1597742" cy="73378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Gill Sans MT" panose="020B0502020104020203" pitchFamily="34" charset="0"/>
              </a:rPr>
              <a:t>Jump Statements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80693B-E990-47D9-B0DD-F8872AFFA7E0}"/>
              </a:ext>
            </a:extLst>
          </p:cNvPr>
          <p:cNvSpPr/>
          <p:nvPr/>
        </p:nvSpPr>
        <p:spPr>
          <a:xfrm>
            <a:off x="285134" y="3955004"/>
            <a:ext cx="1204453" cy="48669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Gill Sans MT" panose="020B0502020104020203" pitchFamily="34" charset="0"/>
              </a:rPr>
              <a:t>If…Else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FD2716-7646-4B80-9175-6D41FE32924C}"/>
              </a:ext>
            </a:extLst>
          </p:cNvPr>
          <p:cNvSpPr/>
          <p:nvPr/>
        </p:nvSpPr>
        <p:spPr>
          <a:xfrm>
            <a:off x="2052485" y="3955003"/>
            <a:ext cx="1509252" cy="48669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Gill Sans MT" panose="020B0502020104020203" pitchFamily="34" charset="0"/>
              </a:rPr>
              <a:t>Switch…Case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9428DF-8519-416E-ACF1-A3A52A6EB07B}"/>
              </a:ext>
            </a:extLst>
          </p:cNvPr>
          <p:cNvSpPr/>
          <p:nvPr/>
        </p:nvSpPr>
        <p:spPr>
          <a:xfrm>
            <a:off x="3812459" y="5297126"/>
            <a:ext cx="1204453" cy="486697"/>
          </a:xfrm>
          <a:prstGeom prst="rect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Gill Sans MT" panose="020B0502020104020203" pitchFamily="34" charset="0"/>
              </a:rPr>
              <a:t>While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E27EF7-6E28-4AA6-A657-D39693DB47BD}"/>
              </a:ext>
            </a:extLst>
          </p:cNvPr>
          <p:cNvSpPr/>
          <p:nvPr/>
        </p:nvSpPr>
        <p:spPr>
          <a:xfrm>
            <a:off x="5411430" y="5297126"/>
            <a:ext cx="1324273" cy="486697"/>
          </a:xfrm>
          <a:prstGeom prst="rect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Gill Sans MT" panose="020B0502020104020203" pitchFamily="34" charset="0"/>
              </a:rPr>
              <a:t>Do…While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B100AF-6E72-4631-B7BC-7AF6788BDCAD}"/>
              </a:ext>
            </a:extLst>
          </p:cNvPr>
          <p:cNvSpPr/>
          <p:nvPr/>
        </p:nvSpPr>
        <p:spPr>
          <a:xfrm>
            <a:off x="7175090" y="5302041"/>
            <a:ext cx="1204453" cy="486697"/>
          </a:xfrm>
          <a:prstGeom prst="rect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Gill Sans MT" panose="020B0502020104020203" pitchFamily="34" charset="0"/>
              </a:rPr>
              <a:t>For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368909-C2E1-4767-A3A2-0925592FB96F}"/>
              </a:ext>
            </a:extLst>
          </p:cNvPr>
          <p:cNvSpPr/>
          <p:nvPr/>
        </p:nvSpPr>
        <p:spPr>
          <a:xfrm>
            <a:off x="8583562" y="3955003"/>
            <a:ext cx="1204453" cy="486697"/>
          </a:xfrm>
          <a:prstGeom prst="rect">
            <a:avLst/>
          </a:prstGeom>
          <a:solidFill>
            <a:srgbClr val="F935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Gill Sans MT" panose="020B0502020104020203" pitchFamily="34" charset="0"/>
              </a:rPr>
              <a:t>Break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83D978-4342-495C-9868-AF9F6699110D}"/>
              </a:ext>
            </a:extLst>
          </p:cNvPr>
          <p:cNvSpPr/>
          <p:nvPr/>
        </p:nvSpPr>
        <p:spPr>
          <a:xfrm>
            <a:off x="10564763" y="3955003"/>
            <a:ext cx="1204453" cy="486697"/>
          </a:xfrm>
          <a:prstGeom prst="rect">
            <a:avLst/>
          </a:prstGeom>
          <a:solidFill>
            <a:srgbClr val="F935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  <a:latin typeface="Gill Sans MT" panose="020B0502020104020203" pitchFamily="34" charset="0"/>
              </a:rPr>
              <a:t>Continue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B80A86-0159-4B7B-815F-415C9CEBC6D8}"/>
              </a:ext>
            </a:extLst>
          </p:cNvPr>
          <p:cNvCxnSpPr>
            <a:cxnSpLocks/>
          </p:cNvCxnSpPr>
          <p:nvPr/>
        </p:nvCxnSpPr>
        <p:spPr>
          <a:xfrm>
            <a:off x="6094772" y="1679721"/>
            <a:ext cx="0" cy="191729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83AD8E6-A3E6-458D-90EE-3E12BC9AF113}"/>
              </a:ext>
            </a:extLst>
          </p:cNvPr>
          <p:cNvCxnSpPr>
            <a:cxnSpLocks/>
          </p:cNvCxnSpPr>
          <p:nvPr/>
        </p:nvCxnSpPr>
        <p:spPr>
          <a:xfrm>
            <a:off x="2052485" y="1871450"/>
            <a:ext cx="7824022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5EE720-3AE6-4230-98C7-8F77CC0AECA5}"/>
              </a:ext>
            </a:extLst>
          </p:cNvPr>
          <p:cNvCxnSpPr>
            <a:endCxn id="11" idx="0"/>
          </p:cNvCxnSpPr>
          <p:nvPr/>
        </p:nvCxnSpPr>
        <p:spPr>
          <a:xfrm>
            <a:off x="2052485" y="1871450"/>
            <a:ext cx="0" cy="523918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E933B57-E992-448B-8AFD-AE154107405E}"/>
              </a:ext>
            </a:extLst>
          </p:cNvPr>
          <p:cNvCxnSpPr/>
          <p:nvPr/>
        </p:nvCxnSpPr>
        <p:spPr>
          <a:xfrm>
            <a:off x="6092315" y="1824713"/>
            <a:ext cx="0" cy="523918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8110D1E-C5F6-4372-A4E6-11AAA605E17F}"/>
              </a:ext>
            </a:extLst>
          </p:cNvPr>
          <p:cNvCxnSpPr>
            <a:cxnSpLocks/>
          </p:cNvCxnSpPr>
          <p:nvPr/>
        </p:nvCxnSpPr>
        <p:spPr>
          <a:xfrm>
            <a:off x="9876507" y="1871450"/>
            <a:ext cx="0" cy="501571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F9C6E5-E688-49C0-87F7-DB8CB843FD75}"/>
              </a:ext>
            </a:extLst>
          </p:cNvPr>
          <p:cNvCxnSpPr>
            <a:stCxn id="11" idx="2"/>
          </p:cNvCxnSpPr>
          <p:nvPr/>
        </p:nvCxnSpPr>
        <p:spPr>
          <a:xfrm>
            <a:off x="2052485" y="3082414"/>
            <a:ext cx="0" cy="346586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8386D2E-3E54-4334-9408-6B7D7078F8FE}"/>
              </a:ext>
            </a:extLst>
          </p:cNvPr>
          <p:cNvCxnSpPr/>
          <p:nvPr/>
        </p:nvCxnSpPr>
        <p:spPr>
          <a:xfrm>
            <a:off x="887360" y="3429000"/>
            <a:ext cx="1919751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D0247D3-5098-4BFC-B16A-52F2EA1A6E22}"/>
              </a:ext>
            </a:extLst>
          </p:cNvPr>
          <p:cNvCxnSpPr>
            <a:endCxn id="12" idx="0"/>
          </p:cNvCxnSpPr>
          <p:nvPr/>
        </p:nvCxnSpPr>
        <p:spPr>
          <a:xfrm>
            <a:off x="887360" y="3429000"/>
            <a:ext cx="1" cy="526004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B7F3675-BD83-45AE-9C2D-59FD3786FFB2}"/>
              </a:ext>
            </a:extLst>
          </p:cNvPr>
          <p:cNvCxnSpPr/>
          <p:nvPr/>
        </p:nvCxnSpPr>
        <p:spPr>
          <a:xfrm>
            <a:off x="2807110" y="3428999"/>
            <a:ext cx="1" cy="526004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0661750-853B-4955-AED7-F7188979F25A}"/>
              </a:ext>
            </a:extLst>
          </p:cNvPr>
          <p:cNvCxnSpPr/>
          <p:nvPr/>
        </p:nvCxnSpPr>
        <p:spPr>
          <a:xfrm>
            <a:off x="9788015" y="3082413"/>
            <a:ext cx="0" cy="346586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94FBB7-9F48-4003-8CCD-601E62DCAF87}"/>
              </a:ext>
            </a:extLst>
          </p:cNvPr>
          <p:cNvCxnSpPr/>
          <p:nvPr/>
        </p:nvCxnSpPr>
        <p:spPr>
          <a:xfrm>
            <a:off x="9077636" y="3428999"/>
            <a:ext cx="1919751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390A5C4-5AC6-4C43-8832-95BC41BDBC8B}"/>
              </a:ext>
            </a:extLst>
          </p:cNvPr>
          <p:cNvCxnSpPr/>
          <p:nvPr/>
        </p:nvCxnSpPr>
        <p:spPr>
          <a:xfrm>
            <a:off x="9077636" y="3428999"/>
            <a:ext cx="1" cy="526004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771AF3B-4857-47BC-9FDF-8545B73C8797}"/>
              </a:ext>
            </a:extLst>
          </p:cNvPr>
          <p:cNvCxnSpPr/>
          <p:nvPr/>
        </p:nvCxnSpPr>
        <p:spPr>
          <a:xfrm>
            <a:off x="10997386" y="3428998"/>
            <a:ext cx="1" cy="526004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E3C09A1-1266-47A9-9C42-583F4E089ED7}"/>
              </a:ext>
            </a:extLst>
          </p:cNvPr>
          <p:cNvCxnSpPr>
            <a:cxnSpLocks/>
          </p:cNvCxnSpPr>
          <p:nvPr/>
        </p:nvCxnSpPr>
        <p:spPr>
          <a:xfrm>
            <a:off x="6058522" y="3082415"/>
            <a:ext cx="0" cy="1768573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54E3C8F-4B8A-4BA9-9BED-9B5E573F608E}"/>
              </a:ext>
            </a:extLst>
          </p:cNvPr>
          <p:cNvCxnSpPr>
            <a:cxnSpLocks/>
          </p:cNvCxnSpPr>
          <p:nvPr/>
        </p:nvCxnSpPr>
        <p:spPr>
          <a:xfrm>
            <a:off x="4414685" y="4837471"/>
            <a:ext cx="3362631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DB39871-B264-45BA-8376-105495B8833F}"/>
              </a:ext>
            </a:extLst>
          </p:cNvPr>
          <p:cNvCxnSpPr/>
          <p:nvPr/>
        </p:nvCxnSpPr>
        <p:spPr>
          <a:xfrm>
            <a:off x="4414685" y="4837471"/>
            <a:ext cx="0" cy="459655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DCEDD9F-083F-41BB-8E1E-3BD6A5B3E591}"/>
              </a:ext>
            </a:extLst>
          </p:cNvPr>
          <p:cNvCxnSpPr/>
          <p:nvPr/>
        </p:nvCxnSpPr>
        <p:spPr>
          <a:xfrm>
            <a:off x="6058522" y="4850988"/>
            <a:ext cx="0" cy="459655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A99F88E-8724-4B02-A27F-2B8892E1ECF8}"/>
              </a:ext>
            </a:extLst>
          </p:cNvPr>
          <p:cNvCxnSpPr/>
          <p:nvPr/>
        </p:nvCxnSpPr>
        <p:spPr>
          <a:xfrm>
            <a:off x="7777316" y="4841156"/>
            <a:ext cx="0" cy="459655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971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B46EBB7-E801-6011-059B-F748CA2752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3602272"/>
              </p:ext>
            </p:extLst>
          </p:nvPr>
        </p:nvGraphicFramePr>
        <p:xfrm>
          <a:off x="1015181" y="864803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039616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1153262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735553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When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935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if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 one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335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if–else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True or 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Two choices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399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else if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conditions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Many choices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639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switch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fixed options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Menu-based programs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34860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A6800-B7AC-730D-BD84-11772A0C2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B090AD-578C-57FB-03CB-74EA7F386FFD}"/>
              </a:ext>
            </a:extLst>
          </p:cNvPr>
          <p:cNvSpPr txBox="1"/>
          <p:nvPr/>
        </p:nvSpPr>
        <p:spPr>
          <a:xfrm>
            <a:off x="894736" y="3659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1️⃣ Decision (Selection) Statements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99BF26-B15E-2444-ABC6-4DC8A6E3F587}"/>
              </a:ext>
            </a:extLst>
          </p:cNvPr>
          <p:cNvSpPr txBox="1"/>
          <p:nvPr/>
        </p:nvSpPr>
        <p:spPr>
          <a:xfrm>
            <a:off x="1015181" y="2823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2️⃣ Looping (Iteration) Statements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197E02C-DE3A-B79E-79F9-2AADFD0921F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218081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902615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58371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Used When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366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Loop with fixed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Known number of times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585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while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Loop with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Condition-based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771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do–while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Runs at least once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Must execute once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0359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BF85808-5786-AB70-86FA-07314850AFF8}"/>
              </a:ext>
            </a:extLst>
          </p:cNvPr>
          <p:cNvSpPr txBox="1"/>
          <p:nvPr/>
        </p:nvSpPr>
        <p:spPr>
          <a:xfrm>
            <a:off x="894736" y="48587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3️⃣ Jump (Branching) Statements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3EF8B9F-B3F1-B457-03F8-E49178165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97935"/>
              </p:ext>
            </p:extLst>
          </p:nvPr>
        </p:nvGraphicFramePr>
        <p:xfrm>
          <a:off x="894736" y="5228105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1224303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154294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109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break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Stop loop or switch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045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continue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Skip current iteration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869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return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Exit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39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231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E5BA48-7ADF-426E-9A7F-977BC0F8E4AC}"/>
              </a:ext>
            </a:extLst>
          </p:cNvPr>
          <p:cNvSpPr/>
          <p:nvPr/>
        </p:nvSpPr>
        <p:spPr>
          <a:xfrm>
            <a:off x="5928850" y="1356852"/>
            <a:ext cx="4645744" cy="550114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30C7A5-54C8-48F0-9D98-8611C00B2735}"/>
              </a:ext>
            </a:extLst>
          </p:cNvPr>
          <p:cNvSpPr/>
          <p:nvPr/>
        </p:nvSpPr>
        <p:spPr>
          <a:xfrm>
            <a:off x="353961" y="1519084"/>
            <a:ext cx="4483510" cy="3141406"/>
          </a:xfrm>
          <a:prstGeom prst="roundRect">
            <a:avLst/>
          </a:prstGeom>
          <a:solidFill>
            <a:srgbClr val="FF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BDCEC0-79C5-48D9-A072-314C1BE69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latin typeface="Arial Rounded MT Bold" panose="020F0704030504030204" pitchFamily="34" charset="0"/>
              </a:rPr>
              <a:t>Selection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4E935-AB83-4C76-AE15-A807BD9AD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74806" cy="24219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>
                <a:solidFill>
                  <a:srgbClr val="00B050"/>
                </a:solidFill>
                <a:latin typeface="Gill Sans MT" panose="020B0502020104020203" pitchFamily="34" charset="0"/>
              </a:rPr>
              <a:t>IF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if(condition) 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{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</a:t>
            </a:r>
            <a:r>
              <a:rPr lang="en-US" sz="2400">
                <a:solidFill>
                  <a:srgbClr val="0070C0"/>
                </a:solidFill>
                <a:latin typeface="Gill Sans MT" panose="020B0502020104020203" pitchFamily="34" charset="0"/>
              </a:rPr>
              <a:t>// Statements to execute if</a:t>
            </a:r>
          </a:p>
          <a:p>
            <a:pPr marL="0" indent="0">
              <a:buNone/>
            </a:pPr>
            <a:r>
              <a:rPr lang="en-US" sz="2400">
                <a:solidFill>
                  <a:srgbClr val="0070C0"/>
                </a:solidFill>
                <a:latin typeface="Gill Sans MT" panose="020B0502020104020203" pitchFamily="34" charset="0"/>
              </a:rPr>
              <a:t>   // condition is true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}</a:t>
            </a:r>
            <a:endParaRPr lang="en-IN" sz="2400">
              <a:latin typeface="Gill Sans MT" panose="020B05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3D7BA-491E-49E2-B627-33ECE561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0BF3BB4-CBAF-47EE-A721-61C54698ECE8}"/>
              </a:ext>
            </a:extLst>
          </p:cNvPr>
          <p:cNvSpPr txBox="1">
            <a:spLocks/>
          </p:cNvSpPr>
          <p:nvPr/>
        </p:nvSpPr>
        <p:spPr>
          <a:xfrm>
            <a:off x="6258231" y="1657556"/>
            <a:ext cx="4154129" cy="46786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>
                <a:solidFill>
                  <a:srgbClr val="00B050"/>
                </a:solidFill>
                <a:latin typeface="Gill Sans MT" panose="020B05020201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IF-ELSE</a:t>
            </a:r>
            <a:endParaRPr lang="en-IN" sz="3200" b="1">
              <a:solidFill>
                <a:srgbClr val="00B050"/>
              </a:solidFill>
              <a:latin typeface="Gill Sans MT" panose="020B0502020104020203" pitchFamily="34" charset="0"/>
            </a:endParaRP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if (condition)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{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 </a:t>
            </a:r>
            <a:r>
              <a:rPr lang="en-US" sz="2400">
                <a:solidFill>
                  <a:srgbClr val="0070C0"/>
                </a:solidFill>
                <a:latin typeface="Gill Sans MT" panose="020B0502020104020203" pitchFamily="34" charset="0"/>
              </a:rPr>
              <a:t>// Executes this block if</a:t>
            </a:r>
          </a:p>
          <a:p>
            <a:pPr marL="0" indent="0">
              <a:buNone/>
            </a:pPr>
            <a:r>
              <a:rPr lang="en-US" sz="2400">
                <a:solidFill>
                  <a:srgbClr val="0070C0"/>
                </a:solidFill>
                <a:latin typeface="Gill Sans MT" panose="020B0502020104020203" pitchFamily="34" charset="0"/>
              </a:rPr>
              <a:t>    // condition is true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}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else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{</a:t>
            </a:r>
          </a:p>
          <a:p>
            <a:pPr marL="0" indent="0">
              <a:buNone/>
            </a:pPr>
            <a:r>
              <a:rPr lang="en-US" sz="2400">
                <a:solidFill>
                  <a:srgbClr val="0070C0"/>
                </a:solidFill>
                <a:latin typeface="Gill Sans MT" panose="020B0502020104020203" pitchFamily="34" charset="0"/>
              </a:rPr>
              <a:t>    // Executes this block if</a:t>
            </a:r>
          </a:p>
          <a:p>
            <a:pPr marL="0" indent="0">
              <a:buNone/>
            </a:pPr>
            <a:r>
              <a:rPr lang="en-US" sz="2400">
                <a:solidFill>
                  <a:srgbClr val="0070C0"/>
                </a:solidFill>
                <a:latin typeface="Gill Sans MT" panose="020B0502020104020203" pitchFamily="34" charset="0"/>
              </a:rPr>
              <a:t>    // condition is false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}</a:t>
            </a:r>
            <a:endParaRPr lang="en-IN" sz="240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437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B7D56F-D27B-4CA7-BBDD-C5CEF41AB243}"/>
              </a:ext>
            </a:extLst>
          </p:cNvPr>
          <p:cNvSpPr/>
          <p:nvPr/>
        </p:nvSpPr>
        <p:spPr>
          <a:xfrm>
            <a:off x="5980470" y="1428955"/>
            <a:ext cx="5095569" cy="5292519"/>
          </a:xfrm>
          <a:prstGeom prst="roundRect">
            <a:avLst/>
          </a:prstGeom>
          <a:solidFill>
            <a:srgbClr val="FF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7B24F2-E011-4FDC-B943-3D1192ECE666}"/>
              </a:ext>
            </a:extLst>
          </p:cNvPr>
          <p:cNvSpPr/>
          <p:nvPr/>
        </p:nvSpPr>
        <p:spPr>
          <a:xfrm>
            <a:off x="324465" y="1460090"/>
            <a:ext cx="4955458" cy="526138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BDCEC0-79C5-48D9-A072-314C1BE69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latin typeface="Arial Rounded MT Bold" panose="020F0704030504030204" pitchFamily="34" charset="0"/>
              </a:rPr>
              <a:t>Selection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4E935-AB83-4C76-AE15-A807BD9AD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2" y="1611570"/>
            <a:ext cx="4478592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>
                <a:solidFill>
                  <a:srgbClr val="00B050"/>
                </a:solidFill>
                <a:latin typeface="Gill Sans MT" panose="020B0502020104020203" pitchFamily="34" charset="0"/>
              </a:rPr>
              <a:t>NESTED-IF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if (condition1) 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{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// Executes when condition1 is true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if (condition2) 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{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   // Executes when condition2 is true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}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}</a:t>
            </a:r>
            <a:endParaRPr lang="en-IN" sz="2400">
              <a:latin typeface="Gill Sans MT" panose="020B05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3D7BA-491E-49E2-B627-33ECE561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0BF3BB4-CBAF-47EE-A721-61C54698ECE8}"/>
              </a:ext>
            </a:extLst>
          </p:cNvPr>
          <p:cNvSpPr txBox="1">
            <a:spLocks/>
          </p:cNvSpPr>
          <p:nvPr/>
        </p:nvSpPr>
        <p:spPr>
          <a:xfrm>
            <a:off x="6258231" y="1657556"/>
            <a:ext cx="4817808" cy="4958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>
                <a:solidFill>
                  <a:srgbClr val="00B050"/>
                </a:solidFill>
                <a:latin typeface="Gill Sans MT" panose="020B0502020104020203" pitchFamily="34" charset="0"/>
              </a:rPr>
              <a:t>IF-ELSE-IF LADDER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if (condition)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 statement;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else if (condition)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 statement;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else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 statement;</a:t>
            </a:r>
            <a:endParaRPr lang="en-IN" sz="240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022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5B6474-1B62-4CCF-A568-964EEB534871}"/>
              </a:ext>
            </a:extLst>
          </p:cNvPr>
          <p:cNvSpPr/>
          <p:nvPr/>
        </p:nvSpPr>
        <p:spPr>
          <a:xfrm>
            <a:off x="838200" y="1047135"/>
            <a:ext cx="4692445" cy="5674340"/>
          </a:xfrm>
          <a:prstGeom prst="roundRect">
            <a:avLst/>
          </a:prstGeom>
          <a:solidFill>
            <a:srgbClr val="FF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BDCEC0-79C5-48D9-A072-314C1BE6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IN" b="1">
                <a:latin typeface="Arial Rounded MT Bold" panose="020F0704030504030204" pitchFamily="34" charset="0"/>
              </a:rPr>
              <a:t>Selection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4E935-AB83-4C76-AE15-A807BD9AD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417" y="1323974"/>
            <a:ext cx="4146757" cy="5534026"/>
          </a:xfrm>
          <a:ln>
            <a:noFill/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>
                <a:solidFill>
                  <a:srgbClr val="00B050"/>
                </a:solidFill>
                <a:latin typeface="Gill Sans MT" panose="020B0502020104020203" pitchFamily="34" charset="0"/>
              </a:rPr>
              <a:t>SWITCH-CASE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switch (</a:t>
            </a:r>
            <a:r>
              <a:rPr lang="en-US" sz="2400" err="1">
                <a:latin typeface="Gill Sans MT" panose="020B0502020104020203" pitchFamily="34" charset="0"/>
              </a:rPr>
              <a:t>int|char</a:t>
            </a:r>
            <a:r>
              <a:rPr lang="en-US" sz="2400">
                <a:latin typeface="Gill Sans MT" panose="020B0502020104020203" pitchFamily="34" charset="0"/>
              </a:rPr>
              <a:t>)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{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case value1: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	 statement1;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	 break;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.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.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case </a:t>
            </a:r>
            <a:r>
              <a:rPr lang="en-US" sz="2400" err="1">
                <a:latin typeface="Gill Sans MT" panose="020B0502020104020203" pitchFamily="34" charset="0"/>
              </a:rPr>
              <a:t>valueN</a:t>
            </a:r>
            <a:r>
              <a:rPr lang="en-US" sz="2400">
                <a:latin typeface="Gill Sans MT" panose="020B0502020104020203" pitchFamily="34" charset="0"/>
              </a:rPr>
              <a:t>: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 	</a:t>
            </a:r>
            <a:r>
              <a:rPr lang="en-US" sz="2400" err="1">
                <a:latin typeface="Gill Sans MT" panose="020B0502020104020203" pitchFamily="34" charset="0"/>
              </a:rPr>
              <a:t>statementN</a:t>
            </a:r>
            <a:r>
              <a:rPr lang="en-US" sz="2400">
                <a:latin typeface="Gill Sans MT" panose="020B0502020104020203" pitchFamily="34" charset="0"/>
              </a:rPr>
              <a:t>;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 	break;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default: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    	</a:t>
            </a:r>
            <a:r>
              <a:rPr lang="en-US" sz="2400" err="1">
                <a:latin typeface="Gill Sans MT" panose="020B0502020104020203" pitchFamily="34" charset="0"/>
              </a:rPr>
              <a:t>statementDefault</a:t>
            </a:r>
            <a:r>
              <a:rPr lang="en-US" sz="2400">
                <a:latin typeface="Gill Sans MT" panose="020B0502020104020203" pitchFamily="34" charset="0"/>
              </a:rPr>
              <a:t>;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3D7BA-491E-49E2-B627-33ECE561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834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D50BA-08F4-4B1C-A6FD-49DF09E9D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latin typeface="Arial Rounded MT Bold" panose="020F0704030504030204" pitchFamily="34" charset="0"/>
              </a:rPr>
              <a:t>Program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3D04A-2F41-41BC-91CB-C7811616A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879BE-5EA7-4E4E-B88D-C2E9F379B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B9B673-ACCD-40D7-A080-BA83A131CB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38" t="12856" r="5604" b="16305"/>
          <a:stretch/>
        </p:blipFill>
        <p:spPr>
          <a:xfrm>
            <a:off x="740495" y="1631996"/>
            <a:ext cx="10721244" cy="47486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BB28A2-23C5-4AE3-BE50-8396B831B89C}"/>
              </a:ext>
            </a:extLst>
          </p:cNvPr>
          <p:cNvSpPr/>
          <p:nvPr/>
        </p:nvSpPr>
        <p:spPr>
          <a:xfrm>
            <a:off x="6679197" y="5995565"/>
            <a:ext cx="5332813" cy="641401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Additional Discount of 5% if your final amount is greater than 1500.</a:t>
            </a:r>
          </a:p>
        </p:txBody>
      </p:sp>
    </p:spTree>
    <p:extLst>
      <p:ext uri="{BB962C8B-B14F-4D97-AF65-F5344CB8AC3E}">
        <p14:creationId xmlns:p14="http://schemas.microsoft.com/office/powerpoint/2010/main" val="3304018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E3D19-4D9E-4B54-88D1-4869AF06A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latin typeface="Arial Rounded MT Bold" panose="020F0704030504030204" pitchFamily="34" charset="0"/>
              </a:rPr>
              <a:t>retail_shop.java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8CE72-3A28-4F65-9E58-54CD35DE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EC5C4E-D705-46E7-9D25-AEC0EF870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  <a:ln>
            <a:solidFill>
              <a:srgbClr val="839EF5"/>
            </a:solidFill>
          </a:ln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public class </a:t>
            </a:r>
            <a:r>
              <a:rPr lang="en-IN" err="1">
                <a:latin typeface="Consolas" panose="020B0609020204030204" pitchFamily="49" charset="0"/>
              </a:rPr>
              <a:t>retail_shop</a:t>
            </a:r>
            <a:r>
              <a:rPr lang="en-IN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       	</a:t>
            </a: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public static void </a:t>
            </a:r>
            <a:r>
              <a:rPr lang="en-IN">
                <a:latin typeface="Consolas" panose="020B0609020204030204" pitchFamily="49" charset="0"/>
              </a:rPr>
              <a:t>main(String[] </a:t>
            </a:r>
            <a:r>
              <a:rPr lang="en-IN" err="1">
                <a:latin typeface="Consolas" panose="020B0609020204030204" pitchFamily="49" charset="0"/>
              </a:rPr>
              <a:t>args</a:t>
            </a:r>
            <a:r>
              <a:rPr lang="en-IN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	</a:t>
            </a: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IN">
                <a:latin typeface="Consolas" panose="020B0609020204030204" pitchFamily="49" charset="0"/>
              </a:rPr>
              <a:t> </a:t>
            </a:r>
            <a:r>
              <a:rPr lang="en-IN" err="1">
                <a:latin typeface="Consolas" panose="020B0609020204030204" pitchFamily="49" charset="0"/>
              </a:rPr>
              <a:t>itema</a:t>
            </a:r>
            <a:r>
              <a:rPr lang="en-IN">
                <a:latin typeface="Consolas" panose="020B0609020204030204" pitchFamily="49" charset="0"/>
              </a:rPr>
              <a:t>=200, </a:t>
            </a:r>
            <a:r>
              <a:rPr lang="en-IN" err="1">
                <a:latin typeface="Consolas" panose="020B0609020204030204" pitchFamily="49" charset="0"/>
              </a:rPr>
              <a:t>itemb</a:t>
            </a:r>
            <a:r>
              <a:rPr lang="en-IN">
                <a:latin typeface="Consolas" panose="020B0609020204030204" pitchFamily="49" charset="0"/>
              </a:rPr>
              <a:t>=75, </a:t>
            </a:r>
            <a:r>
              <a:rPr lang="en-IN" err="1">
                <a:latin typeface="Consolas" panose="020B0609020204030204" pitchFamily="49" charset="0"/>
              </a:rPr>
              <a:t>itemc</a:t>
            </a:r>
            <a:r>
              <a:rPr lang="en-IN">
                <a:latin typeface="Consolas" panose="020B0609020204030204" pitchFamily="49" charset="0"/>
              </a:rPr>
              <a:t>=500;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	</a:t>
            </a: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double </a:t>
            </a:r>
            <a:r>
              <a:rPr lang="en-IN">
                <a:latin typeface="Consolas" panose="020B0609020204030204" pitchFamily="49" charset="0"/>
              </a:rPr>
              <a:t>price;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	price = ((</a:t>
            </a:r>
            <a:r>
              <a:rPr lang="en-IN" err="1">
                <a:latin typeface="Consolas" panose="020B0609020204030204" pitchFamily="49" charset="0"/>
              </a:rPr>
              <a:t>itema</a:t>
            </a:r>
            <a:r>
              <a:rPr lang="en-IN">
                <a:latin typeface="Consolas" panose="020B0609020204030204" pitchFamily="49" charset="0"/>
              </a:rPr>
              <a:t>*2)+(</a:t>
            </a:r>
            <a:r>
              <a:rPr lang="en-IN" err="1">
                <a:latin typeface="Consolas" panose="020B0609020204030204" pitchFamily="49" charset="0"/>
              </a:rPr>
              <a:t>itemb</a:t>
            </a:r>
            <a:r>
              <a:rPr lang="en-IN">
                <a:latin typeface="Consolas" panose="020B0609020204030204" pitchFamily="49" charset="0"/>
              </a:rPr>
              <a:t>)+(</a:t>
            </a:r>
            <a:r>
              <a:rPr lang="en-IN" err="1">
                <a:latin typeface="Consolas" panose="020B0609020204030204" pitchFamily="49" charset="0"/>
              </a:rPr>
              <a:t>itemc</a:t>
            </a:r>
            <a:r>
              <a:rPr lang="en-IN">
                <a:latin typeface="Consolas" panose="020B0609020204030204" pitchFamily="49" charset="0"/>
              </a:rPr>
              <a:t>*3));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	price = price-(.1*price);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	price = price + (0.05*price);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	</a:t>
            </a:r>
            <a:r>
              <a:rPr lang="en-IN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en-IN" err="1">
                <a:solidFill>
                  <a:srgbClr val="00B050"/>
                </a:solidFill>
                <a:latin typeface="Consolas" panose="020B0609020204030204" pitchFamily="49" charset="0"/>
              </a:rPr>
              <a:t>System.out.println</a:t>
            </a:r>
            <a:r>
              <a:rPr lang="en-IN">
                <a:solidFill>
                  <a:srgbClr val="00B050"/>
                </a:solidFill>
                <a:latin typeface="Consolas" panose="020B0609020204030204" pitchFamily="49" charset="0"/>
              </a:rPr>
              <a:t>(price);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	</a:t>
            </a:r>
            <a:r>
              <a:rPr lang="en-IN" sz="2900">
                <a:solidFill>
                  <a:srgbClr val="C00000"/>
                </a:solidFill>
                <a:latin typeface="Consolas" panose="020B0609020204030204" pitchFamily="49" charset="0"/>
              </a:rPr>
              <a:t>if</a:t>
            </a:r>
            <a:r>
              <a:rPr lang="en-IN">
                <a:latin typeface="Consolas" panose="020B0609020204030204" pitchFamily="49" charset="0"/>
              </a:rPr>
              <a:t>(price &gt; 1500)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		price = price – (.05*price);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	</a:t>
            </a:r>
            <a:r>
              <a:rPr lang="en-IN" sz="2900">
                <a:solidFill>
                  <a:srgbClr val="C0000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		</a:t>
            </a: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System.out.println</a:t>
            </a:r>
            <a:r>
              <a:rPr lang="en-IN">
                <a:latin typeface="Consolas" panose="020B0609020204030204" pitchFamily="49" charset="0"/>
              </a:rPr>
              <a:t>(“</a:t>
            </a:r>
            <a:r>
              <a:rPr lang="en-IN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Not eligible for discount</a:t>
            </a:r>
            <a:r>
              <a:rPr lang="en-IN">
                <a:latin typeface="Consolas" panose="020B0609020204030204" pitchFamily="49" charset="0"/>
              </a:rPr>
              <a:t>”);</a:t>
            </a:r>
          </a:p>
          <a:p>
            <a:pPr marL="0" indent="0">
              <a:buNone/>
            </a:pP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			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System.out.println</a:t>
            </a:r>
            <a:r>
              <a:rPr lang="en-IN">
                <a:latin typeface="Consolas" panose="020B0609020204030204" pitchFamily="49" charset="0"/>
              </a:rPr>
              <a:t>(price);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}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882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4D831-68C7-4588-BFF0-C1CAB5FD3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414"/>
            <a:ext cx="10515600" cy="1325563"/>
          </a:xfrm>
        </p:spPr>
        <p:txBody>
          <a:bodyPr>
            <a:normAutofit/>
          </a:bodyPr>
          <a:lstStyle/>
          <a:p>
            <a:r>
              <a:rPr lang="en-IN" b="1">
                <a:latin typeface="Arial Rounded MT Bold" panose="020F0704030504030204" pitchFamily="34" charset="0"/>
              </a:rPr>
              <a:t>Control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DB84D-936D-407F-BB94-EA570740C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455" y="1722697"/>
            <a:ext cx="3660058" cy="534117"/>
          </a:xfrm>
          <a:ln>
            <a:noFill/>
          </a:ln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IN">
                <a:latin typeface="Gill Sans MT"/>
              </a:rPr>
              <a:t>Why loops in Programming??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CA827-A84F-48C1-91E6-18CE4CE4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>
                <a:latin typeface="Gill Sans MT" panose="020B0502020104020203" pitchFamily="34" charset="0"/>
              </a:rPr>
              <a:pPr/>
              <a:t>13</a:t>
            </a:fld>
            <a:endParaRPr lang="en-IN">
              <a:latin typeface="Gill Sans MT" panose="020B05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96B89-72E4-47DE-9504-9F2FF62CBBDB}"/>
              </a:ext>
            </a:extLst>
          </p:cNvPr>
          <p:cNvSpPr txBox="1"/>
          <p:nvPr/>
        </p:nvSpPr>
        <p:spPr>
          <a:xfrm>
            <a:off x="1888735" y="2310013"/>
            <a:ext cx="3692999" cy="400110"/>
          </a:xfrm>
          <a:prstGeom prst="rect">
            <a:avLst/>
          </a:prstGeom>
          <a:solidFill>
            <a:srgbClr val="FFC000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N" sz="2000">
                <a:latin typeface="Gill Sans MT"/>
              </a:rPr>
              <a:t>To reduce code </a:t>
            </a:r>
            <a:r>
              <a:rPr lang="en-IN" sz="2000" b="1">
                <a:latin typeface="Gill Sans MT"/>
              </a:rPr>
              <a:t>re</a:t>
            </a:r>
            <a:r>
              <a:rPr lang="en-IN" sz="2000">
                <a:latin typeface="Gill Sans MT"/>
              </a:rPr>
              <a:t>d</a:t>
            </a:r>
            <a:r>
              <a:rPr lang="en-IN" sz="2000" b="1">
                <a:latin typeface="Calibri"/>
                <a:cs typeface="Calibri"/>
              </a:rPr>
              <a:t>undancies</a:t>
            </a:r>
            <a:r>
              <a:rPr lang="en-IN" sz="2000">
                <a:latin typeface="Gill Sans MT"/>
              </a:rPr>
              <a:t>     </a:t>
            </a:r>
            <a:endParaRPr lang="en-IN" sz="2000">
              <a:latin typeface="Gill Sans MT" panose="020B0502020104020203" pitchFamily="34" charset="0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1EF25836-0EA1-4F74-A423-DE2D949F0B28}"/>
              </a:ext>
            </a:extLst>
          </p:cNvPr>
          <p:cNvSpPr/>
          <p:nvPr/>
        </p:nvSpPr>
        <p:spPr>
          <a:xfrm>
            <a:off x="998126" y="4837418"/>
            <a:ext cx="1435358" cy="484632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Gill Sans MT" panose="020B0502020104020203" pitchFamily="34" charset="0"/>
              </a:rPr>
              <a:t>While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58992904-5AC3-4785-A75C-4C771F2BE831}"/>
              </a:ext>
            </a:extLst>
          </p:cNvPr>
          <p:cNvSpPr/>
          <p:nvPr/>
        </p:nvSpPr>
        <p:spPr>
          <a:xfrm>
            <a:off x="998126" y="3249086"/>
            <a:ext cx="1435358" cy="484632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Gill Sans MT" panose="020B0502020104020203" pitchFamily="34" charset="0"/>
              </a:rPr>
              <a:t>Do While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75FAAA39-2F8D-408D-B7B9-7D728B680AA7}"/>
              </a:ext>
            </a:extLst>
          </p:cNvPr>
          <p:cNvSpPr/>
          <p:nvPr/>
        </p:nvSpPr>
        <p:spPr>
          <a:xfrm>
            <a:off x="998124" y="6114034"/>
            <a:ext cx="1435359" cy="484632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Gill Sans MT" panose="020B0502020104020203" pitchFamily="34" charset="0"/>
              </a:rPr>
              <a:t>For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D2808A-DCA0-42AB-979F-9128ABE7502B}"/>
              </a:ext>
            </a:extLst>
          </p:cNvPr>
          <p:cNvSpPr txBox="1"/>
          <p:nvPr/>
        </p:nvSpPr>
        <p:spPr>
          <a:xfrm>
            <a:off x="2737972" y="3163733"/>
            <a:ext cx="20844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Gill Sans MT" panose="020B0502020104020203" pitchFamily="34" charset="0"/>
              </a:rPr>
              <a:t>Executes once and then repeats things until loop condition is true.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5F7B10-C4B9-4900-9F69-E1CECFE642AB}"/>
              </a:ext>
            </a:extLst>
          </p:cNvPr>
          <p:cNvSpPr txBox="1"/>
          <p:nvPr/>
        </p:nvSpPr>
        <p:spPr>
          <a:xfrm>
            <a:off x="2737972" y="4651978"/>
            <a:ext cx="20844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Gill Sans MT" panose="020B0502020104020203" pitchFamily="34" charset="0"/>
              </a:rPr>
              <a:t>Repeats things until loop condition is true.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B6E781-3B29-4D06-AB5C-1B6F3F1391B1}"/>
              </a:ext>
            </a:extLst>
          </p:cNvPr>
          <p:cNvSpPr txBox="1"/>
          <p:nvPr/>
        </p:nvSpPr>
        <p:spPr>
          <a:xfrm>
            <a:off x="2737972" y="5874376"/>
            <a:ext cx="20844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Gill Sans MT" panose="020B0502020104020203" pitchFamily="34" charset="0"/>
              </a:rPr>
              <a:t>Repeats things till the given number of times.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E46993-AE93-46BB-A50F-B8AE5F5E896D}"/>
              </a:ext>
            </a:extLst>
          </p:cNvPr>
          <p:cNvSpPr/>
          <p:nvPr/>
        </p:nvSpPr>
        <p:spPr>
          <a:xfrm>
            <a:off x="6998378" y="1950273"/>
            <a:ext cx="2807421" cy="92333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>
                <a:latin typeface="Gill Sans MT" panose="020B0502020104020203" pitchFamily="34" charset="0"/>
              </a:rPr>
              <a:t>do{  </a:t>
            </a:r>
          </a:p>
          <a:p>
            <a:r>
              <a:rPr lang="en-US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    //code to be executed  </a:t>
            </a:r>
          </a:p>
          <a:p>
            <a:r>
              <a:rPr lang="en-US">
                <a:latin typeface="Gill Sans MT" panose="020B0502020104020203" pitchFamily="34" charset="0"/>
              </a:rPr>
              <a:t>}while(condition); </a:t>
            </a:r>
            <a:endParaRPr lang="en-IN">
              <a:latin typeface="Gill Sans MT" panose="020B05020201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56CE45-E837-44F1-8400-E424DA717640}"/>
              </a:ext>
            </a:extLst>
          </p:cNvPr>
          <p:cNvSpPr txBox="1"/>
          <p:nvPr/>
        </p:nvSpPr>
        <p:spPr>
          <a:xfrm>
            <a:off x="6219671" y="1353365"/>
            <a:ext cx="105509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IN">
                <a:latin typeface="Gill Sans MT" panose="020B0502020104020203" pitchFamily="34" charset="0"/>
              </a:rPr>
              <a:t>Do-while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CFFC46-5A64-4EBA-A29C-548D0F0B9D84}"/>
              </a:ext>
            </a:extLst>
          </p:cNvPr>
          <p:cNvSpPr/>
          <p:nvPr/>
        </p:nvSpPr>
        <p:spPr>
          <a:xfrm>
            <a:off x="8659384" y="3831495"/>
            <a:ext cx="2743200" cy="92333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 anchor="ctr">
            <a:spAutoFit/>
          </a:bodyPr>
          <a:lstStyle/>
          <a:p>
            <a:r>
              <a:rPr lang="en-US">
                <a:latin typeface="Gill Sans MT" panose="020B0502020104020203" pitchFamily="34" charset="0"/>
              </a:rPr>
              <a:t>while(condition){  </a:t>
            </a:r>
          </a:p>
          <a:p>
            <a:r>
              <a:rPr lang="en-US">
                <a:latin typeface="Gill Sans MT" panose="020B0502020104020203" pitchFamily="34" charset="0"/>
              </a:rPr>
              <a:t>    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//code to be executed </a:t>
            </a:r>
          </a:p>
          <a:p>
            <a:r>
              <a:rPr lang="en-US">
                <a:latin typeface="Gill Sans MT" panose="020B0502020104020203" pitchFamily="34" charset="0"/>
              </a:rPr>
              <a:t>}</a:t>
            </a:r>
            <a:endParaRPr lang="en-IN">
              <a:latin typeface="Gill Sans MT" panose="020B05020201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4B3C27-9074-4895-A959-7AC585D69ECC}"/>
              </a:ext>
            </a:extLst>
          </p:cNvPr>
          <p:cNvSpPr txBox="1"/>
          <p:nvPr/>
        </p:nvSpPr>
        <p:spPr>
          <a:xfrm>
            <a:off x="8264191" y="3264270"/>
            <a:ext cx="692818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IN">
                <a:latin typeface="Gill Sans MT" panose="020B0502020104020203" pitchFamily="34" charset="0"/>
              </a:rPr>
              <a:t>while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3115BD-3B3C-46F1-8F1B-1AD7409B221F}"/>
              </a:ext>
            </a:extLst>
          </p:cNvPr>
          <p:cNvSpPr/>
          <p:nvPr/>
        </p:nvSpPr>
        <p:spPr>
          <a:xfrm>
            <a:off x="6998378" y="5322050"/>
            <a:ext cx="3322013" cy="92333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>
                <a:latin typeface="Gill Sans MT" panose="020B0502020104020203" pitchFamily="34" charset="0"/>
              </a:rPr>
              <a:t>for(</a:t>
            </a:r>
            <a:r>
              <a:rPr lang="en-US" err="1">
                <a:latin typeface="Gill Sans MT" panose="020B0502020104020203" pitchFamily="34" charset="0"/>
              </a:rPr>
              <a:t>init</a:t>
            </a:r>
            <a:r>
              <a:rPr lang="en-US">
                <a:latin typeface="Gill Sans MT" panose="020B0502020104020203" pitchFamily="34" charset="0"/>
              </a:rPr>
              <a:t>; condition; </a:t>
            </a:r>
            <a:r>
              <a:rPr lang="en-US" err="1">
                <a:latin typeface="Gill Sans MT" panose="020B0502020104020203" pitchFamily="34" charset="0"/>
              </a:rPr>
              <a:t>Incr</a:t>
            </a:r>
            <a:r>
              <a:rPr lang="en-US">
                <a:latin typeface="Gill Sans MT" panose="020B0502020104020203" pitchFamily="34" charset="0"/>
              </a:rPr>
              <a:t>/</a:t>
            </a:r>
            <a:r>
              <a:rPr lang="en-US" err="1">
                <a:latin typeface="Gill Sans MT" panose="020B0502020104020203" pitchFamily="34" charset="0"/>
              </a:rPr>
              <a:t>decr</a:t>
            </a:r>
            <a:r>
              <a:rPr lang="en-US">
                <a:latin typeface="Gill Sans MT" panose="020B0502020104020203" pitchFamily="34" charset="0"/>
              </a:rPr>
              <a:t>){  </a:t>
            </a:r>
          </a:p>
          <a:p>
            <a:r>
              <a:rPr lang="en-US">
                <a:latin typeface="Gill Sans MT" panose="020B0502020104020203" pitchFamily="34" charset="0"/>
              </a:rPr>
              <a:t>      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// code to be executed </a:t>
            </a:r>
          </a:p>
          <a:p>
            <a:r>
              <a:rPr lang="en-US">
                <a:latin typeface="Gill Sans MT" panose="020B0502020104020203" pitchFamily="34" charset="0"/>
              </a:rPr>
              <a:t>}</a:t>
            </a:r>
            <a:endParaRPr lang="en-IN">
              <a:latin typeface="Gill Sans MT" panose="020B05020201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101B5F-1512-456E-9CAD-0E666075774B}"/>
              </a:ext>
            </a:extLst>
          </p:cNvPr>
          <p:cNvSpPr txBox="1"/>
          <p:nvPr/>
        </p:nvSpPr>
        <p:spPr>
          <a:xfrm>
            <a:off x="6219671" y="4729510"/>
            <a:ext cx="778707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IN">
                <a:latin typeface="Gill Sans MT" panose="020B0502020104020203" pitchFamily="34" charset="0"/>
              </a:rPr>
              <a:t>For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8D7E6E-624D-4580-9509-1150E213CF67}"/>
              </a:ext>
            </a:extLst>
          </p:cNvPr>
          <p:cNvSpPr/>
          <p:nvPr/>
        </p:nvSpPr>
        <p:spPr>
          <a:xfrm>
            <a:off x="603455" y="1474839"/>
            <a:ext cx="5059926" cy="14880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322C0-600D-421C-B292-907360BEF1FF}"/>
              </a:ext>
            </a:extLst>
          </p:cNvPr>
          <p:cNvSpPr/>
          <p:nvPr/>
        </p:nvSpPr>
        <p:spPr>
          <a:xfrm>
            <a:off x="603455" y="2984384"/>
            <a:ext cx="5059926" cy="38293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248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DCEC0-79C5-48D9-A072-314C1BE69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latin typeface="Arial Rounded MT Bold" panose="020F0704030504030204" pitchFamily="34" charset="0"/>
              </a:rPr>
              <a:t>Jump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4E935-AB83-4C76-AE15-A807BD9AD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2" y="1611570"/>
            <a:ext cx="4478592" cy="5032376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>
                <a:solidFill>
                  <a:srgbClr val="00B050"/>
                </a:solidFill>
                <a:latin typeface="Gill Sans MT" panose="020B0502020104020203" pitchFamily="34" charset="0"/>
              </a:rPr>
              <a:t>Break</a:t>
            </a:r>
          </a:p>
          <a:p>
            <a:pPr marL="0" indent="0">
              <a:buNone/>
            </a:pPr>
            <a:endParaRPr lang="en-US" sz="2400">
              <a:latin typeface="Gill Sans MT" panose="020B0502020104020203" pitchFamily="34" charset="0"/>
            </a:endParaRPr>
          </a:p>
          <a:p>
            <a:pPr marL="0" indent="0">
              <a:buNone/>
            </a:pPr>
            <a:r>
              <a:rPr lang="en-US" sz="2400">
                <a:solidFill>
                  <a:schemeClr val="accent1"/>
                </a:solidFill>
                <a:latin typeface="Gill Sans MT" panose="020B0502020104020203" pitchFamily="34" charset="0"/>
              </a:rPr>
              <a:t>Syntax:</a:t>
            </a:r>
          </a:p>
          <a:p>
            <a:pPr marL="0" indent="0">
              <a:buNone/>
            </a:pPr>
            <a:r>
              <a:rPr lang="en-US" sz="2400">
                <a:solidFill>
                  <a:schemeClr val="accent1"/>
                </a:solidFill>
                <a:latin typeface="Gill Sans MT" panose="020B0502020104020203" pitchFamily="34" charset="0"/>
              </a:rPr>
              <a:t>       break;</a:t>
            </a:r>
          </a:p>
          <a:p>
            <a:pPr marL="0" indent="0">
              <a:buNone/>
            </a:pPr>
            <a:endParaRPr lang="en-US" sz="2400">
              <a:latin typeface="Gill Sans MT" panose="020B0502020104020203" pitchFamily="34" charset="0"/>
            </a:endParaRP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To leave control from loop (for, while, do-while) based on specified condition.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Similarly from switch case.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3D7BA-491E-49E2-B627-33ECE561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0BF3BB4-CBAF-47EE-A721-61C54698ECE8}"/>
              </a:ext>
            </a:extLst>
          </p:cNvPr>
          <p:cNvSpPr txBox="1">
            <a:spLocks/>
          </p:cNvSpPr>
          <p:nvPr/>
        </p:nvSpPr>
        <p:spPr>
          <a:xfrm>
            <a:off x="6258231" y="1657556"/>
            <a:ext cx="4817808" cy="483531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>
                <a:solidFill>
                  <a:srgbClr val="00B050"/>
                </a:solidFill>
                <a:latin typeface="Gill Sans MT" panose="020B0502020104020203" pitchFamily="34" charset="0"/>
              </a:rPr>
              <a:t>Continue</a:t>
            </a:r>
            <a:endParaRPr lang="en-US" sz="2400">
              <a:latin typeface="Gill Sans MT" panose="020B0502020104020203" pitchFamily="34" charset="0"/>
            </a:endParaRPr>
          </a:p>
          <a:p>
            <a:pPr marL="0" indent="0">
              <a:buNone/>
            </a:pPr>
            <a:endParaRPr lang="en-US" sz="2400">
              <a:solidFill>
                <a:schemeClr val="accent1"/>
              </a:solidFill>
              <a:latin typeface="Gill Sans MT" panose="020B0502020104020203" pitchFamily="34" charset="0"/>
            </a:endParaRPr>
          </a:p>
          <a:p>
            <a:pPr marL="0" indent="0">
              <a:buNone/>
            </a:pPr>
            <a:r>
              <a:rPr lang="en-US" sz="2400">
                <a:solidFill>
                  <a:schemeClr val="accent1"/>
                </a:solidFill>
                <a:latin typeface="Gill Sans MT" panose="020B0502020104020203" pitchFamily="34" charset="0"/>
              </a:rPr>
              <a:t>Syntax:</a:t>
            </a:r>
          </a:p>
          <a:p>
            <a:pPr marL="0" indent="0">
              <a:buNone/>
            </a:pPr>
            <a:r>
              <a:rPr lang="en-US" sz="2400">
                <a:solidFill>
                  <a:schemeClr val="accent1"/>
                </a:solidFill>
                <a:latin typeface="Gill Sans MT" panose="020B0502020104020203" pitchFamily="34" charset="0"/>
              </a:rPr>
              <a:t>       continue;</a:t>
            </a:r>
          </a:p>
          <a:p>
            <a:pPr marL="0" indent="0">
              <a:buNone/>
            </a:pPr>
            <a:endParaRPr lang="en-US" sz="2400">
              <a:latin typeface="Gill Sans MT" panose="020B0502020104020203" pitchFamily="34" charset="0"/>
            </a:endParaRP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If continue statement is true.    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Any statement after continue will not get executed in that particular iteration of loop.</a:t>
            </a:r>
            <a:endParaRPr lang="en-IN" sz="240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787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CE9F-14DD-40C9-8CA8-F3455F4B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>
                <a:latin typeface="Arial Rounded MT Bold" panose="020F0704030504030204" pitchFamily="34" charset="0"/>
              </a:rPr>
              <a:t>Program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B573A-C643-4B9D-8B9B-677F517DB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61E74-9DAD-411A-A328-E50247B0A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35BBB-92C0-44CA-ABE1-FD2C8AA382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75" t="28126" r="40636" b="33770"/>
          <a:stretch/>
        </p:blipFill>
        <p:spPr>
          <a:xfrm>
            <a:off x="507427" y="1472710"/>
            <a:ext cx="11177146" cy="488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267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2D8A7-8461-4575-A561-FDB618981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131"/>
            <a:ext cx="8128819" cy="7045939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  <a:latin typeface="Consolas"/>
              </a:rPr>
              <a:t>Import </a:t>
            </a:r>
            <a:r>
              <a:rPr lang="en-IN" dirty="0" err="1">
                <a:solidFill>
                  <a:srgbClr val="C00000"/>
                </a:solidFill>
                <a:latin typeface="Consolas"/>
              </a:rPr>
              <a:t>java.util.Scanner</a:t>
            </a:r>
            <a:r>
              <a:rPr lang="en-IN" dirty="0">
                <a:solidFill>
                  <a:srgbClr val="C00000"/>
                </a:solidFill>
                <a:latin typeface="Consolas"/>
              </a:rPr>
              <a:t>*;</a:t>
            </a:r>
            <a:endParaRPr lang="en-IN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public class </a:t>
            </a:r>
            <a:r>
              <a:rPr lang="en-IN" dirty="0" err="1">
                <a:latin typeface="Consolas" panose="020B0609020204030204" pitchFamily="49" charset="0"/>
              </a:rPr>
              <a:t>students_marks</a:t>
            </a:r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public static void </a:t>
            </a:r>
            <a:r>
              <a:rPr lang="en-IN" dirty="0">
                <a:latin typeface="Consolas" panose="020B0609020204030204" pitchFamily="49" charset="0"/>
              </a:rPr>
              <a:t>main(String[] </a:t>
            </a:r>
            <a:r>
              <a:rPr lang="en-IN" dirty="0" err="1">
                <a:latin typeface="Consolas" panose="020B0609020204030204" pitchFamily="49" charset="0"/>
              </a:rPr>
              <a:t>args</a:t>
            </a:r>
            <a:r>
              <a:rPr lang="en-IN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IN" dirty="0">
                <a:latin typeface="Consolas"/>
              </a:rPr>
              <a:t>	</a:t>
            </a:r>
            <a:r>
              <a:rPr lang="en-IN" dirty="0">
                <a:solidFill>
                  <a:srgbClr val="C00000"/>
                </a:solidFill>
                <a:latin typeface="Consolas"/>
              </a:rPr>
              <a:t>int</a:t>
            </a:r>
            <a:r>
              <a:rPr lang="en-IN" dirty="0">
                <a:latin typeface="Consolas"/>
              </a:rPr>
              <a:t> maths, </a:t>
            </a:r>
            <a:r>
              <a:rPr lang="en-IN" dirty="0" err="1">
                <a:latin typeface="Consolas"/>
              </a:rPr>
              <a:t>phy</a:t>
            </a:r>
            <a:r>
              <a:rPr lang="en-IN" dirty="0">
                <a:latin typeface="Consolas"/>
              </a:rPr>
              <a:t>, </a:t>
            </a:r>
            <a:r>
              <a:rPr lang="en-IN" dirty="0" err="1">
                <a:latin typeface="Consolas"/>
              </a:rPr>
              <a:t>che</a:t>
            </a:r>
            <a:r>
              <a:rPr lang="en-IN" dirty="0">
                <a:latin typeface="Consolas"/>
              </a:rPr>
              <a:t>, </a:t>
            </a:r>
            <a:r>
              <a:rPr lang="en-IN" dirty="0" err="1">
                <a:latin typeface="Consolas"/>
              </a:rPr>
              <a:t>eng</a:t>
            </a:r>
            <a:r>
              <a:rPr lang="en-IN" dirty="0">
                <a:latin typeface="Consolas"/>
              </a:rPr>
              <a:t>, </a:t>
            </a:r>
            <a:r>
              <a:rPr lang="en-IN" dirty="0" err="1">
                <a:latin typeface="Consolas"/>
              </a:rPr>
              <a:t>compsc</a:t>
            </a:r>
            <a:r>
              <a:rPr lang="en-IN" dirty="0"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double </a:t>
            </a:r>
            <a:r>
              <a:rPr lang="en-IN" dirty="0" err="1">
                <a:latin typeface="Consolas" panose="020B0609020204030204" pitchFamily="49" charset="0"/>
              </a:rPr>
              <a:t>finalscore</a:t>
            </a:r>
            <a:r>
              <a:rPr lang="en-IN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    </a:t>
            </a:r>
            <a:r>
              <a:rPr lang="en-IN" dirty="0" err="1">
                <a:solidFill>
                  <a:srgbClr val="C00000"/>
                </a:solidFill>
                <a:latin typeface="Consolas" panose="020B0609020204030204" pitchFamily="49" charset="0"/>
              </a:rPr>
              <a:t>boolean</a:t>
            </a:r>
            <a:r>
              <a:rPr lang="en-IN" dirty="0">
                <a:latin typeface="Consolas" panose="020B0609020204030204" pitchFamily="49" charset="0"/>
              </a:rPr>
              <a:t> result=true;</a:t>
            </a:r>
          </a:p>
          <a:p>
            <a:pPr marL="0" indent="0">
              <a:buNone/>
            </a:pPr>
            <a:r>
              <a:rPr lang="en-IN" dirty="0">
                <a:latin typeface="Consolas"/>
              </a:rPr>
              <a:t>	Scanner marks = new Scanner(System.in);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</a:t>
            </a:r>
            <a:r>
              <a:rPr lang="en-IN" b="1" dirty="0">
                <a:latin typeface="Consolas" panose="020B0609020204030204" pitchFamily="49" charset="0"/>
              </a:rPr>
              <a:t>while(result)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System.out.println</a:t>
            </a:r>
            <a:r>
              <a:rPr lang="en-IN" dirty="0">
                <a:latin typeface="Consolas" panose="020B0609020204030204" pitchFamily="49" charset="0"/>
              </a:rPr>
              <a:t>(“</a:t>
            </a:r>
            <a:r>
              <a:rPr lang="en-IN" dirty="0">
                <a:solidFill>
                  <a:schemeClr val="accent1"/>
                </a:solidFill>
                <a:latin typeface="Consolas" panose="020B0609020204030204" pitchFamily="49" charset="0"/>
              </a:rPr>
              <a:t>Enter Marks for Maths: </a:t>
            </a:r>
            <a:r>
              <a:rPr lang="en-IN" dirty="0">
                <a:latin typeface="Consolas" panose="020B0609020204030204" pitchFamily="49" charset="0"/>
              </a:rPr>
              <a:t>“);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maths=</a:t>
            </a:r>
            <a:r>
              <a:rPr lang="en-IN" dirty="0" err="1">
                <a:latin typeface="Consolas" panose="020B0609020204030204" pitchFamily="49" charset="0"/>
              </a:rPr>
              <a:t>marks.nextInt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dirty="0">
                <a:latin typeface="Consolas"/>
              </a:rPr>
              <a:t>		</a:t>
            </a:r>
            <a:r>
              <a:rPr lang="en-IN" dirty="0" err="1">
                <a:latin typeface="Consolas"/>
              </a:rPr>
              <a:t>System.out.println</a:t>
            </a:r>
            <a:r>
              <a:rPr lang="en-IN" dirty="0">
                <a:latin typeface="Consolas"/>
              </a:rPr>
              <a:t>(“</a:t>
            </a:r>
            <a:r>
              <a:rPr lang="en-IN" dirty="0">
                <a:solidFill>
                  <a:schemeClr val="accent1"/>
                </a:solidFill>
                <a:latin typeface="Consolas"/>
              </a:rPr>
              <a:t>Enter Marks for </a:t>
            </a:r>
            <a:r>
              <a:rPr lang="en-IN" dirty="0" err="1">
                <a:solidFill>
                  <a:schemeClr val="accent1"/>
                </a:solidFill>
                <a:latin typeface="Consolas"/>
              </a:rPr>
              <a:t>Phy</a:t>
            </a:r>
            <a:r>
              <a:rPr lang="en-IN" dirty="0">
                <a:solidFill>
                  <a:schemeClr val="accent1"/>
                </a:solidFill>
                <a:latin typeface="Consolas"/>
              </a:rPr>
              <a:t>: </a:t>
            </a:r>
            <a:r>
              <a:rPr lang="en-IN" dirty="0">
                <a:latin typeface="Consolas"/>
              </a:rPr>
              <a:t>“);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phy</a:t>
            </a:r>
            <a:r>
              <a:rPr lang="en-IN" dirty="0">
                <a:latin typeface="Consolas" panose="020B0609020204030204" pitchFamily="49" charset="0"/>
              </a:rPr>
              <a:t>=</a:t>
            </a:r>
            <a:r>
              <a:rPr lang="en-IN" dirty="0" err="1">
                <a:latin typeface="Consolas" panose="020B0609020204030204" pitchFamily="49" charset="0"/>
              </a:rPr>
              <a:t>marks.nextInt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dirty="0">
                <a:latin typeface="Consolas"/>
              </a:rPr>
              <a:t>		</a:t>
            </a:r>
            <a:r>
              <a:rPr lang="en-IN" dirty="0" err="1">
                <a:latin typeface="Consolas"/>
              </a:rPr>
              <a:t>System.out.println</a:t>
            </a:r>
            <a:r>
              <a:rPr lang="en-IN" dirty="0">
                <a:latin typeface="Consolas"/>
              </a:rPr>
              <a:t>(“</a:t>
            </a:r>
            <a:r>
              <a:rPr lang="en-IN" dirty="0">
                <a:solidFill>
                  <a:schemeClr val="accent1"/>
                </a:solidFill>
                <a:latin typeface="Consolas"/>
              </a:rPr>
              <a:t>Enter Marks for Che:</a:t>
            </a:r>
            <a:r>
              <a:rPr lang="en-IN" dirty="0">
                <a:latin typeface="Consolas"/>
              </a:rPr>
              <a:t> “);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che</a:t>
            </a:r>
            <a:r>
              <a:rPr lang="en-IN" dirty="0">
                <a:latin typeface="Consolas" panose="020B0609020204030204" pitchFamily="49" charset="0"/>
              </a:rPr>
              <a:t>=</a:t>
            </a:r>
            <a:r>
              <a:rPr lang="en-IN" dirty="0" err="1">
                <a:latin typeface="Consolas" panose="020B0609020204030204" pitchFamily="49" charset="0"/>
              </a:rPr>
              <a:t>marks.nextInt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System.out.println</a:t>
            </a:r>
            <a:r>
              <a:rPr lang="en-IN" dirty="0">
                <a:latin typeface="Consolas" panose="020B0609020204030204" pitchFamily="49" charset="0"/>
              </a:rPr>
              <a:t>(“</a:t>
            </a:r>
            <a:r>
              <a:rPr lang="en-IN" dirty="0">
                <a:solidFill>
                  <a:schemeClr val="accent1"/>
                </a:solidFill>
                <a:latin typeface="Consolas" panose="020B0609020204030204" pitchFamily="49" charset="0"/>
              </a:rPr>
              <a:t>Enter Marks for Eng:</a:t>
            </a:r>
            <a:r>
              <a:rPr lang="en-IN" dirty="0">
                <a:latin typeface="Consolas" panose="020B0609020204030204" pitchFamily="49" charset="0"/>
              </a:rPr>
              <a:t> “);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eng</a:t>
            </a:r>
            <a:r>
              <a:rPr lang="en-IN" dirty="0">
                <a:latin typeface="Consolas" panose="020B0609020204030204" pitchFamily="49" charset="0"/>
              </a:rPr>
              <a:t>=</a:t>
            </a:r>
            <a:r>
              <a:rPr lang="en-IN" dirty="0" err="1">
                <a:latin typeface="Consolas" panose="020B0609020204030204" pitchFamily="49" charset="0"/>
              </a:rPr>
              <a:t>marks.nextInt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System.out.println</a:t>
            </a:r>
            <a:r>
              <a:rPr lang="en-IN" dirty="0">
                <a:latin typeface="Consolas" panose="020B0609020204030204" pitchFamily="49" charset="0"/>
              </a:rPr>
              <a:t>(“</a:t>
            </a:r>
            <a:r>
              <a:rPr lang="en-IN" dirty="0">
                <a:solidFill>
                  <a:schemeClr val="accent1"/>
                </a:solidFill>
                <a:latin typeface="Consolas" panose="020B0609020204030204" pitchFamily="49" charset="0"/>
              </a:rPr>
              <a:t>Enter Marks for </a:t>
            </a:r>
            <a:r>
              <a:rPr lang="en-IN" dirty="0" err="1">
                <a:solidFill>
                  <a:schemeClr val="accent1"/>
                </a:solidFill>
                <a:latin typeface="Consolas" panose="020B0609020204030204" pitchFamily="49" charset="0"/>
              </a:rPr>
              <a:t>CompSc</a:t>
            </a:r>
            <a:r>
              <a:rPr lang="en-IN" dirty="0">
                <a:solidFill>
                  <a:schemeClr val="accent1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latin typeface="Consolas" panose="020B0609020204030204" pitchFamily="49" charset="0"/>
              </a:rPr>
              <a:t> “);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compsc</a:t>
            </a:r>
            <a:r>
              <a:rPr lang="en-IN" dirty="0">
                <a:latin typeface="Consolas" panose="020B0609020204030204" pitchFamily="49" charset="0"/>
              </a:rPr>
              <a:t>=</a:t>
            </a:r>
            <a:r>
              <a:rPr lang="en-IN" dirty="0" err="1">
                <a:latin typeface="Consolas" panose="020B0609020204030204" pitchFamily="49" charset="0"/>
              </a:rPr>
              <a:t>marks.nextInt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finalscore</a:t>
            </a:r>
            <a:r>
              <a:rPr lang="en-IN" dirty="0">
                <a:latin typeface="Consolas" panose="020B0609020204030204" pitchFamily="49" charset="0"/>
              </a:rPr>
              <a:t>=(</a:t>
            </a:r>
            <a:r>
              <a:rPr lang="en-IN" dirty="0" err="1">
                <a:latin typeface="Consolas" panose="020B0609020204030204" pitchFamily="49" charset="0"/>
              </a:rPr>
              <a:t>maths+eng+phy+che+compsc</a:t>
            </a:r>
            <a:r>
              <a:rPr lang="en-IN" dirty="0">
                <a:latin typeface="Consolas" panose="020B0609020204030204" pitchFamily="49" charset="0"/>
              </a:rPr>
              <a:t>)/5;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if (</a:t>
            </a:r>
            <a:r>
              <a:rPr lang="en-IN" dirty="0" err="1">
                <a:latin typeface="Consolas" panose="020B0609020204030204" pitchFamily="49" charset="0"/>
              </a:rPr>
              <a:t>finalscore</a:t>
            </a:r>
            <a:r>
              <a:rPr lang="en-IN" dirty="0">
                <a:latin typeface="Consolas" panose="020B0609020204030204" pitchFamily="49" charset="0"/>
              </a:rPr>
              <a:t> &gt;90)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	</a:t>
            </a:r>
            <a:r>
              <a:rPr lang="en-IN" dirty="0" err="1">
                <a:latin typeface="Consolas" panose="020B0609020204030204" pitchFamily="49" charset="0"/>
              </a:rPr>
              <a:t>System.out.println</a:t>
            </a:r>
            <a:r>
              <a:rPr lang="en-IN" dirty="0">
                <a:latin typeface="Consolas" panose="020B0609020204030204" pitchFamily="49" charset="0"/>
              </a:rPr>
              <a:t>(“</a:t>
            </a:r>
            <a:r>
              <a:rPr lang="en-IN" dirty="0">
                <a:solidFill>
                  <a:schemeClr val="accent1"/>
                </a:solidFill>
                <a:latin typeface="Consolas" panose="020B0609020204030204" pitchFamily="49" charset="0"/>
              </a:rPr>
              <a:t>Excellent</a:t>
            </a:r>
            <a:r>
              <a:rPr lang="en-IN" dirty="0">
                <a:latin typeface="Consolas" panose="020B0609020204030204" pitchFamily="49" charset="0"/>
              </a:rPr>
              <a:t>”);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else if (</a:t>
            </a:r>
            <a:r>
              <a:rPr lang="en-IN" dirty="0" err="1">
                <a:latin typeface="Consolas" panose="020B0609020204030204" pitchFamily="49" charset="0"/>
              </a:rPr>
              <a:t>finalscore</a:t>
            </a:r>
            <a:r>
              <a:rPr lang="en-IN" dirty="0">
                <a:latin typeface="Consolas" panose="020B0609020204030204" pitchFamily="49" charset="0"/>
              </a:rPr>
              <a:t>&gt;80)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			</a:t>
            </a:r>
            <a:r>
              <a:rPr lang="en-IN" dirty="0" err="1">
                <a:latin typeface="Consolas" panose="020B0609020204030204" pitchFamily="49" charset="0"/>
              </a:rPr>
              <a:t>System.out.println</a:t>
            </a:r>
            <a:r>
              <a:rPr lang="en-IN" dirty="0">
                <a:latin typeface="Consolas" panose="020B0609020204030204" pitchFamily="49" charset="0"/>
              </a:rPr>
              <a:t>(“</a:t>
            </a:r>
            <a:r>
              <a:rPr lang="en-IN" dirty="0" err="1">
                <a:solidFill>
                  <a:schemeClr val="accent1"/>
                </a:solidFill>
                <a:latin typeface="Consolas" panose="020B0609020204030204" pitchFamily="49" charset="0"/>
              </a:rPr>
              <a:t>V.Good</a:t>
            </a:r>
            <a:r>
              <a:rPr lang="en-IN" dirty="0">
                <a:latin typeface="Consolas" panose="020B0609020204030204" pitchFamily="49" charset="0"/>
              </a:rPr>
              <a:t>”);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54C14-C0CC-4DF2-B4A0-E26B3699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2E17A-9405-4295-8607-E74D4C9CE2B8}"/>
              </a:ext>
            </a:extLst>
          </p:cNvPr>
          <p:cNvSpPr txBox="1"/>
          <p:nvPr/>
        </p:nvSpPr>
        <p:spPr>
          <a:xfrm>
            <a:off x="7063659" y="238125"/>
            <a:ext cx="495054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onsolas" panose="020B0609020204030204" pitchFamily="49" charset="0"/>
              </a:rPr>
              <a:t>	else if (</a:t>
            </a:r>
            <a:r>
              <a:rPr lang="en-IN" sz="1400" dirty="0" err="1">
                <a:latin typeface="Consolas" panose="020B0609020204030204" pitchFamily="49" charset="0"/>
              </a:rPr>
              <a:t>finalscore</a:t>
            </a:r>
            <a:r>
              <a:rPr lang="en-IN" sz="1400" dirty="0">
                <a:latin typeface="Consolas" panose="020B0609020204030204" pitchFamily="49" charset="0"/>
              </a:rPr>
              <a:t>&gt;60)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		</a:t>
            </a:r>
            <a:r>
              <a:rPr lang="en-IN" sz="1400" dirty="0" err="1">
                <a:latin typeface="Consolas" panose="020B0609020204030204" pitchFamily="49" charset="0"/>
              </a:rPr>
              <a:t>System.out.println</a:t>
            </a:r>
            <a:r>
              <a:rPr lang="en-IN" sz="1400" dirty="0">
                <a:latin typeface="Consolas" panose="020B0609020204030204" pitchFamily="49" charset="0"/>
              </a:rPr>
              <a:t>(“</a:t>
            </a:r>
            <a:r>
              <a:rPr lang="en-IN" sz="1400" dirty="0">
                <a:solidFill>
                  <a:schemeClr val="accent1"/>
                </a:solidFill>
                <a:latin typeface="Consolas" panose="020B0609020204030204" pitchFamily="49" charset="0"/>
              </a:rPr>
              <a:t>Good</a:t>
            </a:r>
            <a:r>
              <a:rPr lang="en-IN" sz="1400" dirty="0">
                <a:latin typeface="Consolas" panose="020B0609020204030204" pitchFamily="49" charset="0"/>
              </a:rPr>
              <a:t>”);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	else if (</a:t>
            </a:r>
            <a:r>
              <a:rPr lang="en-IN" sz="1400" dirty="0" err="1">
                <a:latin typeface="Consolas" panose="020B0609020204030204" pitchFamily="49" charset="0"/>
              </a:rPr>
              <a:t>finalscore</a:t>
            </a:r>
            <a:r>
              <a:rPr lang="en-IN" sz="1400" dirty="0">
                <a:latin typeface="Consolas" panose="020B0609020204030204" pitchFamily="49" charset="0"/>
              </a:rPr>
              <a:t> &gt;40)			         </a:t>
            </a:r>
            <a:r>
              <a:rPr lang="en-IN" sz="1400" dirty="0" err="1">
                <a:latin typeface="Consolas" panose="020B0609020204030204" pitchFamily="49" charset="0"/>
              </a:rPr>
              <a:t>System.out.println</a:t>
            </a:r>
            <a:r>
              <a:rPr lang="en-IN" sz="1400" dirty="0">
                <a:latin typeface="Consolas" panose="020B0609020204030204" pitchFamily="49" charset="0"/>
              </a:rPr>
              <a:t>(“</a:t>
            </a:r>
            <a:r>
              <a:rPr lang="en-IN" sz="1400" dirty="0">
                <a:solidFill>
                  <a:schemeClr val="accent1"/>
                </a:solidFill>
                <a:latin typeface="Consolas" panose="020B0609020204030204" pitchFamily="49" charset="0"/>
              </a:rPr>
              <a:t>Average</a:t>
            </a:r>
            <a:r>
              <a:rPr lang="en-IN" sz="1400" dirty="0">
                <a:latin typeface="Consolas" panose="020B0609020204030204" pitchFamily="49" charset="0"/>
              </a:rPr>
              <a:t>”);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	else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		</a:t>
            </a:r>
            <a:r>
              <a:rPr lang="en-IN" sz="1400" dirty="0" err="1">
                <a:latin typeface="Consolas" panose="020B0609020204030204" pitchFamily="49" charset="0"/>
              </a:rPr>
              <a:t>System.out.println</a:t>
            </a:r>
            <a:r>
              <a:rPr lang="en-IN" sz="1400" dirty="0">
                <a:latin typeface="Consolas" panose="020B0609020204030204" pitchFamily="49" charset="0"/>
              </a:rPr>
              <a:t>(“</a:t>
            </a:r>
            <a:r>
              <a:rPr lang="en-IN" sz="1400" dirty="0">
                <a:solidFill>
                  <a:schemeClr val="accent1"/>
                </a:solidFill>
                <a:latin typeface="Consolas" panose="020B0609020204030204" pitchFamily="49" charset="0"/>
              </a:rPr>
              <a:t>Poor</a:t>
            </a:r>
            <a:r>
              <a:rPr lang="en-IN" sz="1400" dirty="0">
                <a:latin typeface="Consolas" panose="020B0609020204030204" pitchFamily="49" charset="0"/>
              </a:rPr>
              <a:t>”);</a:t>
            </a:r>
          </a:p>
          <a:p>
            <a:endParaRPr lang="en-IN" sz="1400" dirty="0">
              <a:latin typeface="Consolas" panose="020B0609020204030204" pitchFamily="49" charset="0"/>
            </a:endParaRPr>
          </a:p>
          <a:p>
            <a:r>
              <a:rPr lang="en-IN" sz="1400" dirty="0">
                <a:latin typeface="Consolas" panose="020B0609020204030204" pitchFamily="49" charset="0"/>
              </a:rPr>
              <a:t>	</a:t>
            </a:r>
            <a:r>
              <a:rPr lang="en-IN" sz="1400" dirty="0" err="1">
                <a:latin typeface="Consolas" panose="020B0609020204030204" pitchFamily="49" charset="0"/>
              </a:rPr>
              <a:t>System.out.println</a:t>
            </a:r>
            <a:r>
              <a:rPr lang="en-IN" sz="1400" dirty="0">
                <a:latin typeface="Consolas" panose="020B0609020204030204" pitchFamily="49" charset="0"/>
              </a:rPr>
              <a:t>(“</a:t>
            </a:r>
            <a:r>
              <a:rPr lang="en-IN" sz="1400" dirty="0">
                <a:solidFill>
                  <a:schemeClr val="accent1"/>
                </a:solidFill>
                <a:latin typeface="Consolas" panose="020B0609020204030204" pitchFamily="49" charset="0"/>
              </a:rPr>
              <a:t>Any more students? </a:t>
            </a:r>
          </a:p>
          <a:p>
            <a:r>
              <a:rPr lang="en-IN" sz="1400" dirty="0">
                <a:solidFill>
                  <a:schemeClr val="accent1"/>
                </a:solidFill>
                <a:latin typeface="Consolas" panose="020B0609020204030204" pitchFamily="49" charset="0"/>
              </a:rPr>
              <a:t>                             (true or false)</a:t>
            </a:r>
            <a:r>
              <a:rPr lang="en-IN" sz="1400" dirty="0">
                <a:latin typeface="Consolas" panose="020B0609020204030204" pitchFamily="49" charset="0"/>
              </a:rPr>
              <a:t>”);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	result = </a:t>
            </a:r>
            <a:r>
              <a:rPr lang="en-IN" sz="1400" dirty="0" err="1">
                <a:latin typeface="Consolas" panose="020B0609020204030204" pitchFamily="49" charset="0"/>
              </a:rPr>
              <a:t>marks.nextBoolean</a:t>
            </a:r>
            <a:r>
              <a:rPr lang="en-IN" sz="1400" dirty="0">
                <a:latin typeface="Consolas" panose="020B0609020204030204" pitchFamily="49" charset="0"/>
              </a:rPr>
              <a:t>();</a:t>
            </a:r>
          </a:p>
          <a:p>
            <a:endParaRPr lang="en-IN" sz="1400" dirty="0">
              <a:latin typeface="Consolas" panose="020B0609020204030204" pitchFamily="49" charset="0"/>
            </a:endParaRPr>
          </a:p>
          <a:p>
            <a:r>
              <a:rPr lang="en-IN" sz="1400" dirty="0">
                <a:latin typeface="Consolas" panose="020B0609020204030204" pitchFamily="49" charset="0"/>
              </a:rPr>
              <a:t>       } 		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    }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826D0F-0FF8-4166-8CC3-3F42943A2ABE}"/>
              </a:ext>
            </a:extLst>
          </p:cNvPr>
          <p:cNvSpPr txBox="1"/>
          <p:nvPr/>
        </p:nvSpPr>
        <p:spPr>
          <a:xfrm>
            <a:off x="5261835" y="297075"/>
            <a:ext cx="2179489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>
                <a:latin typeface="Gill Sans MT" panose="020B0502020104020203" pitchFamily="34" charset="0"/>
              </a:rPr>
              <a:t>While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0369FC-C2D7-480C-A2B3-28179F28A811}"/>
              </a:ext>
            </a:extLst>
          </p:cNvPr>
          <p:cNvSpPr/>
          <p:nvPr/>
        </p:nvSpPr>
        <p:spPr>
          <a:xfrm>
            <a:off x="938306" y="1400078"/>
            <a:ext cx="2490951" cy="394138"/>
          </a:xfrm>
          <a:prstGeom prst="ellipse">
            <a:avLst/>
          </a:prstGeom>
          <a:noFill/>
          <a:ln>
            <a:solidFill>
              <a:srgbClr val="F8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273AB4-A215-453A-83B1-F76A984E439E}"/>
              </a:ext>
            </a:extLst>
          </p:cNvPr>
          <p:cNvSpPr/>
          <p:nvPr/>
        </p:nvSpPr>
        <p:spPr>
          <a:xfrm>
            <a:off x="687326" y="1980181"/>
            <a:ext cx="2490951" cy="394138"/>
          </a:xfrm>
          <a:prstGeom prst="ellipse">
            <a:avLst/>
          </a:prstGeom>
          <a:noFill/>
          <a:ln>
            <a:solidFill>
              <a:srgbClr val="F8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79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build="p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2D8A7-8461-4575-A561-FDB618981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7" y="48037"/>
            <a:ext cx="8128819" cy="704593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import </a:t>
            </a:r>
            <a:r>
              <a:rPr lang="en-IN" dirty="0" err="1">
                <a:solidFill>
                  <a:srgbClr val="C00000"/>
                </a:solidFill>
                <a:latin typeface="Consolas" panose="020B0609020204030204" pitchFamily="49" charset="0"/>
              </a:rPr>
              <a:t>java.util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.*;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public class </a:t>
            </a:r>
            <a:r>
              <a:rPr lang="en-IN" dirty="0" err="1">
                <a:latin typeface="Consolas" panose="020B0609020204030204" pitchFamily="49" charset="0"/>
              </a:rPr>
              <a:t>students_marks</a:t>
            </a:r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public static void </a:t>
            </a:r>
            <a:r>
              <a:rPr lang="en-IN" dirty="0">
                <a:latin typeface="Consolas" panose="020B0609020204030204" pitchFamily="49" charset="0"/>
              </a:rPr>
              <a:t>main(String[] </a:t>
            </a:r>
            <a:r>
              <a:rPr lang="en-IN" dirty="0" err="1">
                <a:latin typeface="Consolas" panose="020B0609020204030204" pitchFamily="49" charset="0"/>
              </a:rPr>
              <a:t>args</a:t>
            </a:r>
            <a:r>
              <a:rPr lang="en-IN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latin typeface="Consolas" panose="020B0609020204030204" pitchFamily="49" charset="0"/>
              </a:rPr>
              <a:t> maths, </a:t>
            </a:r>
            <a:r>
              <a:rPr lang="en-IN" dirty="0" err="1">
                <a:latin typeface="Consolas" panose="020B0609020204030204" pitchFamily="49" charset="0"/>
              </a:rPr>
              <a:t>phy</a:t>
            </a:r>
            <a:r>
              <a:rPr lang="en-IN" dirty="0">
                <a:latin typeface="Consolas" panose="020B0609020204030204" pitchFamily="49" charset="0"/>
              </a:rPr>
              <a:t>, </a:t>
            </a:r>
            <a:r>
              <a:rPr lang="en-IN" dirty="0" err="1">
                <a:latin typeface="Consolas" panose="020B0609020204030204" pitchFamily="49" charset="0"/>
              </a:rPr>
              <a:t>che</a:t>
            </a:r>
            <a:r>
              <a:rPr lang="en-IN" dirty="0">
                <a:latin typeface="Consolas" panose="020B0609020204030204" pitchFamily="49" charset="0"/>
              </a:rPr>
              <a:t>, </a:t>
            </a:r>
            <a:r>
              <a:rPr lang="en-IN" dirty="0" err="1">
                <a:latin typeface="Consolas" panose="020B0609020204030204" pitchFamily="49" charset="0"/>
              </a:rPr>
              <a:t>eng</a:t>
            </a:r>
            <a:r>
              <a:rPr lang="en-IN" dirty="0">
                <a:latin typeface="Consolas" panose="020B0609020204030204" pitchFamily="49" charset="0"/>
              </a:rPr>
              <a:t>, </a:t>
            </a:r>
            <a:r>
              <a:rPr lang="en-IN" dirty="0" err="1">
                <a:latin typeface="Consolas" panose="020B0609020204030204" pitchFamily="49" charset="0"/>
              </a:rPr>
              <a:t>compsc</a:t>
            </a:r>
            <a:r>
              <a:rPr lang="en-IN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double </a:t>
            </a:r>
            <a:r>
              <a:rPr lang="en-IN" dirty="0" err="1">
                <a:latin typeface="Consolas" panose="020B0609020204030204" pitchFamily="49" charset="0"/>
              </a:rPr>
              <a:t>finalscore</a:t>
            </a:r>
            <a:r>
              <a:rPr lang="en-IN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    </a:t>
            </a:r>
            <a:r>
              <a:rPr lang="en-IN" dirty="0" err="1">
                <a:solidFill>
                  <a:srgbClr val="C00000"/>
                </a:solidFill>
                <a:latin typeface="Consolas" panose="020B0609020204030204" pitchFamily="49" charset="0"/>
              </a:rPr>
              <a:t>boolean</a:t>
            </a:r>
            <a:r>
              <a:rPr lang="en-IN" dirty="0">
                <a:latin typeface="Consolas" panose="020B0609020204030204" pitchFamily="49" charset="0"/>
              </a:rPr>
              <a:t> result;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Scanner marks = new Scanner(System.in);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do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System.out.println</a:t>
            </a:r>
            <a:r>
              <a:rPr lang="en-IN" dirty="0">
                <a:latin typeface="Consolas" panose="020B0609020204030204" pitchFamily="49" charset="0"/>
              </a:rPr>
              <a:t>(“</a:t>
            </a:r>
            <a:r>
              <a:rPr lang="en-IN" dirty="0">
                <a:solidFill>
                  <a:schemeClr val="accent1"/>
                </a:solidFill>
                <a:latin typeface="Consolas" panose="020B0609020204030204" pitchFamily="49" charset="0"/>
              </a:rPr>
              <a:t>Enter Marks for Maths: </a:t>
            </a:r>
            <a:r>
              <a:rPr lang="en-IN" dirty="0">
                <a:latin typeface="Consolas" panose="020B0609020204030204" pitchFamily="49" charset="0"/>
              </a:rPr>
              <a:t>“);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maths=</a:t>
            </a:r>
            <a:r>
              <a:rPr lang="en-IN" dirty="0" err="1">
                <a:latin typeface="Consolas" panose="020B0609020204030204" pitchFamily="49" charset="0"/>
              </a:rPr>
              <a:t>marks.nextInt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System.out.println</a:t>
            </a:r>
            <a:r>
              <a:rPr lang="en-IN" dirty="0">
                <a:latin typeface="Consolas" panose="020B0609020204030204" pitchFamily="49" charset="0"/>
              </a:rPr>
              <a:t>(“</a:t>
            </a:r>
            <a:r>
              <a:rPr lang="en-IN" dirty="0">
                <a:solidFill>
                  <a:schemeClr val="accent1"/>
                </a:solidFill>
                <a:latin typeface="Consolas" panose="020B0609020204030204" pitchFamily="49" charset="0"/>
              </a:rPr>
              <a:t>Enter Marks for </a:t>
            </a:r>
            <a:r>
              <a:rPr lang="en-IN" dirty="0" err="1">
                <a:solidFill>
                  <a:schemeClr val="accent1"/>
                </a:solidFill>
                <a:latin typeface="Consolas" panose="020B0609020204030204" pitchFamily="49" charset="0"/>
              </a:rPr>
              <a:t>Phy</a:t>
            </a:r>
            <a:r>
              <a:rPr lang="en-IN" dirty="0">
                <a:solidFill>
                  <a:schemeClr val="accent1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latin typeface="Consolas" panose="020B0609020204030204" pitchFamily="49" charset="0"/>
              </a:rPr>
              <a:t>“);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phy</a:t>
            </a:r>
            <a:r>
              <a:rPr lang="en-IN" dirty="0">
                <a:latin typeface="Consolas" panose="020B0609020204030204" pitchFamily="49" charset="0"/>
              </a:rPr>
              <a:t>=</a:t>
            </a:r>
            <a:r>
              <a:rPr lang="en-IN" dirty="0" err="1">
                <a:latin typeface="Consolas" panose="020B0609020204030204" pitchFamily="49" charset="0"/>
              </a:rPr>
              <a:t>marks.nextInt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System.out.println</a:t>
            </a:r>
            <a:r>
              <a:rPr lang="en-IN" dirty="0">
                <a:latin typeface="Consolas" panose="020B0609020204030204" pitchFamily="49" charset="0"/>
              </a:rPr>
              <a:t>(“</a:t>
            </a:r>
            <a:r>
              <a:rPr lang="en-IN" dirty="0">
                <a:solidFill>
                  <a:schemeClr val="accent1"/>
                </a:solidFill>
                <a:latin typeface="Consolas" panose="020B0609020204030204" pitchFamily="49" charset="0"/>
              </a:rPr>
              <a:t>Enter Marks for Che:</a:t>
            </a:r>
            <a:r>
              <a:rPr lang="en-IN" dirty="0">
                <a:latin typeface="Consolas" panose="020B0609020204030204" pitchFamily="49" charset="0"/>
              </a:rPr>
              <a:t> “);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che</a:t>
            </a:r>
            <a:r>
              <a:rPr lang="en-IN" dirty="0">
                <a:latin typeface="Consolas" panose="020B0609020204030204" pitchFamily="49" charset="0"/>
              </a:rPr>
              <a:t>=</a:t>
            </a:r>
            <a:r>
              <a:rPr lang="en-IN" dirty="0" err="1">
                <a:latin typeface="Consolas" panose="020B0609020204030204" pitchFamily="49" charset="0"/>
              </a:rPr>
              <a:t>marks.nextInt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System.out.println</a:t>
            </a:r>
            <a:r>
              <a:rPr lang="en-IN" dirty="0">
                <a:latin typeface="Consolas" panose="020B0609020204030204" pitchFamily="49" charset="0"/>
              </a:rPr>
              <a:t>(“</a:t>
            </a:r>
            <a:r>
              <a:rPr lang="en-IN" dirty="0">
                <a:solidFill>
                  <a:schemeClr val="accent1"/>
                </a:solidFill>
                <a:latin typeface="Consolas" panose="020B0609020204030204" pitchFamily="49" charset="0"/>
              </a:rPr>
              <a:t>Enter Marks for Eng:</a:t>
            </a:r>
            <a:r>
              <a:rPr lang="en-IN" dirty="0">
                <a:latin typeface="Consolas" panose="020B0609020204030204" pitchFamily="49" charset="0"/>
              </a:rPr>
              <a:t> “);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eng</a:t>
            </a:r>
            <a:r>
              <a:rPr lang="en-IN" dirty="0">
                <a:latin typeface="Consolas" panose="020B0609020204030204" pitchFamily="49" charset="0"/>
              </a:rPr>
              <a:t>=</a:t>
            </a:r>
            <a:r>
              <a:rPr lang="en-IN" dirty="0" err="1">
                <a:latin typeface="Consolas" panose="020B0609020204030204" pitchFamily="49" charset="0"/>
              </a:rPr>
              <a:t>marks.nextInt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System.out.println</a:t>
            </a:r>
            <a:r>
              <a:rPr lang="en-IN" dirty="0">
                <a:latin typeface="Consolas" panose="020B0609020204030204" pitchFamily="49" charset="0"/>
              </a:rPr>
              <a:t>(“</a:t>
            </a:r>
            <a:r>
              <a:rPr lang="en-IN" dirty="0">
                <a:solidFill>
                  <a:schemeClr val="accent1"/>
                </a:solidFill>
                <a:latin typeface="Consolas" panose="020B0609020204030204" pitchFamily="49" charset="0"/>
              </a:rPr>
              <a:t>Enter Marks for </a:t>
            </a:r>
            <a:r>
              <a:rPr lang="en-IN" dirty="0" err="1">
                <a:solidFill>
                  <a:schemeClr val="accent1"/>
                </a:solidFill>
                <a:latin typeface="Consolas" panose="020B0609020204030204" pitchFamily="49" charset="0"/>
              </a:rPr>
              <a:t>CompSc</a:t>
            </a:r>
            <a:r>
              <a:rPr lang="en-IN" dirty="0">
                <a:solidFill>
                  <a:schemeClr val="accent1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latin typeface="Consolas" panose="020B0609020204030204" pitchFamily="49" charset="0"/>
              </a:rPr>
              <a:t> “);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compsc</a:t>
            </a:r>
            <a:r>
              <a:rPr lang="en-IN" dirty="0">
                <a:latin typeface="Consolas" panose="020B0609020204030204" pitchFamily="49" charset="0"/>
              </a:rPr>
              <a:t>=</a:t>
            </a:r>
            <a:r>
              <a:rPr lang="en-IN" dirty="0" err="1">
                <a:latin typeface="Consolas" panose="020B0609020204030204" pitchFamily="49" charset="0"/>
              </a:rPr>
              <a:t>marks.nextInt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</a:t>
            </a:r>
            <a:r>
              <a:rPr lang="en-IN" dirty="0" err="1">
                <a:latin typeface="Consolas" panose="020B0609020204030204" pitchFamily="49" charset="0"/>
              </a:rPr>
              <a:t>finalscore</a:t>
            </a:r>
            <a:r>
              <a:rPr lang="en-IN" dirty="0">
                <a:latin typeface="Consolas" panose="020B0609020204030204" pitchFamily="49" charset="0"/>
              </a:rPr>
              <a:t>=(</a:t>
            </a:r>
            <a:r>
              <a:rPr lang="en-IN" dirty="0" err="1">
                <a:latin typeface="Consolas" panose="020B0609020204030204" pitchFamily="49" charset="0"/>
              </a:rPr>
              <a:t>maths+eng+phy+che+compsc</a:t>
            </a:r>
            <a:r>
              <a:rPr lang="en-IN" dirty="0">
                <a:latin typeface="Consolas" panose="020B0609020204030204" pitchFamily="49" charset="0"/>
              </a:rPr>
              <a:t>)/5;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if (</a:t>
            </a:r>
            <a:r>
              <a:rPr lang="en-IN" dirty="0" err="1">
                <a:latin typeface="Consolas" panose="020B0609020204030204" pitchFamily="49" charset="0"/>
              </a:rPr>
              <a:t>finalscore</a:t>
            </a:r>
            <a:r>
              <a:rPr lang="en-IN" dirty="0">
                <a:latin typeface="Consolas" panose="020B0609020204030204" pitchFamily="49" charset="0"/>
              </a:rPr>
              <a:t> &gt;90)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	</a:t>
            </a:r>
            <a:r>
              <a:rPr lang="en-IN" dirty="0" err="1">
                <a:latin typeface="Consolas" panose="020B0609020204030204" pitchFamily="49" charset="0"/>
              </a:rPr>
              <a:t>System.out.println</a:t>
            </a:r>
            <a:r>
              <a:rPr lang="en-IN" dirty="0">
                <a:latin typeface="Consolas" panose="020B0609020204030204" pitchFamily="49" charset="0"/>
              </a:rPr>
              <a:t>(“</a:t>
            </a:r>
            <a:r>
              <a:rPr lang="en-IN" dirty="0">
                <a:solidFill>
                  <a:schemeClr val="accent1"/>
                </a:solidFill>
                <a:latin typeface="Consolas" panose="020B0609020204030204" pitchFamily="49" charset="0"/>
              </a:rPr>
              <a:t>Excellent</a:t>
            </a:r>
            <a:r>
              <a:rPr lang="en-IN" dirty="0">
                <a:latin typeface="Consolas" panose="020B0609020204030204" pitchFamily="49" charset="0"/>
              </a:rPr>
              <a:t>”);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else if (</a:t>
            </a:r>
            <a:r>
              <a:rPr lang="en-IN" dirty="0" err="1">
                <a:latin typeface="Consolas" panose="020B0609020204030204" pitchFamily="49" charset="0"/>
              </a:rPr>
              <a:t>finalscore</a:t>
            </a:r>
            <a:r>
              <a:rPr lang="en-IN" dirty="0">
                <a:latin typeface="Consolas" panose="020B0609020204030204" pitchFamily="49" charset="0"/>
              </a:rPr>
              <a:t>&gt;80)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			</a:t>
            </a:r>
            <a:r>
              <a:rPr lang="en-IN" dirty="0" err="1">
                <a:latin typeface="Consolas" panose="020B0609020204030204" pitchFamily="49" charset="0"/>
              </a:rPr>
              <a:t>System.out.println</a:t>
            </a:r>
            <a:r>
              <a:rPr lang="en-IN" dirty="0">
                <a:latin typeface="Consolas" panose="020B0609020204030204" pitchFamily="49" charset="0"/>
              </a:rPr>
              <a:t>(“</a:t>
            </a:r>
            <a:r>
              <a:rPr lang="en-IN" dirty="0" err="1">
                <a:solidFill>
                  <a:schemeClr val="accent1"/>
                </a:solidFill>
                <a:latin typeface="Consolas" panose="020B0609020204030204" pitchFamily="49" charset="0"/>
              </a:rPr>
              <a:t>V.Good</a:t>
            </a:r>
            <a:r>
              <a:rPr lang="en-IN" dirty="0">
                <a:latin typeface="Consolas" panose="020B0609020204030204" pitchFamily="49" charset="0"/>
              </a:rPr>
              <a:t>”);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54C14-C0CC-4DF2-B4A0-E26B3699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2E17A-9405-4295-8607-E74D4C9CE2B8}"/>
              </a:ext>
            </a:extLst>
          </p:cNvPr>
          <p:cNvSpPr txBox="1"/>
          <p:nvPr/>
        </p:nvSpPr>
        <p:spPr>
          <a:xfrm>
            <a:off x="7241459" y="136525"/>
            <a:ext cx="49505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onsolas" panose="020B0609020204030204" pitchFamily="49" charset="0"/>
              </a:rPr>
              <a:t>	else if (</a:t>
            </a:r>
            <a:r>
              <a:rPr lang="en-IN" sz="1400" dirty="0" err="1">
                <a:latin typeface="Consolas" panose="020B0609020204030204" pitchFamily="49" charset="0"/>
              </a:rPr>
              <a:t>finalscore</a:t>
            </a:r>
            <a:r>
              <a:rPr lang="en-IN" sz="1400" dirty="0">
                <a:latin typeface="Consolas" panose="020B0609020204030204" pitchFamily="49" charset="0"/>
              </a:rPr>
              <a:t>&gt;60)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		</a:t>
            </a:r>
            <a:r>
              <a:rPr lang="en-IN" sz="1400" dirty="0" err="1">
                <a:latin typeface="Consolas" panose="020B0609020204030204" pitchFamily="49" charset="0"/>
              </a:rPr>
              <a:t>System.out.println</a:t>
            </a:r>
            <a:r>
              <a:rPr lang="en-IN" sz="1400" dirty="0">
                <a:latin typeface="Consolas" panose="020B0609020204030204" pitchFamily="49" charset="0"/>
              </a:rPr>
              <a:t>(“</a:t>
            </a:r>
            <a:r>
              <a:rPr lang="en-IN" sz="1400" dirty="0">
                <a:solidFill>
                  <a:schemeClr val="accent1"/>
                </a:solidFill>
                <a:latin typeface="Consolas" panose="020B0609020204030204" pitchFamily="49" charset="0"/>
              </a:rPr>
              <a:t>Good</a:t>
            </a:r>
            <a:r>
              <a:rPr lang="en-IN" sz="1400" dirty="0">
                <a:latin typeface="Consolas" panose="020B0609020204030204" pitchFamily="49" charset="0"/>
              </a:rPr>
              <a:t>”);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	else if (</a:t>
            </a:r>
            <a:r>
              <a:rPr lang="en-IN" sz="1400" dirty="0" err="1">
                <a:latin typeface="Consolas" panose="020B0609020204030204" pitchFamily="49" charset="0"/>
              </a:rPr>
              <a:t>finalscore</a:t>
            </a:r>
            <a:r>
              <a:rPr lang="en-IN" sz="1400" dirty="0">
                <a:latin typeface="Consolas" panose="020B0609020204030204" pitchFamily="49" charset="0"/>
              </a:rPr>
              <a:t> &gt;40)			         </a:t>
            </a:r>
            <a:r>
              <a:rPr lang="en-IN" sz="1400" dirty="0" err="1">
                <a:latin typeface="Consolas" panose="020B0609020204030204" pitchFamily="49" charset="0"/>
              </a:rPr>
              <a:t>System.out.println</a:t>
            </a:r>
            <a:r>
              <a:rPr lang="en-IN" sz="1400" dirty="0">
                <a:latin typeface="Consolas" panose="020B0609020204030204" pitchFamily="49" charset="0"/>
              </a:rPr>
              <a:t>(“</a:t>
            </a:r>
            <a:r>
              <a:rPr lang="en-IN" sz="1400" dirty="0">
                <a:solidFill>
                  <a:schemeClr val="accent1"/>
                </a:solidFill>
                <a:latin typeface="Consolas" panose="020B0609020204030204" pitchFamily="49" charset="0"/>
              </a:rPr>
              <a:t>Average</a:t>
            </a:r>
            <a:r>
              <a:rPr lang="en-IN" sz="1400" dirty="0">
                <a:latin typeface="Consolas" panose="020B0609020204030204" pitchFamily="49" charset="0"/>
              </a:rPr>
              <a:t>”);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	else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		</a:t>
            </a:r>
            <a:r>
              <a:rPr lang="en-IN" sz="1400" dirty="0" err="1">
                <a:latin typeface="Consolas" panose="020B0609020204030204" pitchFamily="49" charset="0"/>
              </a:rPr>
              <a:t>System.out.println</a:t>
            </a:r>
            <a:r>
              <a:rPr lang="en-IN" sz="1400" dirty="0">
                <a:latin typeface="Consolas" panose="020B0609020204030204" pitchFamily="49" charset="0"/>
              </a:rPr>
              <a:t>(“</a:t>
            </a:r>
            <a:r>
              <a:rPr lang="en-IN" sz="1400" dirty="0">
                <a:solidFill>
                  <a:schemeClr val="accent1"/>
                </a:solidFill>
                <a:latin typeface="Consolas" panose="020B0609020204030204" pitchFamily="49" charset="0"/>
              </a:rPr>
              <a:t>Poor</a:t>
            </a:r>
            <a:r>
              <a:rPr lang="en-IN" sz="1400" dirty="0">
                <a:latin typeface="Consolas" panose="020B0609020204030204" pitchFamily="49" charset="0"/>
              </a:rPr>
              <a:t>”);</a:t>
            </a:r>
          </a:p>
          <a:p>
            <a:endParaRPr lang="en-IN" sz="1400" dirty="0">
              <a:latin typeface="Consolas" panose="020B0609020204030204" pitchFamily="49" charset="0"/>
            </a:endParaRPr>
          </a:p>
          <a:p>
            <a:endParaRPr lang="en-IN" sz="1400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3FA500-1665-47B4-AED8-91222BDF6F63}"/>
              </a:ext>
            </a:extLst>
          </p:cNvPr>
          <p:cNvSpPr/>
          <p:nvPr/>
        </p:nvSpPr>
        <p:spPr>
          <a:xfrm>
            <a:off x="6447502" y="1533046"/>
            <a:ext cx="2920181" cy="3097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When to exit from loop?</a:t>
            </a:r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EC0965-899E-4EE6-8BF8-53DF36583910}"/>
              </a:ext>
            </a:extLst>
          </p:cNvPr>
          <p:cNvSpPr/>
          <p:nvPr/>
        </p:nvSpPr>
        <p:spPr>
          <a:xfrm>
            <a:off x="7241459" y="1952407"/>
            <a:ext cx="509751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Consolas" panose="020B0609020204030204" pitchFamily="49" charset="0"/>
              </a:rPr>
              <a:t>	</a:t>
            </a:r>
            <a:r>
              <a:rPr lang="en-IN" sz="1400" dirty="0" err="1">
                <a:latin typeface="Consolas" panose="020B0609020204030204" pitchFamily="49" charset="0"/>
              </a:rPr>
              <a:t>System.out.println</a:t>
            </a:r>
            <a:r>
              <a:rPr lang="en-IN" sz="1400" dirty="0">
                <a:latin typeface="Consolas" panose="020B0609020204030204" pitchFamily="49" charset="0"/>
              </a:rPr>
              <a:t>(“</a:t>
            </a:r>
            <a:r>
              <a:rPr lang="en-IN" sz="1400" dirty="0">
                <a:solidFill>
                  <a:schemeClr val="accent1"/>
                </a:solidFill>
                <a:latin typeface="Consolas" panose="020B0609020204030204" pitchFamily="49" charset="0"/>
              </a:rPr>
              <a:t>Any more students? </a:t>
            </a:r>
          </a:p>
          <a:p>
            <a:r>
              <a:rPr lang="en-IN" sz="1400" dirty="0">
                <a:solidFill>
                  <a:schemeClr val="accent1"/>
                </a:solidFill>
                <a:latin typeface="Consolas" panose="020B0609020204030204" pitchFamily="49" charset="0"/>
              </a:rPr>
              <a:t>                             (true or false)</a:t>
            </a:r>
            <a:r>
              <a:rPr lang="en-IN" sz="1400" dirty="0">
                <a:latin typeface="Consolas" panose="020B0609020204030204" pitchFamily="49" charset="0"/>
              </a:rPr>
              <a:t>”);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	result = </a:t>
            </a:r>
            <a:r>
              <a:rPr lang="en-IN" sz="1400" dirty="0" err="1">
                <a:latin typeface="Consolas" panose="020B0609020204030204" pitchFamily="49" charset="0"/>
              </a:rPr>
              <a:t>marks.nextBoolean</a:t>
            </a:r>
            <a:r>
              <a:rPr lang="en-IN" sz="1400" dirty="0">
                <a:latin typeface="Consolas" panose="020B0609020204030204" pitchFamily="49" charset="0"/>
              </a:rPr>
              <a:t>();</a:t>
            </a:r>
          </a:p>
          <a:p>
            <a:endParaRPr lang="en-IN" sz="1400" dirty="0">
              <a:latin typeface="Consolas" panose="020B0609020204030204" pitchFamily="49" charset="0"/>
            </a:endParaRPr>
          </a:p>
          <a:p>
            <a:r>
              <a:rPr lang="en-IN" sz="1400" dirty="0">
                <a:latin typeface="Consolas" panose="020B0609020204030204" pitchFamily="49" charset="0"/>
              </a:rPr>
              <a:t>	} while(result);		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    }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BCA58-52B8-455F-9E44-1C118B9B779A}"/>
              </a:ext>
            </a:extLst>
          </p:cNvPr>
          <p:cNvSpPr txBox="1"/>
          <p:nvPr/>
        </p:nvSpPr>
        <p:spPr>
          <a:xfrm>
            <a:off x="5261835" y="297075"/>
            <a:ext cx="2179489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>
                <a:latin typeface="Gill Sans MT" panose="020B0502020104020203" pitchFamily="34" charset="0"/>
              </a:rPr>
              <a:t>Do-while</a:t>
            </a:r>
          </a:p>
        </p:txBody>
      </p:sp>
    </p:spTree>
    <p:extLst>
      <p:ext uri="{BB962C8B-B14F-4D97-AF65-F5344CB8AC3E}">
        <p14:creationId xmlns:p14="http://schemas.microsoft.com/office/powerpoint/2010/main" val="33515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 animBg="1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2D8A7-8461-4575-A561-FDB618981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77" y="57671"/>
            <a:ext cx="7855650" cy="680152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Import </a:t>
            </a:r>
            <a:r>
              <a:rPr lang="en-IN" err="1">
                <a:solidFill>
                  <a:srgbClr val="C00000"/>
                </a:solidFill>
                <a:latin typeface="Consolas" panose="020B0609020204030204" pitchFamily="49" charset="0"/>
              </a:rPr>
              <a:t>java.util</a:t>
            </a: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.*;</a:t>
            </a:r>
          </a:p>
          <a:p>
            <a:pPr marL="0" indent="0">
              <a:buNone/>
            </a:pP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public class </a:t>
            </a:r>
            <a:r>
              <a:rPr lang="en-IN" err="1">
                <a:latin typeface="Consolas" panose="020B0609020204030204" pitchFamily="49" charset="0"/>
              </a:rPr>
              <a:t>students_marks</a:t>
            </a:r>
            <a:r>
              <a:rPr lang="en-IN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    </a:t>
            </a: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public static void </a:t>
            </a:r>
            <a:r>
              <a:rPr lang="en-IN">
                <a:latin typeface="Consolas" panose="020B0609020204030204" pitchFamily="49" charset="0"/>
              </a:rPr>
              <a:t>main(String[] </a:t>
            </a:r>
            <a:r>
              <a:rPr lang="en-IN" err="1">
                <a:latin typeface="Consolas" panose="020B0609020204030204" pitchFamily="49" charset="0"/>
              </a:rPr>
              <a:t>args</a:t>
            </a:r>
            <a:r>
              <a:rPr lang="en-IN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</a:t>
            </a: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IN">
                <a:latin typeface="Consolas" panose="020B0609020204030204" pitchFamily="49" charset="0"/>
              </a:rPr>
              <a:t> maths, </a:t>
            </a:r>
            <a:r>
              <a:rPr lang="en-IN" err="1">
                <a:latin typeface="Consolas" panose="020B0609020204030204" pitchFamily="49" charset="0"/>
              </a:rPr>
              <a:t>phy</a:t>
            </a:r>
            <a:r>
              <a:rPr lang="en-IN">
                <a:latin typeface="Consolas" panose="020B0609020204030204" pitchFamily="49" charset="0"/>
              </a:rPr>
              <a:t>, </a:t>
            </a:r>
            <a:r>
              <a:rPr lang="en-IN" err="1">
                <a:latin typeface="Consolas" panose="020B0609020204030204" pitchFamily="49" charset="0"/>
              </a:rPr>
              <a:t>che</a:t>
            </a:r>
            <a:r>
              <a:rPr lang="en-IN">
                <a:latin typeface="Consolas" panose="020B0609020204030204" pitchFamily="49" charset="0"/>
              </a:rPr>
              <a:t>, </a:t>
            </a:r>
            <a:r>
              <a:rPr lang="en-IN" err="1">
                <a:latin typeface="Consolas" panose="020B0609020204030204" pitchFamily="49" charset="0"/>
              </a:rPr>
              <a:t>eng</a:t>
            </a:r>
            <a:r>
              <a:rPr lang="en-IN">
                <a:latin typeface="Consolas" panose="020B0609020204030204" pitchFamily="49" charset="0"/>
              </a:rPr>
              <a:t>, </a:t>
            </a:r>
            <a:r>
              <a:rPr lang="en-IN" err="1">
                <a:latin typeface="Consolas" panose="020B0609020204030204" pitchFamily="49" charset="0"/>
              </a:rPr>
              <a:t>compsc</a:t>
            </a:r>
            <a:r>
              <a:rPr lang="en-IN">
                <a:latin typeface="Consolas" panose="020B0609020204030204" pitchFamily="49" charset="0"/>
              </a:rPr>
              <a:t>, </a:t>
            </a:r>
            <a:r>
              <a:rPr lang="en-IN" err="1">
                <a:latin typeface="Consolas" panose="020B0609020204030204" pitchFamily="49" charset="0"/>
              </a:rPr>
              <a:t>studentnumber</a:t>
            </a:r>
            <a:r>
              <a:rPr lang="en-IN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</a:t>
            </a:r>
            <a:r>
              <a:rPr lang="en-IN">
                <a:solidFill>
                  <a:srgbClr val="C00000"/>
                </a:solidFill>
                <a:latin typeface="Consolas" panose="020B0609020204030204" pitchFamily="49" charset="0"/>
              </a:rPr>
              <a:t>double </a:t>
            </a:r>
            <a:r>
              <a:rPr lang="en-IN" err="1">
                <a:latin typeface="Consolas" panose="020B0609020204030204" pitchFamily="49" charset="0"/>
              </a:rPr>
              <a:t>finalscore</a:t>
            </a:r>
            <a:r>
              <a:rPr lang="en-IN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         Scanner marks = new Scanner(System.in);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</a:t>
            </a:r>
            <a:r>
              <a:rPr lang="en-IN" err="1">
                <a:latin typeface="Consolas" panose="020B0609020204030204" pitchFamily="49" charset="0"/>
              </a:rPr>
              <a:t>studentnumber</a:t>
            </a:r>
            <a:r>
              <a:rPr lang="en-IN">
                <a:latin typeface="Consolas" panose="020B0609020204030204" pitchFamily="49" charset="0"/>
              </a:rPr>
              <a:t> = </a:t>
            </a:r>
            <a:r>
              <a:rPr lang="en-IN" err="1">
                <a:latin typeface="Consolas" panose="020B0609020204030204" pitchFamily="49" charset="0"/>
              </a:rPr>
              <a:t>marks.nextInt</a:t>
            </a:r>
            <a:r>
              <a:rPr lang="en-IN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</a:t>
            </a:r>
            <a:r>
              <a:rPr lang="en-IN" b="1">
                <a:latin typeface="Consolas" panose="020B0609020204030204" pitchFamily="49" charset="0"/>
              </a:rPr>
              <a:t>for(int </a:t>
            </a:r>
            <a:r>
              <a:rPr lang="en-IN" b="1" err="1">
                <a:latin typeface="Consolas" panose="020B0609020204030204" pitchFamily="49" charset="0"/>
              </a:rPr>
              <a:t>i</a:t>
            </a:r>
            <a:r>
              <a:rPr lang="en-IN" b="1">
                <a:latin typeface="Consolas" panose="020B0609020204030204" pitchFamily="49" charset="0"/>
              </a:rPr>
              <a:t>=0; </a:t>
            </a:r>
            <a:r>
              <a:rPr lang="en-IN" b="1" err="1">
                <a:latin typeface="Consolas" panose="020B0609020204030204" pitchFamily="49" charset="0"/>
              </a:rPr>
              <a:t>i</a:t>
            </a:r>
            <a:r>
              <a:rPr lang="en-IN" b="1">
                <a:latin typeface="Consolas" panose="020B0609020204030204" pitchFamily="49" charset="0"/>
              </a:rPr>
              <a:t>&lt;</a:t>
            </a:r>
            <a:r>
              <a:rPr lang="en-IN" b="1" err="1">
                <a:latin typeface="Consolas" panose="020B0609020204030204" pitchFamily="49" charset="0"/>
              </a:rPr>
              <a:t>studentnumber</a:t>
            </a:r>
            <a:r>
              <a:rPr lang="en-IN" b="1">
                <a:latin typeface="Consolas" panose="020B0609020204030204" pitchFamily="49" charset="0"/>
              </a:rPr>
              <a:t>; </a:t>
            </a:r>
            <a:r>
              <a:rPr lang="en-IN" b="1" err="1">
                <a:latin typeface="Consolas" panose="020B0609020204030204" pitchFamily="49" charset="0"/>
              </a:rPr>
              <a:t>i</a:t>
            </a:r>
            <a:r>
              <a:rPr lang="en-IN" b="1"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</a:t>
            </a:r>
            <a:r>
              <a:rPr lang="en-IN" err="1">
                <a:latin typeface="Consolas" panose="020B0609020204030204" pitchFamily="49" charset="0"/>
              </a:rPr>
              <a:t>System.out.println</a:t>
            </a:r>
            <a:r>
              <a:rPr lang="en-IN">
                <a:latin typeface="Consolas" panose="020B0609020204030204" pitchFamily="49" charset="0"/>
              </a:rPr>
              <a:t>(“</a:t>
            </a:r>
            <a:r>
              <a:rPr lang="en-IN">
                <a:solidFill>
                  <a:schemeClr val="accent1"/>
                </a:solidFill>
                <a:latin typeface="Consolas" panose="020B0609020204030204" pitchFamily="49" charset="0"/>
              </a:rPr>
              <a:t>Enter Marks for Maths: </a:t>
            </a:r>
            <a:r>
              <a:rPr lang="en-IN">
                <a:latin typeface="Consolas" panose="020B0609020204030204" pitchFamily="49" charset="0"/>
              </a:rPr>
              <a:t>“);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maths=</a:t>
            </a:r>
            <a:r>
              <a:rPr lang="en-IN" err="1">
                <a:latin typeface="Consolas" panose="020B0609020204030204" pitchFamily="49" charset="0"/>
              </a:rPr>
              <a:t>marks.nextInt</a:t>
            </a:r>
            <a:r>
              <a:rPr lang="en-IN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</a:t>
            </a:r>
            <a:r>
              <a:rPr lang="en-IN" err="1">
                <a:latin typeface="Consolas" panose="020B0609020204030204" pitchFamily="49" charset="0"/>
              </a:rPr>
              <a:t>System.out.println</a:t>
            </a:r>
            <a:r>
              <a:rPr lang="en-IN">
                <a:latin typeface="Consolas" panose="020B0609020204030204" pitchFamily="49" charset="0"/>
              </a:rPr>
              <a:t>(“</a:t>
            </a:r>
            <a:r>
              <a:rPr lang="en-IN">
                <a:solidFill>
                  <a:schemeClr val="accent1"/>
                </a:solidFill>
                <a:latin typeface="Consolas" panose="020B0609020204030204" pitchFamily="49" charset="0"/>
              </a:rPr>
              <a:t>Enter Marks for </a:t>
            </a:r>
            <a:r>
              <a:rPr lang="en-IN" err="1">
                <a:solidFill>
                  <a:schemeClr val="accent1"/>
                </a:solidFill>
                <a:latin typeface="Consolas" panose="020B0609020204030204" pitchFamily="49" charset="0"/>
              </a:rPr>
              <a:t>Phy</a:t>
            </a:r>
            <a:r>
              <a:rPr lang="en-IN">
                <a:solidFill>
                  <a:schemeClr val="accent1"/>
                </a:solidFill>
                <a:latin typeface="Consolas" panose="020B0609020204030204" pitchFamily="49" charset="0"/>
              </a:rPr>
              <a:t>: </a:t>
            </a:r>
            <a:r>
              <a:rPr lang="en-IN">
                <a:latin typeface="Consolas" panose="020B0609020204030204" pitchFamily="49" charset="0"/>
              </a:rPr>
              <a:t>“);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</a:t>
            </a:r>
            <a:r>
              <a:rPr lang="en-IN" err="1">
                <a:latin typeface="Consolas" panose="020B0609020204030204" pitchFamily="49" charset="0"/>
              </a:rPr>
              <a:t>phy</a:t>
            </a:r>
            <a:r>
              <a:rPr lang="en-IN">
                <a:latin typeface="Consolas" panose="020B0609020204030204" pitchFamily="49" charset="0"/>
              </a:rPr>
              <a:t>=</a:t>
            </a:r>
            <a:r>
              <a:rPr lang="en-IN" err="1">
                <a:latin typeface="Consolas" panose="020B0609020204030204" pitchFamily="49" charset="0"/>
              </a:rPr>
              <a:t>marks.nextInt</a:t>
            </a:r>
            <a:r>
              <a:rPr lang="en-IN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</a:t>
            </a:r>
            <a:r>
              <a:rPr lang="en-IN" err="1">
                <a:latin typeface="Consolas" panose="020B0609020204030204" pitchFamily="49" charset="0"/>
              </a:rPr>
              <a:t>System.out.println</a:t>
            </a:r>
            <a:r>
              <a:rPr lang="en-IN">
                <a:latin typeface="Consolas" panose="020B0609020204030204" pitchFamily="49" charset="0"/>
              </a:rPr>
              <a:t>(“</a:t>
            </a:r>
            <a:r>
              <a:rPr lang="en-IN">
                <a:solidFill>
                  <a:schemeClr val="accent1"/>
                </a:solidFill>
                <a:latin typeface="Consolas" panose="020B0609020204030204" pitchFamily="49" charset="0"/>
              </a:rPr>
              <a:t>Enter Marks for Che:</a:t>
            </a:r>
            <a:r>
              <a:rPr lang="en-IN">
                <a:latin typeface="Consolas" panose="020B0609020204030204" pitchFamily="49" charset="0"/>
              </a:rPr>
              <a:t> “);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</a:t>
            </a:r>
            <a:r>
              <a:rPr lang="en-IN" err="1">
                <a:latin typeface="Consolas" panose="020B0609020204030204" pitchFamily="49" charset="0"/>
              </a:rPr>
              <a:t>che</a:t>
            </a:r>
            <a:r>
              <a:rPr lang="en-IN">
                <a:latin typeface="Consolas" panose="020B0609020204030204" pitchFamily="49" charset="0"/>
              </a:rPr>
              <a:t>=</a:t>
            </a:r>
            <a:r>
              <a:rPr lang="en-IN" err="1">
                <a:latin typeface="Consolas" panose="020B0609020204030204" pitchFamily="49" charset="0"/>
              </a:rPr>
              <a:t>marks.nextInt</a:t>
            </a:r>
            <a:r>
              <a:rPr lang="en-IN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</a:t>
            </a:r>
            <a:r>
              <a:rPr lang="en-IN" err="1">
                <a:latin typeface="Consolas" panose="020B0609020204030204" pitchFamily="49" charset="0"/>
              </a:rPr>
              <a:t>System.out.println</a:t>
            </a:r>
            <a:r>
              <a:rPr lang="en-IN">
                <a:latin typeface="Consolas" panose="020B0609020204030204" pitchFamily="49" charset="0"/>
              </a:rPr>
              <a:t>(“</a:t>
            </a:r>
            <a:r>
              <a:rPr lang="en-IN">
                <a:solidFill>
                  <a:schemeClr val="accent1"/>
                </a:solidFill>
                <a:latin typeface="Consolas" panose="020B0609020204030204" pitchFamily="49" charset="0"/>
              </a:rPr>
              <a:t>Enter Marks for </a:t>
            </a:r>
            <a:r>
              <a:rPr lang="en-IN" err="1">
                <a:solidFill>
                  <a:schemeClr val="accent1"/>
                </a:solidFill>
                <a:latin typeface="Consolas" panose="020B0609020204030204" pitchFamily="49" charset="0"/>
              </a:rPr>
              <a:t>Eng</a:t>
            </a:r>
            <a:r>
              <a:rPr lang="en-IN">
                <a:solidFill>
                  <a:schemeClr val="accent1"/>
                </a:solidFill>
                <a:latin typeface="Consolas" panose="020B0609020204030204" pitchFamily="49" charset="0"/>
              </a:rPr>
              <a:t>:</a:t>
            </a:r>
            <a:r>
              <a:rPr lang="en-IN">
                <a:latin typeface="Consolas" panose="020B0609020204030204" pitchFamily="49" charset="0"/>
              </a:rPr>
              <a:t> “);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</a:t>
            </a:r>
            <a:r>
              <a:rPr lang="en-IN" err="1">
                <a:latin typeface="Consolas" panose="020B0609020204030204" pitchFamily="49" charset="0"/>
              </a:rPr>
              <a:t>eng</a:t>
            </a:r>
            <a:r>
              <a:rPr lang="en-IN">
                <a:latin typeface="Consolas" panose="020B0609020204030204" pitchFamily="49" charset="0"/>
              </a:rPr>
              <a:t>=</a:t>
            </a:r>
            <a:r>
              <a:rPr lang="en-IN" err="1">
                <a:latin typeface="Consolas" panose="020B0609020204030204" pitchFamily="49" charset="0"/>
              </a:rPr>
              <a:t>marks.nextInt</a:t>
            </a:r>
            <a:r>
              <a:rPr lang="en-IN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</a:t>
            </a:r>
            <a:r>
              <a:rPr lang="en-IN" err="1">
                <a:latin typeface="Consolas" panose="020B0609020204030204" pitchFamily="49" charset="0"/>
              </a:rPr>
              <a:t>System.out.println</a:t>
            </a:r>
            <a:r>
              <a:rPr lang="en-IN">
                <a:latin typeface="Consolas" panose="020B0609020204030204" pitchFamily="49" charset="0"/>
              </a:rPr>
              <a:t>(“</a:t>
            </a:r>
            <a:r>
              <a:rPr lang="en-IN">
                <a:solidFill>
                  <a:schemeClr val="accent1"/>
                </a:solidFill>
                <a:latin typeface="Consolas" panose="020B0609020204030204" pitchFamily="49" charset="0"/>
              </a:rPr>
              <a:t>Enter Marks for </a:t>
            </a:r>
            <a:r>
              <a:rPr lang="en-IN" err="1">
                <a:solidFill>
                  <a:schemeClr val="accent1"/>
                </a:solidFill>
                <a:latin typeface="Consolas" panose="020B0609020204030204" pitchFamily="49" charset="0"/>
              </a:rPr>
              <a:t>CompSc</a:t>
            </a:r>
            <a:r>
              <a:rPr lang="en-IN">
                <a:solidFill>
                  <a:schemeClr val="accent1"/>
                </a:solidFill>
                <a:latin typeface="Consolas" panose="020B0609020204030204" pitchFamily="49" charset="0"/>
              </a:rPr>
              <a:t>:</a:t>
            </a:r>
            <a:r>
              <a:rPr lang="en-IN">
                <a:latin typeface="Consolas" panose="020B0609020204030204" pitchFamily="49" charset="0"/>
              </a:rPr>
              <a:t> “);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</a:t>
            </a:r>
            <a:r>
              <a:rPr lang="en-IN" err="1">
                <a:latin typeface="Consolas" panose="020B0609020204030204" pitchFamily="49" charset="0"/>
              </a:rPr>
              <a:t>compsc</a:t>
            </a:r>
            <a:r>
              <a:rPr lang="en-IN">
                <a:latin typeface="Consolas" panose="020B0609020204030204" pitchFamily="49" charset="0"/>
              </a:rPr>
              <a:t>=</a:t>
            </a:r>
            <a:r>
              <a:rPr lang="en-IN" err="1">
                <a:latin typeface="Consolas" panose="020B0609020204030204" pitchFamily="49" charset="0"/>
              </a:rPr>
              <a:t>marks.nextInt</a:t>
            </a:r>
            <a:r>
              <a:rPr lang="en-IN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</a:t>
            </a:r>
            <a:r>
              <a:rPr lang="en-IN" err="1">
                <a:latin typeface="Consolas" panose="020B0609020204030204" pitchFamily="49" charset="0"/>
              </a:rPr>
              <a:t>finalscore</a:t>
            </a:r>
            <a:r>
              <a:rPr lang="en-IN">
                <a:latin typeface="Consolas" panose="020B0609020204030204" pitchFamily="49" charset="0"/>
              </a:rPr>
              <a:t>=(</a:t>
            </a:r>
            <a:r>
              <a:rPr lang="en-IN" err="1">
                <a:latin typeface="Consolas" panose="020B0609020204030204" pitchFamily="49" charset="0"/>
              </a:rPr>
              <a:t>maths+eng+phy+che+compsc</a:t>
            </a:r>
            <a:r>
              <a:rPr lang="en-IN">
                <a:latin typeface="Consolas" panose="020B0609020204030204" pitchFamily="49" charset="0"/>
              </a:rPr>
              <a:t>)/5;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if (</a:t>
            </a:r>
            <a:r>
              <a:rPr lang="en-IN" err="1">
                <a:latin typeface="Consolas" panose="020B0609020204030204" pitchFamily="49" charset="0"/>
              </a:rPr>
              <a:t>finalscore</a:t>
            </a:r>
            <a:r>
              <a:rPr lang="en-IN">
                <a:latin typeface="Consolas" panose="020B0609020204030204" pitchFamily="49" charset="0"/>
              </a:rPr>
              <a:t> &gt;90)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	</a:t>
            </a:r>
            <a:r>
              <a:rPr lang="en-IN" err="1">
                <a:latin typeface="Consolas" panose="020B0609020204030204" pitchFamily="49" charset="0"/>
              </a:rPr>
              <a:t>System.out.println</a:t>
            </a:r>
            <a:r>
              <a:rPr lang="en-IN">
                <a:latin typeface="Consolas" panose="020B0609020204030204" pitchFamily="49" charset="0"/>
              </a:rPr>
              <a:t>(“</a:t>
            </a:r>
            <a:r>
              <a:rPr lang="en-IN">
                <a:solidFill>
                  <a:schemeClr val="accent1"/>
                </a:solidFill>
                <a:latin typeface="Consolas" panose="020B0609020204030204" pitchFamily="49" charset="0"/>
              </a:rPr>
              <a:t>Excellent</a:t>
            </a:r>
            <a:r>
              <a:rPr lang="en-IN">
                <a:latin typeface="Consolas" panose="020B0609020204030204" pitchFamily="49" charset="0"/>
              </a:rPr>
              <a:t>”);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		else if (</a:t>
            </a:r>
            <a:r>
              <a:rPr lang="en-IN" err="1">
                <a:latin typeface="Consolas" panose="020B0609020204030204" pitchFamily="49" charset="0"/>
              </a:rPr>
              <a:t>finalscore</a:t>
            </a:r>
            <a:r>
              <a:rPr lang="en-IN">
                <a:latin typeface="Consolas" panose="020B0609020204030204" pitchFamily="49" charset="0"/>
              </a:rPr>
              <a:t>&gt;80)</a:t>
            </a: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 			</a:t>
            </a:r>
            <a:r>
              <a:rPr lang="en-IN" err="1">
                <a:latin typeface="Consolas" panose="020B0609020204030204" pitchFamily="49" charset="0"/>
              </a:rPr>
              <a:t>System.out.println</a:t>
            </a:r>
            <a:r>
              <a:rPr lang="en-IN">
                <a:latin typeface="Consolas" panose="020B0609020204030204" pitchFamily="49" charset="0"/>
              </a:rPr>
              <a:t>(“</a:t>
            </a:r>
            <a:r>
              <a:rPr lang="en-IN" err="1">
                <a:solidFill>
                  <a:schemeClr val="accent1"/>
                </a:solidFill>
                <a:latin typeface="Consolas" panose="020B0609020204030204" pitchFamily="49" charset="0"/>
              </a:rPr>
              <a:t>V.Good</a:t>
            </a:r>
            <a:r>
              <a:rPr lang="en-IN">
                <a:latin typeface="Consolas" panose="020B0609020204030204" pitchFamily="49" charset="0"/>
              </a:rPr>
              <a:t>”);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54C14-C0CC-4DF2-B4A0-E26B3699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2E17A-9405-4295-8607-E74D4C9CE2B8}"/>
              </a:ext>
            </a:extLst>
          </p:cNvPr>
          <p:cNvSpPr txBox="1"/>
          <p:nvPr/>
        </p:nvSpPr>
        <p:spPr>
          <a:xfrm>
            <a:off x="7241458" y="828413"/>
            <a:ext cx="495054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Consolas" panose="020B0609020204030204" pitchFamily="49" charset="0"/>
              </a:rPr>
              <a:t>	else if (</a:t>
            </a:r>
            <a:r>
              <a:rPr lang="en-IN" sz="1400" err="1">
                <a:latin typeface="Consolas" panose="020B0609020204030204" pitchFamily="49" charset="0"/>
              </a:rPr>
              <a:t>finalscore</a:t>
            </a:r>
            <a:r>
              <a:rPr lang="en-IN" sz="1400">
                <a:latin typeface="Consolas" panose="020B0609020204030204" pitchFamily="49" charset="0"/>
              </a:rPr>
              <a:t>&gt;60)</a:t>
            </a:r>
          </a:p>
          <a:p>
            <a:r>
              <a:rPr lang="en-IN" sz="1400">
                <a:latin typeface="Consolas" panose="020B0609020204030204" pitchFamily="49" charset="0"/>
              </a:rPr>
              <a:t>		</a:t>
            </a:r>
            <a:r>
              <a:rPr lang="en-IN" sz="1400" err="1">
                <a:latin typeface="Consolas" panose="020B0609020204030204" pitchFamily="49" charset="0"/>
              </a:rPr>
              <a:t>System.out.println</a:t>
            </a:r>
            <a:r>
              <a:rPr lang="en-IN" sz="1400">
                <a:latin typeface="Consolas" panose="020B0609020204030204" pitchFamily="49" charset="0"/>
              </a:rPr>
              <a:t>(“</a:t>
            </a:r>
            <a:r>
              <a:rPr lang="en-IN" sz="1400">
                <a:solidFill>
                  <a:schemeClr val="accent1"/>
                </a:solidFill>
                <a:latin typeface="Consolas" panose="020B0609020204030204" pitchFamily="49" charset="0"/>
              </a:rPr>
              <a:t>Good</a:t>
            </a:r>
            <a:r>
              <a:rPr lang="en-IN" sz="1400">
                <a:latin typeface="Consolas" panose="020B0609020204030204" pitchFamily="49" charset="0"/>
              </a:rPr>
              <a:t>”);</a:t>
            </a:r>
          </a:p>
          <a:p>
            <a:r>
              <a:rPr lang="en-IN" sz="1400">
                <a:latin typeface="Consolas" panose="020B0609020204030204" pitchFamily="49" charset="0"/>
              </a:rPr>
              <a:t>	else if (</a:t>
            </a:r>
            <a:r>
              <a:rPr lang="en-IN" sz="1400" err="1">
                <a:latin typeface="Consolas" panose="020B0609020204030204" pitchFamily="49" charset="0"/>
              </a:rPr>
              <a:t>finalscore</a:t>
            </a:r>
            <a:r>
              <a:rPr lang="en-IN" sz="1400">
                <a:latin typeface="Consolas" panose="020B0609020204030204" pitchFamily="49" charset="0"/>
              </a:rPr>
              <a:t> &gt;40)			         </a:t>
            </a:r>
            <a:r>
              <a:rPr lang="en-IN" sz="1400" err="1">
                <a:latin typeface="Consolas" panose="020B0609020204030204" pitchFamily="49" charset="0"/>
              </a:rPr>
              <a:t>System.out.println</a:t>
            </a:r>
            <a:r>
              <a:rPr lang="en-IN" sz="1400">
                <a:latin typeface="Consolas" panose="020B0609020204030204" pitchFamily="49" charset="0"/>
              </a:rPr>
              <a:t>(“</a:t>
            </a:r>
            <a:r>
              <a:rPr lang="en-IN" sz="1400">
                <a:solidFill>
                  <a:schemeClr val="accent1"/>
                </a:solidFill>
                <a:latin typeface="Consolas" panose="020B0609020204030204" pitchFamily="49" charset="0"/>
              </a:rPr>
              <a:t>Average</a:t>
            </a:r>
            <a:r>
              <a:rPr lang="en-IN" sz="1400">
                <a:latin typeface="Consolas" panose="020B0609020204030204" pitchFamily="49" charset="0"/>
              </a:rPr>
              <a:t>”);</a:t>
            </a:r>
          </a:p>
          <a:p>
            <a:r>
              <a:rPr lang="en-IN" sz="1400">
                <a:latin typeface="Consolas" panose="020B0609020204030204" pitchFamily="49" charset="0"/>
              </a:rPr>
              <a:t>	else</a:t>
            </a:r>
          </a:p>
          <a:p>
            <a:r>
              <a:rPr lang="en-IN" sz="1400">
                <a:latin typeface="Consolas" panose="020B0609020204030204" pitchFamily="49" charset="0"/>
              </a:rPr>
              <a:t>		</a:t>
            </a:r>
            <a:r>
              <a:rPr lang="en-IN" sz="1400" err="1">
                <a:latin typeface="Consolas" panose="020B0609020204030204" pitchFamily="49" charset="0"/>
              </a:rPr>
              <a:t>System.out.println</a:t>
            </a:r>
            <a:r>
              <a:rPr lang="en-IN" sz="1400">
                <a:latin typeface="Consolas" panose="020B0609020204030204" pitchFamily="49" charset="0"/>
              </a:rPr>
              <a:t>(“</a:t>
            </a:r>
            <a:r>
              <a:rPr lang="en-IN" sz="1400">
                <a:solidFill>
                  <a:schemeClr val="accent1"/>
                </a:solidFill>
                <a:latin typeface="Consolas" panose="020B0609020204030204" pitchFamily="49" charset="0"/>
              </a:rPr>
              <a:t>Poor</a:t>
            </a:r>
            <a:r>
              <a:rPr lang="en-IN" sz="1400">
                <a:latin typeface="Consolas" panose="020B0609020204030204" pitchFamily="49" charset="0"/>
              </a:rPr>
              <a:t>”);</a:t>
            </a:r>
          </a:p>
          <a:p>
            <a:endParaRPr lang="en-IN" sz="1400">
              <a:latin typeface="Consolas" panose="020B0609020204030204" pitchFamily="49" charset="0"/>
            </a:endParaRPr>
          </a:p>
          <a:p>
            <a:r>
              <a:rPr lang="en-IN" sz="1400">
                <a:latin typeface="Consolas" panose="020B0609020204030204" pitchFamily="49" charset="0"/>
              </a:rPr>
              <a:t>       } 		</a:t>
            </a:r>
          </a:p>
          <a:p>
            <a:r>
              <a:rPr lang="en-IN" sz="1400">
                <a:latin typeface="Consolas" panose="020B0609020204030204" pitchFamily="49" charset="0"/>
              </a:rPr>
              <a:t>    }</a:t>
            </a:r>
          </a:p>
          <a:p>
            <a:r>
              <a:rPr lang="en-IN" sz="14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3FA500-1665-47B4-AED8-91222BDF6F63}"/>
              </a:ext>
            </a:extLst>
          </p:cNvPr>
          <p:cNvSpPr/>
          <p:nvPr/>
        </p:nvSpPr>
        <p:spPr>
          <a:xfrm>
            <a:off x="8589707" y="3815368"/>
            <a:ext cx="3271683" cy="7382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When you know total number of students in class.</a:t>
            </a:r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23236E-3D83-4222-8F31-F7F72CC085EB}"/>
              </a:ext>
            </a:extLst>
          </p:cNvPr>
          <p:cNvSpPr/>
          <p:nvPr/>
        </p:nvSpPr>
        <p:spPr>
          <a:xfrm>
            <a:off x="4645742" y="899653"/>
            <a:ext cx="1578078" cy="324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2C4246-1105-475D-B4DA-DA4E1C52A743}"/>
              </a:ext>
            </a:extLst>
          </p:cNvPr>
          <p:cNvSpPr/>
          <p:nvPr/>
        </p:nvSpPr>
        <p:spPr>
          <a:xfrm>
            <a:off x="943282" y="1553840"/>
            <a:ext cx="3569110" cy="324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E71CF7-2CBC-4EE8-8B5B-44BC124D97BD}"/>
              </a:ext>
            </a:extLst>
          </p:cNvPr>
          <p:cNvSpPr/>
          <p:nvPr/>
        </p:nvSpPr>
        <p:spPr>
          <a:xfrm>
            <a:off x="1076632" y="1954504"/>
            <a:ext cx="3805084" cy="324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38B4F6-7A64-4DC9-B658-40B97E70D97F}"/>
              </a:ext>
            </a:extLst>
          </p:cNvPr>
          <p:cNvSpPr txBox="1"/>
          <p:nvPr/>
        </p:nvSpPr>
        <p:spPr>
          <a:xfrm>
            <a:off x="5642895" y="212235"/>
            <a:ext cx="2179489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>
                <a:latin typeface="Gill Sans MT" panose="020B0502020104020203" pitchFamily="34" charset="0"/>
              </a:rPr>
              <a:t>For</a:t>
            </a:r>
          </a:p>
        </p:txBody>
      </p:sp>
    </p:spTree>
    <p:extLst>
      <p:ext uri="{BB962C8B-B14F-4D97-AF65-F5344CB8AC3E}">
        <p14:creationId xmlns:p14="http://schemas.microsoft.com/office/powerpoint/2010/main" val="76045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 animBg="1"/>
      <p:bldP spid="2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7747B-FC93-444C-AD15-FF2FFBB7A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3097" y="2653315"/>
            <a:ext cx="4380186" cy="7756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dirty="0">
                <a:solidFill>
                  <a:srgbClr val="C00000"/>
                </a:solidFill>
                <a:latin typeface="Gill Sans MT" panose="020B0502020104020203" pitchFamily="34" charset="0"/>
              </a:rPr>
              <a:t>THANK YOU….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64523-E918-4897-9A82-4D30A10A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C0951-10B0-4509-9BA5-FD8683A6F967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491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4f19b1-23d1-4256-85b7-751a04667b80" xsi:nil="true"/>
    <lcf76f155ced4ddcb4097134ff3c332f xmlns="1ff8b294-f911-4921-bab2-b129d30999a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024F883C1EB439D9CEBB07B391432" ma:contentTypeVersion="15" ma:contentTypeDescription="Create a new document." ma:contentTypeScope="" ma:versionID="6f22b1dbeecc3e7de865b1be03530839">
  <xsd:schema xmlns:xsd="http://www.w3.org/2001/XMLSchema" xmlns:xs="http://www.w3.org/2001/XMLSchema" xmlns:p="http://schemas.microsoft.com/office/2006/metadata/properties" xmlns:ns2="1ff8b294-f911-4921-bab2-b129d30999ae" xmlns:ns3="e44f19b1-23d1-4256-85b7-751a04667b80" targetNamespace="http://schemas.microsoft.com/office/2006/metadata/properties" ma:root="true" ma:fieldsID="75f53b8d75ebd5e719e62bb1ec10ff60" ns2:_="" ns3:_="">
    <xsd:import namespace="1ff8b294-f911-4921-bab2-b129d30999ae"/>
    <xsd:import namespace="e44f19b1-23d1-4256-85b7-751a04667b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8b294-f911-4921-bab2-b129d30999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2c9b6d1-cdd5-49c1-8e2f-edd4e44511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f19b1-23d1-4256-85b7-751a04667b8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729088f-7ac0-41da-9388-edb58686ae28}" ma:internalName="TaxCatchAll" ma:showField="CatchAllData" ma:web="e44f19b1-23d1-4256-85b7-751a04667b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214A3B-1D8F-415F-A47E-2945255489C7}">
  <ds:schemaRefs>
    <ds:schemaRef ds:uri="1ff8b294-f911-4921-bab2-b129d30999ae"/>
    <ds:schemaRef ds:uri="e44f19b1-23d1-4256-85b7-751a04667b80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CB8F762-8140-436A-9DF0-163F4647DE8E}">
  <ds:schemaRefs>
    <ds:schemaRef ds:uri="1ff8b294-f911-4921-bab2-b129d30999ae"/>
    <ds:schemaRef ds:uri="e44f19b1-23d1-4256-85b7-751a04667b8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E0ABD9E-DE0E-4565-85E8-679D68F339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61</TotalTime>
  <Words>1950</Words>
  <Application>Microsoft Office PowerPoint</Application>
  <PresentationFormat>Widescreen</PresentationFormat>
  <Paragraphs>381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Arial Rounded MT Bold</vt:lpstr>
      <vt:lpstr>Baskerville Old Face</vt:lpstr>
      <vt:lpstr>Calibri</vt:lpstr>
      <vt:lpstr>Calibri Light</vt:lpstr>
      <vt:lpstr>Consolas</vt:lpstr>
      <vt:lpstr>Courier New</vt:lpstr>
      <vt:lpstr>Gill Sans MT</vt:lpstr>
      <vt:lpstr>Office Theme</vt:lpstr>
      <vt:lpstr>Object Oriented Paradigm</vt:lpstr>
      <vt:lpstr>Java User Input</vt:lpstr>
      <vt:lpstr>Scanner Methods </vt:lpstr>
      <vt:lpstr>Content</vt:lpstr>
      <vt:lpstr>Program - 1</vt:lpstr>
      <vt:lpstr>Control Statements</vt:lpstr>
      <vt:lpstr>PowerPoint Presentation</vt:lpstr>
      <vt:lpstr>Selection Statements</vt:lpstr>
      <vt:lpstr>Selection Statements</vt:lpstr>
      <vt:lpstr>Selection Statements</vt:lpstr>
      <vt:lpstr>Program 2</vt:lpstr>
      <vt:lpstr>retail_shop.java</vt:lpstr>
      <vt:lpstr>Control Statements</vt:lpstr>
      <vt:lpstr>Jump Statements</vt:lpstr>
      <vt:lpstr>Program 3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Sreedevi - A. G [CSE]</dc:creator>
  <cp:lastModifiedBy>priyankahpi7@outlook.com</cp:lastModifiedBy>
  <cp:revision>8</cp:revision>
  <dcterms:created xsi:type="dcterms:W3CDTF">2020-07-16T06:46:11Z</dcterms:created>
  <dcterms:modified xsi:type="dcterms:W3CDTF">2025-12-23T08:11:01Z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0x010100C1F024F883C1EB439D9CEBB07B391432</vt:lpwstr>
  </property>
  <property fmtid="{D5CDD505-2E9C-101B-9397-08002B2CF9AE}" pid="3" name="MediaServiceImageTags">
    <vt:lpwstr/>
  </property>
</Properties>
</file>