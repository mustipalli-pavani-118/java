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9"/>
  </p:notesMasterIdLst>
  <p:sldIdLst>
    <p:sldId id="256" r:id="rId5"/>
    <p:sldId id="402" r:id="rId6"/>
    <p:sldId id="407" r:id="rId7"/>
    <p:sldId id="409" r:id="rId8"/>
    <p:sldId id="408" r:id="rId9"/>
    <p:sldId id="434" r:id="rId10"/>
    <p:sldId id="411" r:id="rId11"/>
    <p:sldId id="435" r:id="rId12"/>
    <p:sldId id="436" r:id="rId13"/>
    <p:sldId id="288" r:id="rId14"/>
    <p:sldId id="437" r:id="rId15"/>
    <p:sldId id="438" r:id="rId16"/>
    <p:sldId id="417" r:id="rId17"/>
    <p:sldId id="418" r:id="rId18"/>
    <p:sldId id="439" r:id="rId19"/>
    <p:sldId id="440" r:id="rId20"/>
    <p:sldId id="419" r:id="rId21"/>
    <p:sldId id="404" r:id="rId22"/>
    <p:sldId id="410" r:id="rId23"/>
    <p:sldId id="420" r:id="rId24"/>
    <p:sldId id="421" r:id="rId25"/>
    <p:sldId id="423" r:id="rId26"/>
    <p:sldId id="424" r:id="rId27"/>
    <p:sldId id="422" r:id="rId28"/>
    <p:sldId id="425" r:id="rId29"/>
    <p:sldId id="426" r:id="rId30"/>
    <p:sldId id="431" r:id="rId31"/>
    <p:sldId id="427" r:id="rId32"/>
    <p:sldId id="428" r:id="rId33"/>
    <p:sldId id="429" r:id="rId34"/>
    <p:sldId id="430" r:id="rId35"/>
    <p:sldId id="432" r:id="rId36"/>
    <p:sldId id="433" r:id="rId37"/>
    <p:sldId id="30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reedevi - A. G [CSE]" initials="S-AG[" lastIdx="1" clrIdx="0">
    <p:extLst>
      <p:ext uri="{19B8F6BF-5375-455C-9EA6-DF929625EA0E}">
        <p15:presenceInfo xmlns:p15="http://schemas.microsoft.com/office/powerpoint/2012/main" userId="S::ag_sreedevi@ch.amrita.edu::5cf47449-855e-499b-bb03-097a232ec37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FC44"/>
    <a:srgbClr val="F93548"/>
    <a:srgbClr val="FF8837"/>
    <a:srgbClr val="FF6600"/>
    <a:srgbClr val="FFFF87"/>
    <a:srgbClr val="FFA365"/>
    <a:srgbClr val="FFCCFF"/>
    <a:srgbClr val="5AA3E6"/>
    <a:srgbClr val="FFCC99"/>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577C41-D276-DA83-AEA3-998D7973B3C5}" v="1" dt="2022-11-27T16:49:15.107"/>
    <p1510:client id="{3590CE26-EF96-2918-1181-EBF295C2F6B4}" v="2" dt="2022-11-27T17:13:39.429"/>
    <p1510:client id="{3E9ABAC9-8C46-AE15-B25A-7ACFB42B5E93}" v="8" dt="2022-12-27T05:12:35.795"/>
    <p1510:client id="{615AD089-C639-704B-B5CB-0D4D397BDC40}" v="2" dt="2022-11-27T18:41:00.495"/>
    <p1510:client id="{B2E9C43C-5D0A-47AA-BB3A-60131F09EA8A}" v="1" dt="2022-12-27T08:28:41.015"/>
    <p1510:client id="{C2C6706E-6D05-2F09-0812-DEBF6E14087E}" v="1" dt="2022-11-27T13:13:31.235"/>
    <p1510:client id="{C883D25F-B926-084F-1D95-F51D2CE29D3C}" v="1" dt="2023-09-02T03:26:23.543"/>
    <p1510:client id="{F2ACB6F9-AFC5-5D9B-E40A-19E7B538C117}" v="1" dt="2022-11-26T16:33:58.8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Kumar - [CH.EN.U4CSE21103]" userId="S::ch.en.u4cse21103@ch.students.amrita.edu::4678617e-570f-48c5-a5d8-043f894b95a4" providerId="AD" clId="Web-{B2E9C43C-5D0A-47AA-BB3A-60131F09EA8A}"/>
    <pc:docChg chg="modSld">
      <pc:chgData name="Aman Kumar - [CH.EN.U4CSE21103]" userId="S::ch.en.u4cse21103@ch.students.amrita.edu::4678617e-570f-48c5-a5d8-043f894b95a4" providerId="AD" clId="Web-{B2E9C43C-5D0A-47AA-BB3A-60131F09EA8A}" dt="2022-12-27T08:28:41.015" v="0" actId="1076"/>
      <pc:docMkLst>
        <pc:docMk/>
      </pc:docMkLst>
      <pc:sldChg chg="modSp">
        <pc:chgData name="Aman Kumar - [CH.EN.U4CSE21103]" userId="S::ch.en.u4cse21103@ch.students.amrita.edu::4678617e-570f-48c5-a5d8-043f894b95a4" providerId="AD" clId="Web-{B2E9C43C-5D0A-47AA-BB3A-60131F09EA8A}" dt="2022-12-27T08:28:41.015" v="0" actId="1076"/>
        <pc:sldMkLst>
          <pc:docMk/>
          <pc:sldMk cId="3256427537" sldId="417"/>
        </pc:sldMkLst>
        <pc:spChg chg="mod">
          <ac:chgData name="Aman Kumar - [CH.EN.U4CSE21103]" userId="S::ch.en.u4cse21103@ch.students.amrita.edu::4678617e-570f-48c5-a5d8-043f894b95a4" providerId="AD" clId="Web-{B2E9C43C-5D0A-47AA-BB3A-60131F09EA8A}" dt="2022-12-27T08:28:41.015" v="0" actId="1076"/>
          <ac:spMkLst>
            <pc:docMk/>
            <pc:sldMk cId="3256427537" sldId="417"/>
            <ac:spMk id="2" creationId="{B3EAC9FB-E100-4C53-87B5-48624480BCE2}"/>
          </ac:spMkLst>
        </pc:spChg>
      </pc:sldChg>
    </pc:docChg>
  </pc:docChgLst>
  <pc:docChgLst>
    <pc:chgData name="DHANUSH REDDY M - [CH.EN.U4CSE21015]" userId="S::ch.en.u4cse21015@ch.students.amrita.edu::09b7eede-0c8c-42ab-b91c-a460af0fff56" providerId="AD" clId="Web-{3590CE26-EF96-2918-1181-EBF295C2F6B4}"/>
    <pc:docChg chg="modSld">
      <pc:chgData name="DHANUSH REDDY M - [CH.EN.U4CSE21015]" userId="S::ch.en.u4cse21015@ch.students.amrita.edu::09b7eede-0c8c-42ab-b91c-a460af0fff56" providerId="AD" clId="Web-{3590CE26-EF96-2918-1181-EBF295C2F6B4}" dt="2022-11-27T17:13:39.429" v="1" actId="1076"/>
      <pc:docMkLst>
        <pc:docMk/>
      </pc:docMkLst>
      <pc:sldChg chg="modSp">
        <pc:chgData name="DHANUSH REDDY M - [CH.EN.U4CSE21015]" userId="S::ch.en.u4cse21015@ch.students.amrita.edu::09b7eede-0c8c-42ab-b91c-a460af0fff56" providerId="AD" clId="Web-{3590CE26-EF96-2918-1181-EBF295C2F6B4}" dt="2022-11-27T17:13:39.429" v="1" actId="1076"/>
        <pc:sldMkLst>
          <pc:docMk/>
          <pc:sldMk cId="3888154434" sldId="410"/>
        </pc:sldMkLst>
        <pc:picChg chg="mod">
          <ac:chgData name="DHANUSH REDDY M - [CH.EN.U4CSE21015]" userId="S::ch.en.u4cse21015@ch.students.amrita.edu::09b7eede-0c8c-42ab-b91c-a460af0fff56" providerId="AD" clId="Web-{3590CE26-EF96-2918-1181-EBF295C2F6B4}" dt="2022-11-27T17:13:39.429" v="1" actId="1076"/>
          <ac:picMkLst>
            <pc:docMk/>
            <pc:sldMk cId="3888154434" sldId="410"/>
            <ac:picMk id="13" creationId="{C452E406-6661-4FD7-A28C-329EE65D8718}"/>
          </ac:picMkLst>
        </pc:picChg>
      </pc:sldChg>
    </pc:docChg>
  </pc:docChgLst>
  <pc:docChgLst>
    <pc:chgData name="CHINTA VIJAYA PANDU RANGA REDDY - [CH.EN.U4CSE21210]" userId="S::ch.en.u4cse21210@ch.students.amrita.edu::4ac09ad5-7829-4cca-9b81-e4f56e17a209" providerId="AD" clId="Web-{F2ACB6F9-AFC5-5D9B-E40A-19E7B538C117}"/>
    <pc:docChg chg="modSld">
      <pc:chgData name="CHINTA VIJAYA PANDU RANGA REDDY - [CH.EN.U4CSE21210]" userId="S::ch.en.u4cse21210@ch.students.amrita.edu::4ac09ad5-7829-4cca-9b81-e4f56e17a209" providerId="AD" clId="Web-{F2ACB6F9-AFC5-5D9B-E40A-19E7B538C117}" dt="2022-11-26T16:33:58.898" v="0" actId="14100"/>
      <pc:docMkLst>
        <pc:docMk/>
      </pc:docMkLst>
      <pc:sldChg chg="modSp">
        <pc:chgData name="CHINTA VIJAYA PANDU RANGA REDDY - [CH.EN.U4CSE21210]" userId="S::ch.en.u4cse21210@ch.students.amrita.edu::4ac09ad5-7829-4cca-9b81-e4f56e17a209" providerId="AD" clId="Web-{F2ACB6F9-AFC5-5D9B-E40A-19E7B538C117}" dt="2022-11-26T16:33:58.898" v="0" actId="14100"/>
        <pc:sldMkLst>
          <pc:docMk/>
          <pc:sldMk cId="2183703912" sldId="420"/>
        </pc:sldMkLst>
        <pc:spChg chg="mod">
          <ac:chgData name="CHINTA VIJAYA PANDU RANGA REDDY - [CH.EN.U4CSE21210]" userId="S::ch.en.u4cse21210@ch.students.amrita.edu::4ac09ad5-7829-4cca-9b81-e4f56e17a209" providerId="AD" clId="Web-{F2ACB6F9-AFC5-5D9B-E40A-19E7B538C117}" dt="2022-11-26T16:33:58.898" v="0" actId="14100"/>
          <ac:spMkLst>
            <pc:docMk/>
            <pc:sldMk cId="2183703912" sldId="420"/>
            <ac:spMk id="12" creationId="{97FC5980-E9D1-452C-88C6-84C3E1B37118}"/>
          </ac:spMkLst>
        </pc:spChg>
      </pc:sldChg>
    </pc:docChg>
  </pc:docChgLst>
  <pc:docChgLst>
    <pc:chgData name="Bharath Kumar D - [CH.EN.U4CSE21011]" userId="S::ch.en.u4cse21011@ch.students.amrita.edu::540b1e1b-31fc-4a1f-81b5-832975202fdb" providerId="AD" clId="Web-{615AD089-C639-704B-B5CB-0D4D397BDC40}"/>
    <pc:docChg chg="sldOrd">
      <pc:chgData name="Bharath Kumar D - [CH.EN.U4CSE21011]" userId="S::ch.en.u4cse21011@ch.students.amrita.edu::540b1e1b-31fc-4a1f-81b5-832975202fdb" providerId="AD" clId="Web-{615AD089-C639-704B-B5CB-0D4D397BDC40}" dt="2022-11-27T18:41:00.495" v="1"/>
      <pc:docMkLst>
        <pc:docMk/>
      </pc:docMkLst>
      <pc:sldChg chg="ord">
        <pc:chgData name="Bharath Kumar D - [CH.EN.U4CSE21011]" userId="S::ch.en.u4cse21011@ch.students.amrita.edu::540b1e1b-31fc-4a1f-81b5-832975202fdb" providerId="AD" clId="Web-{615AD089-C639-704B-B5CB-0D4D397BDC40}" dt="2022-11-27T18:41:00.495" v="1"/>
        <pc:sldMkLst>
          <pc:docMk/>
          <pc:sldMk cId="1725539171" sldId="427"/>
        </pc:sldMkLst>
      </pc:sldChg>
    </pc:docChg>
  </pc:docChgLst>
  <pc:docChgLst>
    <pc:chgData name="Divya A - [CH.EN.U4CSE21212]" userId="S::ch.en.u4cse21212@ch.students.amrita.edu::5634f253-6e80-4fa8-8728-7b30e6c18009" providerId="AD" clId="Web-{3E9ABAC9-8C46-AE15-B25A-7ACFB42B5E93}"/>
    <pc:docChg chg="modSld">
      <pc:chgData name="Divya A - [CH.EN.U4CSE21212]" userId="S::ch.en.u4cse21212@ch.students.amrita.edu::5634f253-6e80-4fa8-8728-7b30e6c18009" providerId="AD" clId="Web-{3E9ABAC9-8C46-AE15-B25A-7ACFB42B5E93}" dt="2022-12-27T05:12:35.795" v="7" actId="14100"/>
      <pc:docMkLst>
        <pc:docMk/>
      </pc:docMkLst>
      <pc:sldChg chg="modSp">
        <pc:chgData name="Divya A - [CH.EN.U4CSE21212]" userId="S::ch.en.u4cse21212@ch.students.amrita.edu::5634f253-6e80-4fa8-8728-7b30e6c18009" providerId="AD" clId="Web-{3E9ABAC9-8C46-AE15-B25A-7ACFB42B5E93}" dt="2022-12-27T05:04:36.028" v="0" actId="1076"/>
        <pc:sldMkLst>
          <pc:docMk/>
          <pc:sldMk cId="56067795" sldId="418"/>
        </pc:sldMkLst>
        <pc:spChg chg="mod">
          <ac:chgData name="Divya A - [CH.EN.U4CSE21212]" userId="S::ch.en.u4cse21212@ch.students.amrita.edu::5634f253-6e80-4fa8-8728-7b30e6c18009" providerId="AD" clId="Web-{3E9ABAC9-8C46-AE15-B25A-7ACFB42B5E93}" dt="2022-12-27T05:04:36.028" v="0" actId="1076"/>
          <ac:spMkLst>
            <pc:docMk/>
            <pc:sldMk cId="56067795" sldId="418"/>
            <ac:spMk id="12" creationId="{028BBB6D-A478-4FAF-BD81-AE0F1818315E}"/>
          </ac:spMkLst>
        </pc:spChg>
      </pc:sldChg>
      <pc:sldChg chg="modSp">
        <pc:chgData name="Divya A - [CH.EN.U4CSE21212]" userId="S::ch.en.u4cse21212@ch.students.amrita.edu::5634f253-6e80-4fa8-8728-7b30e6c18009" providerId="AD" clId="Web-{3E9ABAC9-8C46-AE15-B25A-7ACFB42B5E93}" dt="2022-12-27T05:12:35.795" v="7" actId="14100"/>
        <pc:sldMkLst>
          <pc:docMk/>
          <pc:sldMk cId="1102257231" sldId="426"/>
        </pc:sldMkLst>
        <pc:spChg chg="mod">
          <ac:chgData name="Divya A - [CH.EN.U4CSE21212]" userId="S::ch.en.u4cse21212@ch.students.amrita.edu::5634f253-6e80-4fa8-8728-7b30e6c18009" providerId="AD" clId="Web-{3E9ABAC9-8C46-AE15-B25A-7ACFB42B5E93}" dt="2022-12-27T05:11:51.262" v="1" actId="1076"/>
          <ac:spMkLst>
            <pc:docMk/>
            <pc:sldMk cId="1102257231" sldId="426"/>
            <ac:spMk id="2" creationId="{D9CF7217-AA5A-4AB9-99CA-A640DA0D1281}"/>
          </ac:spMkLst>
        </pc:spChg>
        <pc:spChg chg="mod">
          <ac:chgData name="Divya A - [CH.EN.U4CSE21212]" userId="S::ch.en.u4cse21212@ch.students.amrita.edu::5634f253-6e80-4fa8-8728-7b30e6c18009" providerId="AD" clId="Web-{3E9ABAC9-8C46-AE15-B25A-7ACFB42B5E93}" dt="2022-12-27T05:12:04.685" v="3" actId="1076"/>
          <ac:spMkLst>
            <pc:docMk/>
            <pc:sldMk cId="1102257231" sldId="426"/>
            <ac:spMk id="15" creationId="{79ED7984-2D11-4173-AC61-6A3A3E00211A}"/>
          </ac:spMkLst>
        </pc:spChg>
        <pc:cxnChg chg="mod">
          <ac:chgData name="Divya A - [CH.EN.U4CSE21212]" userId="S::ch.en.u4cse21212@ch.students.amrita.edu::5634f253-6e80-4fa8-8728-7b30e6c18009" providerId="AD" clId="Web-{3E9ABAC9-8C46-AE15-B25A-7ACFB42B5E93}" dt="2022-12-27T05:12:35.795" v="7" actId="14100"/>
          <ac:cxnSpMkLst>
            <pc:docMk/>
            <pc:sldMk cId="1102257231" sldId="426"/>
            <ac:cxnSpMk id="16" creationId="{63D2DD5B-67E1-4C3A-B5AE-F6EEF19EB750}"/>
          </ac:cxnSpMkLst>
        </pc:cxnChg>
      </pc:sldChg>
    </pc:docChg>
  </pc:docChgLst>
  <pc:docChgLst>
    <pc:chgData name="Priyanshu Aggarwal - [CH.EN.U4CSE21050]" userId="S::ch.en.u4cse21050@ch.students.amrita.edu::c23f9cec-8347-42a6-b531-4cf7568f7e07" providerId="AD" clId="Web-{19577C41-D276-DA83-AEA3-998D7973B3C5}"/>
    <pc:docChg chg="sldOrd">
      <pc:chgData name="Priyanshu Aggarwal - [CH.EN.U4CSE21050]" userId="S::ch.en.u4cse21050@ch.students.amrita.edu::c23f9cec-8347-42a6-b531-4cf7568f7e07" providerId="AD" clId="Web-{19577C41-D276-DA83-AEA3-998D7973B3C5}" dt="2022-11-27T16:49:15.107" v="0"/>
      <pc:docMkLst>
        <pc:docMk/>
      </pc:docMkLst>
      <pc:sldChg chg="ord">
        <pc:chgData name="Priyanshu Aggarwal - [CH.EN.U4CSE21050]" userId="S::ch.en.u4cse21050@ch.students.amrita.edu::c23f9cec-8347-42a6-b531-4cf7568f7e07" providerId="AD" clId="Web-{19577C41-D276-DA83-AEA3-998D7973B3C5}" dt="2022-11-27T16:49:15.107" v="0"/>
        <pc:sldMkLst>
          <pc:docMk/>
          <pc:sldMk cId="3870204686" sldId="431"/>
        </pc:sldMkLst>
      </pc:sldChg>
    </pc:docChg>
  </pc:docChgLst>
  <pc:docChgLst>
    <pc:chgData name="Guest User" userId="S::urn:spo:anon#bcb1b4adba155ddfa9f5921ccb68c2c9eff75f27a187bf2908c8cf8265d3cff6::" providerId="AD" clId="Web-{C883D25F-B926-084F-1D95-F51D2CE29D3C}"/>
    <pc:docChg chg="sldOrd">
      <pc:chgData name="Guest User" userId="S::urn:spo:anon#bcb1b4adba155ddfa9f5921ccb68c2c9eff75f27a187bf2908c8cf8265d3cff6::" providerId="AD" clId="Web-{C883D25F-B926-084F-1D95-F51D2CE29D3C}" dt="2023-09-02T03:26:23.543" v="0"/>
      <pc:docMkLst>
        <pc:docMk/>
      </pc:docMkLst>
      <pc:sldChg chg="ord">
        <pc:chgData name="Guest User" userId="S::urn:spo:anon#bcb1b4adba155ddfa9f5921ccb68c2c9eff75f27a187bf2908c8cf8265d3cff6::" providerId="AD" clId="Web-{C883D25F-B926-084F-1D95-F51D2CE29D3C}" dt="2023-09-02T03:26:23.543" v="0"/>
        <pc:sldMkLst>
          <pc:docMk/>
          <pc:sldMk cId="495738813" sldId="429"/>
        </pc:sldMkLst>
      </pc:sldChg>
    </pc:docChg>
  </pc:docChgLst>
  <pc:docChgLst>
    <pc:chgData name="Prarthana S - [CH.EN.U4CSE21238]" userId="S::ch.en.u4cse21238@ch.students.amrita.edu::9c006bf5-0c72-4f10-92f3-6540a7f4f813" providerId="AD" clId="Web-{C2C6706E-6D05-2F09-0812-DEBF6E14087E}"/>
    <pc:docChg chg="modSld">
      <pc:chgData name="Prarthana S - [CH.EN.U4CSE21238]" userId="S::ch.en.u4cse21238@ch.students.amrita.edu::9c006bf5-0c72-4f10-92f3-6540a7f4f813" providerId="AD" clId="Web-{C2C6706E-6D05-2F09-0812-DEBF6E14087E}" dt="2022-11-27T13:13:31.235" v="0" actId="1076"/>
      <pc:docMkLst>
        <pc:docMk/>
      </pc:docMkLst>
      <pc:sldChg chg="modSp">
        <pc:chgData name="Prarthana S - [CH.EN.U4CSE21238]" userId="S::ch.en.u4cse21238@ch.students.amrita.edu::9c006bf5-0c72-4f10-92f3-6540a7f4f813" providerId="AD" clId="Web-{C2C6706E-6D05-2F09-0812-DEBF6E14087E}" dt="2022-11-27T13:13:31.235" v="0" actId="1076"/>
        <pc:sldMkLst>
          <pc:docMk/>
          <pc:sldMk cId="1359749953" sldId="288"/>
        </pc:sldMkLst>
        <pc:picChg chg="mod">
          <ac:chgData name="Prarthana S - [CH.EN.U4CSE21238]" userId="S::ch.en.u4cse21238@ch.students.amrita.edu::9c006bf5-0c72-4f10-92f3-6540a7f4f813" providerId="AD" clId="Web-{C2C6706E-6D05-2F09-0812-DEBF6E14087E}" dt="2022-11-27T13:13:31.235" v="0" actId="1076"/>
          <ac:picMkLst>
            <pc:docMk/>
            <pc:sldMk cId="1359749953" sldId="288"/>
            <ac:picMk id="17" creationId="{04FF4C17-FAD4-4370-9248-F92C43F957F5}"/>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370E3E-8D2D-4414-A889-C7D28E95502A}" type="doc">
      <dgm:prSet loTypeId="urn:microsoft.com/office/officeart/2005/8/layout/matrix1" loCatId="matrix" qsTypeId="urn:microsoft.com/office/officeart/2005/8/quickstyle/simple1" qsCatId="simple" csTypeId="urn:microsoft.com/office/officeart/2005/8/colors/colorful4" csCatId="colorful" phldr="1"/>
      <dgm:spPr/>
      <dgm:t>
        <a:bodyPr/>
        <a:lstStyle/>
        <a:p>
          <a:endParaRPr lang="en-IN"/>
        </a:p>
      </dgm:t>
    </dgm:pt>
    <dgm:pt modelId="{7DAA28DD-10D9-4BF7-B5FB-CF7217B7197F}">
      <dgm:prSet phldrT="[Text]"/>
      <dgm:spPr>
        <a:solidFill>
          <a:schemeClr val="tx1"/>
        </a:solidFill>
      </dgm:spPr>
      <dgm:t>
        <a:bodyPr/>
        <a:lstStyle/>
        <a:p>
          <a:r>
            <a:rPr lang="en-IN">
              <a:solidFill>
                <a:schemeClr val="bg1"/>
              </a:solidFill>
              <a:latin typeface="Gill Sans MT" panose="020B0502020104020203" pitchFamily="34" charset="0"/>
            </a:rPr>
            <a:t>Inheritance</a:t>
          </a:r>
        </a:p>
      </dgm:t>
    </dgm:pt>
    <dgm:pt modelId="{FAFE0781-0407-4785-B3F3-12A6B3CB44A2}" type="parTrans" cxnId="{3060A8B9-A9A1-4FB5-B3A9-4F6327A5C1B1}">
      <dgm:prSet/>
      <dgm:spPr/>
      <dgm:t>
        <a:bodyPr/>
        <a:lstStyle/>
        <a:p>
          <a:endParaRPr lang="en-IN"/>
        </a:p>
      </dgm:t>
    </dgm:pt>
    <dgm:pt modelId="{35572A53-3A0B-4F0E-970C-E1E5AAF38E55}" type="sibTrans" cxnId="{3060A8B9-A9A1-4FB5-B3A9-4F6327A5C1B1}">
      <dgm:prSet/>
      <dgm:spPr/>
      <dgm:t>
        <a:bodyPr/>
        <a:lstStyle/>
        <a:p>
          <a:endParaRPr lang="en-IN"/>
        </a:p>
      </dgm:t>
    </dgm:pt>
    <dgm:pt modelId="{94509727-DF27-45A5-8143-990B5B55164E}">
      <dgm:prSet phldrT="[Text]"/>
      <dgm:spPr>
        <a:solidFill>
          <a:schemeClr val="accent1">
            <a:lumMod val="50000"/>
          </a:schemeClr>
        </a:solidFill>
      </dgm:spPr>
      <dgm:t>
        <a:bodyPr/>
        <a:lstStyle/>
        <a:p>
          <a:pPr>
            <a:spcAft>
              <a:spcPts val="0"/>
            </a:spcAft>
          </a:pPr>
          <a:r>
            <a:rPr lang="en-IN">
              <a:latin typeface="Gill Sans MT" panose="020B0502020104020203" pitchFamily="34" charset="0"/>
            </a:rPr>
            <a:t>Hybrid </a:t>
          </a:r>
        </a:p>
        <a:p>
          <a:pPr>
            <a:spcAft>
              <a:spcPts val="0"/>
            </a:spcAft>
          </a:pPr>
          <a:r>
            <a:rPr lang="en-IN">
              <a:latin typeface="Gill Sans MT" panose="020B0502020104020203" pitchFamily="34" charset="0"/>
            </a:rPr>
            <a:t>Inheritance</a:t>
          </a:r>
        </a:p>
      </dgm:t>
    </dgm:pt>
    <dgm:pt modelId="{3C526FB1-6B79-4D62-BFC2-B965038D73DC}" type="parTrans" cxnId="{9BBBAF16-8C8B-4FA5-A9DC-DE9D874C0331}">
      <dgm:prSet/>
      <dgm:spPr/>
      <dgm:t>
        <a:bodyPr/>
        <a:lstStyle/>
        <a:p>
          <a:endParaRPr lang="en-IN"/>
        </a:p>
      </dgm:t>
    </dgm:pt>
    <dgm:pt modelId="{76291C3E-4E3F-4F7A-AC95-0A3C8D0B5AE9}" type="sibTrans" cxnId="{9BBBAF16-8C8B-4FA5-A9DC-DE9D874C0331}">
      <dgm:prSet/>
      <dgm:spPr/>
      <dgm:t>
        <a:bodyPr/>
        <a:lstStyle/>
        <a:p>
          <a:endParaRPr lang="en-IN"/>
        </a:p>
      </dgm:t>
    </dgm:pt>
    <dgm:pt modelId="{E81CFC13-63BC-45C2-B977-F265BC0992E0}">
      <dgm:prSet phldrT="[Text]"/>
      <dgm:spPr>
        <a:solidFill>
          <a:srgbClr val="C00000"/>
        </a:solidFill>
      </dgm:spPr>
      <dgm:t>
        <a:bodyPr/>
        <a:lstStyle/>
        <a:p>
          <a:pPr>
            <a:spcAft>
              <a:spcPts val="0"/>
            </a:spcAft>
          </a:pPr>
          <a:r>
            <a:rPr lang="en-IN">
              <a:latin typeface="Gill Sans MT" panose="020B0502020104020203" pitchFamily="34" charset="0"/>
            </a:rPr>
            <a:t>Single </a:t>
          </a:r>
        </a:p>
        <a:p>
          <a:pPr>
            <a:spcAft>
              <a:spcPts val="0"/>
            </a:spcAft>
          </a:pPr>
          <a:r>
            <a:rPr lang="en-IN">
              <a:latin typeface="Gill Sans MT" panose="020B0502020104020203" pitchFamily="34" charset="0"/>
            </a:rPr>
            <a:t>Inheritance</a:t>
          </a:r>
        </a:p>
      </dgm:t>
    </dgm:pt>
    <dgm:pt modelId="{F22BF47D-2DF3-4598-ACE3-72A6B768932C}" type="parTrans" cxnId="{E1CE144D-7489-4796-820C-71CED9A185A4}">
      <dgm:prSet/>
      <dgm:spPr/>
      <dgm:t>
        <a:bodyPr/>
        <a:lstStyle/>
        <a:p>
          <a:endParaRPr lang="en-IN"/>
        </a:p>
      </dgm:t>
    </dgm:pt>
    <dgm:pt modelId="{FF2F64A1-C9AE-43B1-95A4-81B1C92454A4}" type="sibTrans" cxnId="{E1CE144D-7489-4796-820C-71CED9A185A4}">
      <dgm:prSet/>
      <dgm:spPr/>
      <dgm:t>
        <a:bodyPr/>
        <a:lstStyle/>
        <a:p>
          <a:endParaRPr lang="en-IN"/>
        </a:p>
      </dgm:t>
    </dgm:pt>
    <dgm:pt modelId="{8584D732-621F-4083-A582-AED2BA9D7799}">
      <dgm:prSet phldrT="[Text]"/>
      <dgm:spPr>
        <a:solidFill>
          <a:srgbClr val="FF6600"/>
        </a:solidFill>
      </dgm:spPr>
      <dgm:t>
        <a:bodyPr/>
        <a:lstStyle/>
        <a:p>
          <a:r>
            <a:rPr lang="en-IN">
              <a:latin typeface="Gill Sans MT" panose="020B0502020104020203" pitchFamily="34" charset="0"/>
            </a:rPr>
            <a:t>Hierarchical Inheritance</a:t>
          </a:r>
        </a:p>
      </dgm:t>
    </dgm:pt>
    <dgm:pt modelId="{417A31D9-3EBE-4DD9-968B-33583F0AF962}" type="parTrans" cxnId="{E4A9F682-B472-4714-8330-D02F5A1143AB}">
      <dgm:prSet/>
      <dgm:spPr/>
      <dgm:t>
        <a:bodyPr/>
        <a:lstStyle/>
        <a:p>
          <a:endParaRPr lang="en-IN"/>
        </a:p>
      </dgm:t>
    </dgm:pt>
    <dgm:pt modelId="{194A5C5F-7968-4E33-A183-7E35C6295342}" type="sibTrans" cxnId="{E4A9F682-B472-4714-8330-D02F5A1143AB}">
      <dgm:prSet/>
      <dgm:spPr/>
      <dgm:t>
        <a:bodyPr/>
        <a:lstStyle/>
        <a:p>
          <a:endParaRPr lang="en-IN"/>
        </a:p>
      </dgm:t>
    </dgm:pt>
    <dgm:pt modelId="{7C324E1A-CCDB-45F9-88F9-C1FE1A43F867}">
      <dgm:prSet phldrT="[Text]"/>
      <dgm:spPr>
        <a:solidFill>
          <a:srgbClr val="00B0F0"/>
        </a:solidFill>
      </dgm:spPr>
      <dgm:t>
        <a:bodyPr/>
        <a:lstStyle/>
        <a:p>
          <a:r>
            <a:rPr lang="en-IN"/>
            <a:t>Multi Level Inheritance</a:t>
          </a:r>
        </a:p>
      </dgm:t>
    </dgm:pt>
    <dgm:pt modelId="{C7448458-0CE4-44BB-8DB0-EEB4D2CCEEA4}" type="parTrans" cxnId="{BFADC881-37BC-418C-A7A1-E53C484465B6}">
      <dgm:prSet/>
      <dgm:spPr/>
      <dgm:t>
        <a:bodyPr/>
        <a:lstStyle/>
        <a:p>
          <a:endParaRPr lang="en-IN"/>
        </a:p>
      </dgm:t>
    </dgm:pt>
    <dgm:pt modelId="{2D81ADA6-226A-40ED-83D1-B6548150614C}" type="sibTrans" cxnId="{BFADC881-37BC-418C-A7A1-E53C484465B6}">
      <dgm:prSet/>
      <dgm:spPr/>
      <dgm:t>
        <a:bodyPr/>
        <a:lstStyle/>
        <a:p>
          <a:endParaRPr lang="en-IN"/>
        </a:p>
      </dgm:t>
    </dgm:pt>
    <dgm:pt modelId="{9A610ACF-9A68-453E-99B6-F0573010800A}" type="pres">
      <dgm:prSet presAssocID="{ED370E3E-8D2D-4414-A889-C7D28E95502A}" presName="diagram" presStyleCnt="0">
        <dgm:presLayoutVars>
          <dgm:chMax val="1"/>
          <dgm:dir/>
          <dgm:animLvl val="ctr"/>
          <dgm:resizeHandles val="exact"/>
        </dgm:presLayoutVars>
      </dgm:prSet>
      <dgm:spPr/>
    </dgm:pt>
    <dgm:pt modelId="{6DE92C84-624F-4CF8-B595-D1E494D230F3}" type="pres">
      <dgm:prSet presAssocID="{ED370E3E-8D2D-4414-A889-C7D28E95502A}" presName="matrix" presStyleCnt="0"/>
      <dgm:spPr/>
    </dgm:pt>
    <dgm:pt modelId="{120C137A-0148-44AC-9C1D-76C47EF7E528}" type="pres">
      <dgm:prSet presAssocID="{ED370E3E-8D2D-4414-A889-C7D28E95502A}" presName="tile1" presStyleLbl="node1" presStyleIdx="0" presStyleCnt="4"/>
      <dgm:spPr/>
    </dgm:pt>
    <dgm:pt modelId="{74610874-5B40-41EC-898B-5057BA5FA84B}" type="pres">
      <dgm:prSet presAssocID="{ED370E3E-8D2D-4414-A889-C7D28E95502A}" presName="tile1text" presStyleLbl="node1" presStyleIdx="0" presStyleCnt="4">
        <dgm:presLayoutVars>
          <dgm:chMax val="0"/>
          <dgm:chPref val="0"/>
          <dgm:bulletEnabled val="1"/>
        </dgm:presLayoutVars>
      </dgm:prSet>
      <dgm:spPr/>
    </dgm:pt>
    <dgm:pt modelId="{7F73953F-706B-4B60-8327-731FCC7BD24F}" type="pres">
      <dgm:prSet presAssocID="{ED370E3E-8D2D-4414-A889-C7D28E95502A}" presName="tile2" presStyleLbl="node1" presStyleIdx="1" presStyleCnt="4"/>
      <dgm:spPr/>
    </dgm:pt>
    <dgm:pt modelId="{6BD40531-B158-4226-8B39-302D144C0CF3}" type="pres">
      <dgm:prSet presAssocID="{ED370E3E-8D2D-4414-A889-C7D28E95502A}" presName="tile2text" presStyleLbl="node1" presStyleIdx="1" presStyleCnt="4">
        <dgm:presLayoutVars>
          <dgm:chMax val="0"/>
          <dgm:chPref val="0"/>
          <dgm:bulletEnabled val="1"/>
        </dgm:presLayoutVars>
      </dgm:prSet>
      <dgm:spPr/>
    </dgm:pt>
    <dgm:pt modelId="{B1C9EAA3-E503-48E4-8B96-9E7158F37C8F}" type="pres">
      <dgm:prSet presAssocID="{ED370E3E-8D2D-4414-A889-C7D28E95502A}" presName="tile3" presStyleLbl="node1" presStyleIdx="2" presStyleCnt="4"/>
      <dgm:spPr/>
    </dgm:pt>
    <dgm:pt modelId="{8C75CEE4-3494-49AC-989A-68FC2F514AD2}" type="pres">
      <dgm:prSet presAssocID="{ED370E3E-8D2D-4414-A889-C7D28E95502A}" presName="tile3text" presStyleLbl="node1" presStyleIdx="2" presStyleCnt="4">
        <dgm:presLayoutVars>
          <dgm:chMax val="0"/>
          <dgm:chPref val="0"/>
          <dgm:bulletEnabled val="1"/>
        </dgm:presLayoutVars>
      </dgm:prSet>
      <dgm:spPr/>
    </dgm:pt>
    <dgm:pt modelId="{019E217B-7464-4E17-A699-67022B1FB1CE}" type="pres">
      <dgm:prSet presAssocID="{ED370E3E-8D2D-4414-A889-C7D28E95502A}" presName="tile4" presStyleLbl="node1" presStyleIdx="3" presStyleCnt="4"/>
      <dgm:spPr/>
    </dgm:pt>
    <dgm:pt modelId="{83E468E3-70BB-46E9-A749-A55506B65CF4}" type="pres">
      <dgm:prSet presAssocID="{ED370E3E-8D2D-4414-A889-C7D28E95502A}" presName="tile4text" presStyleLbl="node1" presStyleIdx="3" presStyleCnt="4">
        <dgm:presLayoutVars>
          <dgm:chMax val="0"/>
          <dgm:chPref val="0"/>
          <dgm:bulletEnabled val="1"/>
        </dgm:presLayoutVars>
      </dgm:prSet>
      <dgm:spPr/>
    </dgm:pt>
    <dgm:pt modelId="{E29FAA1D-50D5-4EE0-9772-1B9B38596CF5}" type="pres">
      <dgm:prSet presAssocID="{ED370E3E-8D2D-4414-A889-C7D28E95502A}" presName="centerTile" presStyleLbl="fgShp" presStyleIdx="0" presStyleCnt="1">
        <dgm:presLayoutVars>
          <dgm:chMax val="0"/>
          <dgm:chPref val="0"/>
        </dgm:presLayoutVars>
      </dgm:prSet>
      <dgm:spPr/>
    </dgm:pt>
  </dgm:ptLst>
  <dgm:cxnLst>
    <dgm:cxn modelId="{9BBBAF16-8C8B-4FA5-A9DC-DE9D874C0331}" srcId="{7DAA28DD-10D9-4BF7-B5FB-CF7217B7197F}" destId="{94509727-DF27-45A5-8143-990B5B55164E}" srcOrd="0" destOrd="0" parTransId="{3C526FB1-6B79-4D62-BFC2-B965038D73DC}" sibTransId="{76291C3E-4E3F-4F7A-AC95-0A3C8D0B5AE9}"/>
    <dgm:cxn modelId="{C340FC2B-EB11-4A8B-BA8B-F806A9916341}" type="presOf" srcId="{7C324E1A-CCDB-45F9-88F9-C1FE1A43F867}" destId="{019E217B-7464-4E17-A699-67022B1FB1CE}" srcOrd="0" destOrd="0" presId="urn:microsoft.com/office/officeart/2005/8/layout/matrix1"/>
    <dgm:cxn modelId="{4DF43240-C98C-4476-B9C9-AF818E1E7886}" type="presOf" srcId="{8584D732-621F-4083-A582-AED2BA9D7799}" destId="{B1C9EAA3-E503-48E4-8B96-9E7158F37C8F}" srcOrd="0" destOrd="0" presId="urn:microsoft.com/office/officeart/2005/8/layout/matrix1"/>
    <dgm:cxn modelId="{0B6AF55E-8D0F-4E9F-A206-4BA6480A25DC}" type="presOf" srcId="{94509727-DF27-45A5-8143-990B5B55164E}" destId="{120C137A-0148-44AC-9C1D-76C47EF7E528}" srcOrd="0" destOrd="0" presId="urn:microsoft.com/office/officeart/2005/8/layout/matrix1"/>
    <dgm:cxn modelId="{E1CE144D-7489-4796-820C-71CED9A185A4}" srcId="{7DAA28DD-10D9-4BF7-B5FB-CF7217B7197F}" destId="{E81CFC13-63BC-45C2-B977-F265BC0992E0}" srcOrd="1" destOrd="0" parTransId="{F22BF47D-2DF3-4598-ACE3-72A6B768932C}" sibTransId="{FF2F64A1-C9AE-43B1-95A4-81B1C92454A4}"/>
    <dgm:cxn modelId="{0788504E-C103-41A6-9BC9-CE121036A696}" type="presOf" srcId="{E81CFC13-63BC-45C2-B977-F265BC0992E0}" destId="{7F73953F-706B-4B60-8327-731FCC7BD24F}" srcOrd="0" destOrd="0" presId="urn:microsoft.com/office/officeart/2005/8/layout/matrix1"/>
    <dgm:cxn modelId="{EF1E7F51-9EA3-4F52-9DA4-44E26CD8E27F}" type="presOf" srcId="{94509727-DF27-45A5-8143-990B5B55164E}" destId="{74610874-5B40-41EC-898B-5057BA5FA84B}" srcOrd="1" destOrd="0" presId="urn:microsoft.com/office/officeart/2005/8/layout/matrix1"/>
    <dgm:cxn modelId="{BFADC881-37BC-418C-A7A1-E53C484465B6}" srcId="{7DAA28DD-10D9-4BF7-B5FB-CF7217B7197F}" destId="{7C324E1A-CCDB-45F9-88F9-C1FE1A43F867}" srcOrd="3" destOrd="0" parTransId="{C7448458-0CE4-44BB-8DB0-EEB4D2CCEEA4}" sibTransId="{2D81ADA6-226A-40ED-83D1-B6548150614C}"/>
    <dgm:cxn modelId="{10C84182-BEF7-4F72-AD10-C93AD680EFE1}" type="presOf" srcId="{7DAA28DD-10D9-4BF7-B5FB-CF7217B7197F}" destId="{E29FAA1D-50D5-4EE0-9772-1B9B38596CF5}" srcOrd="0" destOrd="0" presId="urn:microsoft.com/office/officeart/2005/8/layout/matrix1"/>
    <dgm:cxn modelId="{E4A9F682-B472-4714-8330-D02F5A1143AB}" srcId="{7DAA28DD-10D9-4BF7-B5FB-CF7217B7197F}" destId="{8584D732-621F-4083-A582-AED2BA9D7799}" srcOrd="2" destOrd="0" parTransId="{417A31D9-3EBE-4DD9-968B-33583F0AF962}" sibTransId="{194A5C5F-7968-4E33-A183-7E35C6295342}"/>
    <dgm:cxn modelId="{FF4BA78D-EC90-4235-B881-44754887F989}" type="presOf" srcId="{E81CFC13-63BC-45C2-B977-F265BC0992E0}" destId="{6BD40531-B158-4226-8B39-302D144C0CF3}" srcOrd="1" destOrd="0" presId="urn:microsoft.com/office/officeart/2005/8/layout/matrix1"/>
    <dgm:cxn modelId="{8388269A-84C1-42FE-974E-E223822C87ED}" type="presOf" srcId="{7C324E1A-CCDB-45F9-88F9-C1FE1A43F867}" destId="{83E468E3-70BB-46E9-A749-A55506B65CF4}" srcOrd="1" destOrd="0" presId="urn:microsoft.com/office/officeart/2005/8/layout/matrix1"/>
    <dgm:cxn modelId="{2FDDBB9B-9E16-482F-9022-E80949E00333}" type="presOf" srcId="{8584D732-621F-4083-A582-AED2BA9D7799}" destId="{8C75CEE4-3494-49AC-989A-68FC2F514AD2}" srcOrd="1" destOrd="0" presId="urn:microsoft.com/office/officeart/2005/8/layout/matrix1"/>
    <dgm:cxn modelId="{0F7D099C-8B8C-44C8-A4DC-19D380C8B0DD}" type="presOf" srcId="{ED370E3E-8D2D-4414-A889-C7D28E95502A}" destId="{9A610ACF-9A68-453E-99B6-F0573010800A}" srcOrd="0" destOrd="0" presId="urn:microsoft.com/office/officeart/2005/8/layout/matrix1"/>
    <dgm:cxn modelId="{3060A8B9-A9A1-4FB5-B3A9-4F6327A5C1B1}" srcId="{ED370E3E-8D2D-4414-A889-C7D28E95502A}" destId="{7DAA28DD-10D9-4BF7-B5FB-CF7217B7197F}" srcOrd="0" destOrd="0" parTransId="{FAFE0781-0407-4785-B3F3-12A6B3CB44A2}" sibTransId="{35572A53-3A0B-4F0E-970C-E1E5AAF38E55}"/>
    <dgm:cxn modelId="{DFE5F7CF-4963-489B-9D54-795A2B0C4034}" type="presParOf" srcId="{9A610ACF-9A68-453E-99B6-F0573010800A}" destId="{6DE92C84-624F-4CF8-B595-D1E494D230F3}" srcOrd="0" destOrd="0" presId="urn:microsoft.com/office/officeart/2005/8/layout/matrix1"/>
    <dgm:cxn modelId="{BE31FBDC-FC7D-4C81-A5A9-4E886129E672}" type="presParOf" srcId="{6DE92C84-624F-4CF8-B595-D1E494D230F3}" destId="{120C137A-0148-44AC-9C1D-76C47EF7E528}" srcOrd="0" destOrd="0" presId="urn:microsoft.com/office/officeart/2005/8/layout/matrix1"/>
    <dgm:cxn modelId="{837A9126-D809-4A39-9407-7A2D4E81C1F3}" type="presParOf" srcId="{6DE92C84-624F-4CF8-B595-D1E494D230F3}" destId="{74610874-5B40-41EC-898B-5057BA5FA84B}" srcOrd="1" destOrd="0" presId="urn:microsoft.com/office/officeart/2005/8/layout/matrix1"/>
    <dgm:cxn modelId="{446F4D94-ACF8-4CA1-849B-189441A74A6E}" type="presParOf" srcId="{6DE92C84-624F-4CF8-B595-D1E494D230F3}" destId="{7F73953F-706B-4B60-8327-731FCC7BD24F}" srcOrd="2" destOrd="0" presId="urn:microsoft.com/office/officeart/2005/8/layout/matrix1"/>
    <dgm:cxn modelId="{C2B2E2D8-FF84-4B82-B643-FB6FF11DD2EF}" type="presParOf" srcId="{6DE92C84-624F-4CF8-B595-D1E494D230F3}" destId="{6BD40531-B158-4226-8B39-302D144C0CF3}" srcOrd="3" destOrd="0" presId="urn:microsoft.com/office/officeart/2005/8/layout/matrix1"/>
    <dgm:cxn modelId="{998A8BA3-4793-41A0-B553-267BEAD4518A}" type="presParOf" srcId="{6DE92C84-624F-4CF8-B595-D1E494D230F3}" destId="{B1C9EAA3-E503-48E4-8B96-9E7158F37C8F}" srcOrd="4" destOrd="0" presId="urn:microsoft.com/office/officeart/2005/8/layout/matrix1"/>
    <dgm:cxn modelId="{F38188EE-F9FE-4F21-BAF4-08EDC807B5DD}" type="presParOf" srcId="{6DE92C84-624F-4CF8-B595-D1E494D230F3}" destId="{8C75CEE4-3494-49AC-989A-68FC2F514AD2}" srcOrd="5" destOrd="0" presId="urn:microsoft.com/office/officeart/2005/8/layout/matrix1"/>
    <dgm:cxn modelId="{F9BFEE11-21CB-46F5-9D4F-A917302C4929}" type="presParOf" srcId="{6DE92C84-624F-4CF8-B595-D1E494D230F3}" destId="{019E217B-7464-4E17-A699-67022B1FB1CE}" srcOrd="6" destOrd="0" presId="urn:microsoft.com/office/officeart/2005/8/layout/matrix1"/>
    <dgm:cxn modelId="{EA4D57B6-465A-42C6-89B3-89475DD0F695}" type="presParOf" srcId="{6DE92C84-624F-4CF8-B595-D1E494D230F3}" destId="{83E468E3-70BB-46E9-A749-A55506B65CF4}" srcOrd="7" destOrd="0" presId="urn:microsoft.com/office/officeart/2005/8/layout/matrix1"/>
    <dgm:cxn modelId="{CDB15DC2-C1AC-404A-BE9F-A82870601991}" type="presParOf" srcId="{9A610ACF-9A68-453E-99B6-F0573010800A}" destId="{E29FAA1D-50D5-4EE0-9772-1B9B38596CF5}"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0C137A-0148-44AC-9C1D-76C47EF7E528}">
      <dsp:nvSpPr>
        <dsp:cNvPr id="0" name=""/>
        <dsp:cNvSpPr/>
      </dsp:nvSpPr>
      <dsp:spPr>
        <a:xfrm rot="16200000">
          <a:off x="589888" y="-589888"/>
          <a:ext cx="2109522" cy="3289300"/>
        </a:xfrm>
        <a:prstGeom prst="round1Rect">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ts val="0"/>
            </a:spcAft>
            <a:buNone/>
          </a:pPr>
          <a:r>
            <a:rPr lang="en-IN" sz="2800" kern="1200">
              <a:latin typeface="Gill Sans MT" panose="020B0502020104020203" pitchFamily="34" charset="0"/>
            </a:rPr>
            <a:t>Hybrid </a:t>
          </a:r>
        </a:p>
        <a:p>
          <a:pPr marL="0" lvl="0" indent="0" algn="ctr" defTabSz="1244600">
            <a:lnSpc>
              <a:spcPct val="90000"/>
            </a:lnSpc>
            <a:spcBef>
              <a:spcPct val="0"/>
            </a:spcBef>
            <a:spcAft>
              <a:spcPts val="0"/>
            </a:spcAft>
            <a:buNone/>
          </a:pPr>
          <a:r>
            <a:rPr lang="en-IN" sz="2800" kern="1200">
              <a:latin typeface="Gill Sans MT" panose="020B0502020104020203" pitchFamily="34" charset="0"/>
            </a:rPr>
            <a:t>Inheritance</a:t>
          </a:r>
        </a:p>
      </dsp:txBody>
      <dsp:txXfrm rot="5400000">
        <a:off x="0" y="0"/>
        <a:ext cx="3289300" cy="1582141"/>
      </dsp:txXfrm>
    </dsp:sp>
    <dsp:sp modelId="{7F73953F-706B-4B60-8327-731FCC7BD24F}">
      <dsp:nvSpPr>
        <dsp:cNvPr id="0" name=""/>
        <dsp:cNvSpPr/>
      </dsp:nvSpPr>
      <dsp:spPr>
        <a:xfrm>
          <a:off x="3289300" y="0"/>
          <a:ext cx="3289300" cy="2109522"/>
        </a:xfrm>
        <a:prstGeom prst="round1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ts val="0"/>
            </a:spcAft>
            <a:buNone/>
          </a:pPr>
          <a:r>
            <a:rPr lang="en-IN" sz="2800" kern="1200">
              <a:latin typeface="Gill Sans MT" panose="020B0502020104020203" pitchFamily="34" charset="0"/>
            </a:rPr>
            <a:t>Single </a:t>
          </a:r>
        </a:p>
        <a:p>
          <a:pPr marL="0" lvl="0" indent="0" algn="ctr" defTabSz="1244600">
            <a:lnSpc>
              <a:spcPct val="90000"/>
            </a:lnSpc>
            <a:spcBef>
              <a:spcPct val="0"/>
            </a:spcBef>
            <a:spcAft>
              <a:spcPts val="0"/>
            </a:spcAft>
            <a:buNone/>
          </a:pPr>
          <a:r>
            <a:rPr lang="en-IN" sz="2800" kern="1200">
              <a:latin typeface="Gill Sans MT" panose="020B0502020104020203" pitchFamily="34" charset="0"/>
            </a:rPr>
            <a:t>Inheritance</a:t>
          </a:r>
        </a:p>
      </dsp:txBody>
      <dsp:txXfrm>
        <a:off x="3289300" y="0"/>
        <a:ext cx="3289300" cy="1582141"/>
      </dsp:txXfrm>
    </dsp:sp>
    <dsp:sp modelId="{B1C9EAA3-E503-48E4-8B96-9E7158F37C8F}">
      <dsp:nvSpPr>
        <dsp:cNvPr id="0" name=""/>
        <dsp:cNvSpPr/>
      </dsp:nvSpPr>
      <dsp:spPr>
        <a:xfrm rot="10800000">
          <a:off x="0" y="2109522"/>
          <a:ext cx="3289300" cy="2109522"/>
        </a:xfrm>
        <a:prstGeom prst="round1Rect">
          <a:avLst/>
        </a:prstGeom>
        <a:solidFill>
          <a:srgbClr val="FF66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IN" sz="2800" kern="1200">
              <a:latin typeface="Gill Sans MT" panose="020B0502020104020203" pitchFamily="34" charset="0"/>
            </a:rPr>
            <a:t>Hierarchical Inheritance</a:t>
          </a:r>
        </a:p>
      </dsp:txBody>
      <dsp:txXfrm rot="10800000">
        <a:off x="0" y="2636903"/>
        <a:ext cx="3289300" cy="1582141"/>
      </dsp:txXfrm>
    </dsp:sp>
    <dsp:sp modelId="{019E217B-7464-4E17-A699-67022B1FB1CE}">
      <dsp:nvSpPr>
        <dsp:cNvPr id="0" name=""/>
        <dsp:cNvSpPr/>
      </dsp:nvSpPr>
      <dsp:spPr>
        <a:xfrm rot="5400000">
          <a:off x="3879188" y="1519633"/>
          <a:ext cx="2109522" cy="3289300"/>
        </a:xfrm>
        <a:prstGeom prst="round1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IN" sz="2800" kern="1200"/>
            <a:t>Multi Level Inheritance</a:t>
          </a:r>
        </a:p>
      </dsp:txBody>
      <dsp:txXfrm rot="-5400000">
        <a:off x="3289300" y="2636903"/>
        <a:ext cx="3289300" cy="1582141"/>
      </dsp:txXfrm>
    </dsp:sp>
    <dsp:sp modelId="{E29FAA1D-50D5-4EE0-9772-1B9B38596CF5}">
      <dsp:nvSpPr>
        <dsp:cNvPr id="0" name=""/>
        <dsp:cNvSpPr/>
      </dsp:nvSpPr>
      <dsp:spPr>
        <a:xfrm>
          <a:off x="2302509" y="1582141"/>
          <a:ext cx="1973580" cy="1054761"/>
        </a:xfrm>
        <a:prstGeom prst="roundRect">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kern="1200">
              <a:solidFill>
                <a:schemeClr val="bg1"/>
              </a:solidFill>
              <a:latin typeface="Gill Sans MT" panose="020B0502020104020203" pitchFamily="34" charset="0"/>
            </a:rPr>
            <a:t>Inheritance</a:t>
          </a:r>
        </a:p>
      </dsp:txBody>
      <dsp:txXfrm>
        <a:off x="2353998" y="1633630"/>
        <a:ext cx="1870602" cy="951783"/>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C2D97A-1407-4E8F-8F30-E399DDE4DFDF}" type="datetimeFigureOut">
              <a:rPr lang="en-IN" smtClean="0"/>
              <a:t>29-01-2026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21B57-168A-4CE2-BCF1-703E6820F04A}" type="slidenum">
              <a:rPr lang="en-IN" smtClean="0"/>
              <a:t>‹#›</a:t>
            </a:fld>
            <a:endParaRPr lang="en-IN"/>
          </a:p>
        </p:txBody>
      </p:sp>
    </p:spTree>
    <p:extLst>
      <p:ext uri="{BB962C8B-B14F-4D97-AF65-F5344CB8AC3E}">
        <p14:creationId xmlns:p14="http://schemas.microsoft.com/office/powerpoint/2010/main" val="2463837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0F21B57-168A-4CE2-BCF1-703E6820F04A}" type="slidenum">
              <a:rPr lang="en-IN" smtClean="0"/>
              <a:t>17</a:t>
            </a:fld>
            <a:endParaRPr lang="en-IN"/>
          </a:p>
        </p:txBody>
      </p:sp>
    </p:spTree>
    <p:extLst>
      <p:ext uri="{BB962C8B-B14F-4D97-AF65-F5344CB8AC3E}">
        <p14:creationId xmlns:p14="http://schemas.microsoft.com/office/powerpoint/2010/main" val="1144870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DC770-91F0-4AFA-80C7-D527820F6B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2C339D1-0D54-4F61-826A-FAFE37781F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A824DA-7770-42EA-9A25-FA0AA626DF42}"/>
              </a:ext>
            </a:extLst>
          </p:cNvPr>
          <p:cNvSpPr>
            <a:spLocks noGrp="1"/>
          </p:cNvSpPr>
          <p:nvPr>
            <p:ph type="dt" sz="half" idx="10"/>
          </p:nvPr>
        </p:nvSpPr>
        <p:spPr/>
        <p:txBody>
          <a:bodyPr/>
          <a:lstStyle/>
          <a:p>
            <a:fld id="{815428A1-51D2-4B35-AAB2-60176B5FB9B7}" type="datetime1">
              <a:rPr lang="en-IN" smtClean="0"/>
              <a:t>29-01-2026</a:t>
            </a:fld>
            <a:endParaRPr lang="en-IN"/>
          </a:p>
        </p:txBody>
      </p:sp>
      <p:sp>
        <p:nvSpPr>
          <p:cNvPr id="5" name="Footer Placeholder 4">
            <a:extLst>
              <a:ext uri="{FF2B5EF4-FFF2-40B4-BE49-F238E27FC236}">
                <a16:creationId xmlns:a16="http://schemas.microsoft.com/office/drawing/2014/main" id="{E3536185-6C52-4EC5-B8F1-61F30B825F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A653B4-10D2-4BD0-8727-C955F8C06E4A}"/>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3012700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5D6C6-334C-465C-8F8C-C5E1A04986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E027B3-EC04-4EC3-B190-C46030301D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421D69-53C4-4406-873C-07DB89DACEB1}"/>
              </a:ext>
            </a:extLst>
          </p:cNvPr>
          <p:cNvSpPr>
            <a:spLocks noGrp="1"/>
          </p:cNvSpPr>
          <p:nvPr>
            <p:ph type="dt" sz="half" idx="10"/>
          </p:nvPr>
        </p:nvSpPr>
        <p:spPr/>
        <p:txBody>
          <a:bodyPr/>
          <a:lstStyle>
            <a:lvl1pPr>
              <a:defRPr sz="1400" b="1">
                <a:solidFill>
                  <a:schemeClr val="tx1"/>
                </a:solidFill>
              </a:defRPr>
            </a:lvl1pPr>
          </a:lstStyle>
          <a:p>
            <a:fld id="{28A7E088-5FD3-4403-B2FC-7AD87DA1C227}" type="datetime1">
              <a:rPr lang="en-IN" smtClean="0"/>
              <a:pPr/>
              <a:t>29-01-2026</a:t>
            </a:fld>
            <a:endParaRPr lang="en-IN"/>
          </a:p>
        </p:txBody>
      </p:sp>
      <p:sp>
        <p:nvSpPr>
          <p:cNvPr id="5" name="Footer Placeholder 4">
            <a:extLst>
              <a:ext uri="{FF2B5EF4-FFF2-40B4-BE49-F238E27FC236}">
                <a16:creationId xmlns:a16="http://schemas.microsoft.com/office/drawing/2014/main" id="{8D3AEAE1-FF8A-467F-9BE4-289C63730B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673C72-52F8-4738-8A6A-E87936D43B1C}"/>
              </a:ext>
            </a:extLst>
          </p:cNvPr>
          <p:cNvSpPr>
            <a:spLocks noGrp="1"/>
          </p:cNvSpPr>
          <p:nvPr>
            <p:ph type="sldNum" sz="quarter" idx="12"/>
          </p:nvPr>
        </p:nvSpPr>
        <p:spPr/>
        <p:txBody>
          <a:bodyPr/>
          <a:lstStyle>
            <a:lvl1pPr>
              <a:defRPr sz="1400" b="1">
                <a:solidFill>
                  <a:schemeClr val="tx1"/>
                </a:solidFill>
              </a:defRPr>
            </a:lvl1pPr>
          </a:lstStyle>
          <a:p>
            <a:fld id="{4DAC0951-10B0-4509-9BA5-FD8683A6F967}" type="slidenum">
              <a:rPr lang="en-IN" smtClean="0"/>
              <a:pPr/>
              <a:t>‹#›</a:t>
            </a:fld>
            <a:endParaRPr lang="en-IN"/>
          </a:p>
        </p:txBody>
      </p:sp>
    </p:spTree>
    <p:extLst>
      <p:ext uri="{BB962C8B-B14F-4D97-AF65-F5344CB8AC3E}">
        <p14:creationId xmlns:p14="http://schemas.microsoft.com/office/powerpoint/2010/main" val="484643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3CCC-B690-4797-85E4-BEBD2949CA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74F46D8-50C7-4F18-9547-D4A7786353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B5E9C5-A3B9-4867-82AB-5A23F1840B56}"/>
              </a:ext>
            </a:extLst>
          </p:cNvPr>
          <p:cNvSpPr>
            <a:spLocks noGrp="1"/>
          </p:cNvSpPr>
          <p:nvPr>
            <p:ph type="dt" sz="half" idx="10"/>
          </p:nvPr>
        </p:nvSpPr>
        <p:spPr/>
        <p:txBody>
          <a:bodyPr/>
          <a:lstStyle/>
          <a:p>
            <a:fld id="{F4418229-6F9F-4226-BB17-192C79651F7C}" type="datetime1">
              <a:rPr lang="en-IN" smtClean="0"/>
              <a:t>29-01-2026</a:t>
            </a:fld>
            <a:endParaRPr lang="en-IN"/>
          </a:p>
        </p:txBody>
      </p:sp>
      <p:sp>
        <p:nvSpPr>
          <p:cNvPr id="5" name="Footer Placeholder 4">
            <a:extLst>
              <a:ext uri="{FF2B5EF4-FFF2-40B4-BE49-F238E27FC236}">
                <a16:creationId xmlns:a16="http://schemas.microsoft.com/office/drawing/2014/main" id="{3758326D-2C06-4A41-95A9-871F336D32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8F952D-7976-49B3-8AD5-71AF23D6B674}"/>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4132120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C872-B3F4-45B2-9BCC-E456481CC8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EF4D8C-DBD7-471B-9982-AFCFF996FC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073A56-8C1C-4891-8873-3F05D4BFE4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436B58-C3C0-49EF-A244-BD5B7688A0BD}"/>
              </a:ext>
            </a:extLst>
          </p:cNvPr>
          <p:cNvSpPr>
            <a:spLocks noGrp="1"/>
          </p:cNvSpPr>
          <p:nvPr>
            <p:ph type="dt" sz="half" idx="10"/>
          </p:nvPr>
        </p:nvSpPr>
        <p:spPr/>
        <p:txBody>
          <a:bodyPr/>
          <a:lstStyle/>
          <a:p>
            <a:fld id="{BBF69600-D767-48E1-A443-21DBAB46CB44}" type="datetime1">
              <a:rPr lang="en-IN" smtClean="0"/>
              <a:t>29-01-2026</a:t>
            </a:fld>
            <a:endParaRPr lang="en-IN"/>
          </a:p>
        </p:txBody>
      </p:sp>
      <p:sp>
        <p:nvSpPr>
          <p:cNvPr id="6" name="Footer Placeholder 5">
            <a:extLst>
              <a:ext uri="{FF2B5EF4-FFF2-40B4-BE49-F238E27FC236}">
                <a16:creationId xmlns:a16="http://schemas.microsoft.com/office/drawing/2014/main" id="{A9EB5343-8193-4185-B446-56483E7285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339485-F2E7-4BD9-B29C-CB95BEC7EB53}"/>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2338618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BE1D5-65A5-403F-9C2D-A5BC3D5002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2BDE18-2684-47B2-9B83-A10F0E556E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4AF027-4D02-4FAA-A906-0327D95378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5324CC-92D4-484F-ABE8-8040B04BB4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60E1AE-BA8D-4245-BA67-5A25DD05AD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272E07-39DD-4C61-9DAD-28B6D26B30B2}"/>
              </a:ext>
            </a:extLst>
          </p:cNvPr>
          <p:cNvSpPr>
            <a:spLocks noGrp="1"/>
          </p:cNvSpPr>
          <p:nvPr>
            <p:ph type="dt" sz="half" idx="10"/>
          </p:nvPr>
        </p:nvSpPr>
        <p:spPr/>
        <p:txBody>
          <a:bodyPr/>
          <a:lstStyle/>
          <a:p>
            <a:fld id="{6F1FD97B-47B0-4904-8A18-AFC52508C61D}" type="datetime1">
              <a:rPr lang="en-IN" smtClean="0"/>
              <a:t>29-01-2026</a:t>
            </a:fld>
            <a:endParaRPr lang="en-IN"/>
          </a:p>
        </p:txBody>
      </p:sp>
      <p:sp>
        <p:nvSpPr>
          <p:cNvPr id="8" name="Footer Placeholder 7">
            <a:extLst>
              <a:ext uri="{FF2B5EF4-FFF2-40B4-BE49-F238E27FC236}">
                <a16:creationId xmlns:a16="http://schemas.microsoft.com/office/drawing/2014/main" id="{656B9D7D-5E0F-4760-9735-237ACCD73F8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3CE69EB-8813-483E-B820-8B3396D17683}"/>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3884238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0DD22-058F-461D-830B-FE58A2AAF4A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5F38C4-FB4E-424A-AD89-1BA27C0BCC2A}"/>
              </a:ext>
            </a:extLst>
          </p:cNvPr>
          <p:cNvSpPr>
            <a:spLocks noGrp="1"/>
          </p:cNvSpPr>
          <p:nvPr>
            <p:ph type="dt" sz="half" idx="10"/>
          </p:nvPr>
        </p:nvSpPr>
        <p:spPr/>
        <p:txBody>
          <a:bodyPr/>
          <a:lstStyle/>
          <a:p>
            <a:fld id="{58FE2C50-D6DB-4615-AA11-8096AC399FAD}" type="datetime1">
              <a:rPr lang="en-IN" smtClean="0"/>
              <a:t>29-01-2026</a:t>
            </a:fld>
            <a:endParaRPr lang="en-IN"/>
          </a:p>
        </p:txBody>
      </p:sp>
      <p:sp>
        <p:nvSpPr>
          <p:cNvPr id="4" name="Footer Placeholder 3">
            <a:extLst>
              <a:ext uri="{FF2B5EF4-FFF2-40B4-BE49-F238E27FC236}">
                <a16:creationId xmlns:a16="http://schemas.microsoft.com/office/drawing/2014/main" id="{698D5047-2290-465B-A46F-6CDD6C1CB1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9BFA423-27DB-4E39-9334-F4E7B36F393E}"/>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3376557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C7A968-0704-440C-9F04-D19B341A5CDB}"/>
              </a:ext>
            </a:extLst>
          </p:cNvPr>
          <p:cNvSpPr>
            <a:spLocks noGrp="1"/>
          </p:cNvSpPr>
          <p:nvPr>
            <p:ph type="dt" sz="half" idx="10"/>
          </p:nvPr>
        </p:nvSpPr>
        <p:spPr/>
        <p:txBody>
          <a:bodyPr/>
          <a:lstStyle/>
          <a:p>
            <a:fld id="{521947D4-6749-4E47-8224-885558CBADF7}" type="datetime1">
              <a:rPr lang="en-IN" smtClean="0"/>
              <a:t>29-01-2026</a:t>
            </a:fld>
            <a:endParaRPr lang="en-IN"/>
          </a:p>
        </p:txBody>
      </p:sp>
      <p:sp>
        <p:nvSpPr>
          <p:cNvPr id="3" name="Footer Placeholder 2">
            <a:extLst>
              <a:ext uri="{FF2B5EF4-FFF2-40B4-BE49-F238E27FC236}">
                <a16:creationId xmlns:a16="http://schemas.microsoft.com/office/drawing/2014/main" id="{13310CA8-90AD-4E50-A5E8-0DC95120EE6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D711EC-EBBC-437E-84D5-BFBEF4A70CE9}"/>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1597802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7A045-B561-4BF0-A203-2F3F676876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E22B3B2-8437-4AE9-800D-08D4FC3020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A7AEEF-0240-427C-AF07-A281B6D91B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F6BFF4-EB8D-4790-ABB0-0653061572D8}"/>
              </a:ext>
            </a:extLst>
          </p:cNvPr>
          <p:cNvSpPr>
            <a:spLocks noGrp="1"/>
          </p:cNvSpPr>
          <p:nvPr>
            <p:ph type="dt" sz="half" idx="10"/>
          </p:nvPr>
        </p:nvSpPr>
        <p:spPr/>
        <p:txBody>
          <a:bodyPr/>
          <a:lstStyle/>
          <a:p>
            <a:fld id="{74C22B4F-B292-471B-B926-22823FC782DA}" type="datetime1">
              <a:rPr lang="en-IN" smtClean="0"/>
              <a:t>29-01-2026</a:t>
            </a:fld>
            <a:endParaRPr lang="en-IN"/>
          </a:p>
        </p:txBody>
      </p:sp>
      <p:sp>
        <p:nvSpPr>
          <p:cNvPr id="6" name="Footer Placeholder 5">
            <a:extLst>
              <a:ext uri="{FF2B5EF4-FFF2-40B4-BE49-F238E27FC236}">
                <a16:creationId xmlns:a16="http://schemas.microsoft.com/office/drawing/2014/main" id="{807F5910-5403-4054-AD1F-FC45FC875D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AF775F-F69B-4461-B67D-A4B7D335CA8A}"/>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2923280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CDAB8-760D-429B-9092-588F356D99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02D72EE-CC1D-47B3-9C38-FCCC07AE96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095416E-FA79-455F-8D3A-5114BC017C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85144-8B3D-40BC-B447-6BA8A6DC09E3}"/>
              </a:ext>
            </a:extLst>
          </p:cNvPr>
          <p:cNvSpPr>
            <a:spLocks noGrp="1"/>
          </p:cNvSpPr>
          <p:nvPr>
            <p:ph type="dt" sz="half" idx="10"/>
          </p:nvPr>
        </p:nvSpPr>
        <p:spPr/>
        <p:txBody>
          <a:bodyPr/>
          <a:lstStyle/>
          <a:p>
            <a:fld id="{9C280BAA-1C15-4FB7-A6BF-92229E431826}" type="datetime1">
              <a:rPr lang="en-IN" smtClean="0"/>
              <a:t>29-01-2026</a:t>
            </a:fld>
            <a:endParaRPr lang="en-IN"/>
          </a:p>
        </p:txBody>
      </p:sp>
      <p:sp>
        <p:nvSpPr>
          <p:cNvPr id="6" name="Footer Placeholder 5">
            <a:extLst>
              <a:ext uri="{FF2B5EF4-FFF2-40B4-BE49-F238E27FC236}">
                <a16:creationId xmlns:a16="http://schemas.microsoft.com/office/drawing/2014/main" id="{F372C76E-BE0A-41E9-B0C5-B0C3CA7597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8C8B49-D02B-48E5-8E7F-5D2B46738598}"/>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875354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D4AF2-0B51-43C1-AD13-EA8EFA02B3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A26132-B590-4B2E-9F96-342AC64624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7F43AB-4C78-44FA-B366-822F49DEED54}"/>
              </a:ext>
            </a:extLst>
          </p:cNvPr>
          <p:cNvSpPr>
            <a:spLocks noGrp="1"/>
          </p:cNvSpPr>
          <p:nvPr>
            <p:ph type="dt" sz="half" idx="10"/>
          </p:nvPr>
        </p:nvSpPr>
        <p:spPr/>
        <p:txBody>
          <a:bodyPr/>
          <a:lstStyle/>
          <a:p>
            <a:fld id="{BE75BB07-B820-4C3D-81FF-35B04E5A4C30}" type="datetime1">
              <a:rPr lang="en-IN" smtClean="0"/>
              <a:t>29-01-2026</a:t>
            </a:fld>
            <a:endParaRPr lang="en-IN"/>
          </a:p>
        </p:txBody>
      </p:sp>
      <p:sp>
        <p:nvSpPr>
          <p:cNvPr id="5" name="Footer Placeholder 4">
            <a:extLst>
              <a:ext uri="{FF2B5EF4-FFF2-40B4-BE49-F238E27FC236}">
                <a16:creationId xmlns:a16="http://schemas.microsoft.com/office/drawing/2014/main" id="{39B0D936-D793-4FC5-84F3-806ACB11CA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F02659-66E4-4F2D-BB92-2A26C2789384}"/>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3355511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29C94E-C13B-4F87-9B7B-761097737B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95177C-1587-4072-81EA-E20D0202A2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EE284B-1E23-492D-8777-03C8141B19BE}"/>
              </a:ext>
            </a:extLst>
          </p:cNvPr>
          <p:cNvSpPr>
            <a:spLocks noGrp="1"/>
          </p:cNvSpPr>
          <p:nvPr>
            <p:ph type="dt" sz="half" idx="10"/>
          </p:nvPr>
        </p:nvSpPr>
        <p:spPr/>
        <p:txBody>
          <a:bodyPr/>
          <a:lstStyle/>
          <a:p>
            <a:fld id="{9C0456F9-570F-483E-A695-A39CF42E2564}" type="datetime1">
              <a:rPr lang="en-IN" smtClean="0"/>
              <a:t>29-01-2026</a:t>
            </a:fld>
            <a:endParaRPr lang="en-IN"/>
          </a:p>
        </p:txBody>
      </p:sp>
      <p:sp>
        <p:nvSpPr>
          <p:cNvPr id="5" name="Footer Placeholder 4">
            <a:extLst>
              <a:ext uri="{FF2B5EF4-FFF2-40B4-BE49-F238E27FC236}">
                <a16:creationId xmlns:a16="http://schemas.microsoft.com/office/drawing/2014/main" id="{1ABA4BF7-8258-481A-86CB-E3AC157A91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55C52C-4020-4491-BC3A-BEF09E3FC055}"/>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1180429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C4392B-314A-46B8-AE28-BAA109D5B7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FF787F-3313-44FE-8C16-BF492EBC00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7C93B2-D083-4E5B-96F5-91BCFB1AEE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4B441A-B6F0-42A1-B5E5-E0EFF40211F0}" type="datetime1">
              <a:rPr lang="en-IN" smtClean="0"/>
              <a:t>29-01-2026</a:t>
            </a:fld>
            <a:endParaRPr lang="en-IN"/>
          </a:p>
        </p:txBody>
      </p:sp>
      <p:sp>
        <p:nvSpPr>
          <p:cNvPr id="5" name="Footer Placeholder 4">
            <a:extLst>
              <a:ext uri="{FF2B5EF4-FFF2-40B4-BE49-F238E27FC236}">
                <a16:creationId xmlns:a16="http://schemas.microsoft.com/office/drawing/2014/main" id="{B73DDB0F-4801-43B8-B6A6-DCADD75216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0561CB-1EEA-43B1-AD45-7A02E53A8E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C0951-10B0-4509-9BA5-FD8683A6F967}" type="slidenum">
              <a:rPr lang="en-IN" smtClean="0"/>
              <a:t>‹#›</a:t>
            </a:fld>
            <a:endParaRPr lang="en-IN"/>
          </a:p>
        </p:txBody>
      </p:sp>
    </p:spTree>
    <p:extLst>
      <p:ext uri="{BB962C8B-B14F-4D97-AF65-F5344CB8AC3E}">
        <p14:creationId xmlns:p14="http://schemas.microsoft.com/office/powerpoint/2010/main" val="227073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34562-6CE1-46F3-B102-EECFED916131}"/>
              </a:ext>
            </a:extLst>
          </p:cNvPr>
          <p:cNvSpPr>
            <a:spLocks noGrp="1"/>
          </p:cNvSpPr>
          <p:nvPr>
            <p:ph type="ctrTitle"/>
          </p:nvPr>
        </p:nvSpPr>
        <p:spPr>
          <a:xfrm>
            <a:off x="233516" y="698203"/>
            <a:ext cx="9144000" cy="1312926"/>
          </a:xfrm>
        </p:spPr>
        <p:txBody>
          <a:bodyPr/>
          <a:lstStyle/>
          <a:p>
            <a:r>
              <a:rPr lang="en-IN">
                <a:latin typeface="Baskerville Old Face" panose="02020602080505020303" pitchFamily="18" charset="0"/>
              </a:rPr>
              <a:t>Object Oriented Paradigm</a:t>
            </a:r>
          </a:p>
        </p:txBody>
      </p:sp>
      <p:pic>
        <p:nvPicPr>
          <p:cNvPr id="7" name="Picture 6">
            <a:extLst>
              <a:ext uri="{FF2B5EF4-FFF2-40B4-BE49-F238E27FC236}">
                <a16:creationId xmlns:a16="http://schemas.microsoft.com/office/drawing/2014/main" id="{035FF23D-E4B7-4992-B8A6-61CE80F996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7207" y="31136"/>
            <a:ext cx="3051277" cy="3051277"/>
          </a:xfrm>
          <a:prstGeom prst="rect">
            <a:avLst/>
          </a:prstGeom>
        </p:spPr>
      </p:pic>
      <p:sp>
        <p:nvSpPr>
          <p:cNvPr id="10" name="Slide Number Placeholder 9">
            <a:extLst>
              <a:ext uri="{FF2B5EF4-FFF2-40B4-BE49-F238E27FC236}">
                <a16:creationId xmlns:a16="http://schemas.microsoft.com/office/drawing/2014/main" id="{42AE514C-AF9E-4168-96D8-E74B769390D6}"/>
              </a:ext>
            </a:extLst>
          </p:cNvPr>
          <p:cNvSpPr>
            <a:spLocks noGrp="1"/>
          </p:cNvSpPr>
          <p:nvPr>
            <p:ph type="sldNum" sz="quarter" idx="12"/>
          </p:nvPr>
        </p:nvSpPr>
        <p:spPr/>
        <p:txBody>
          <a:bodyPr/>
          <a:lstStyle/>
          <a:p>
            <a:fld id="{4DAC0951-10B0-4509-9BA5-FD8683A6F967}" type="slidenum">
              <a:rPr lang="en-IN" smtClean="0"/>
              <a:t>1</a:t>
            </a:fld>
            <a:endParaRPr lang="en-IN"/>
          </a:p>
        </p:txBody>
      </p:sp>
      <p:pic>
        <p:nvPicPr>
          <p:cNvPr id="11" name="Picture 10">
            <a:extLst>
              <a:ext uri="{FF2B5EF4-FFF2-40B4-BE49-F238E27FC236}">
                <a16:creationId xmlns:a16="http://schemas.microsoft.com/office/drawing/2014/main" id="{DFA40875-641A-4F85-B78E-C29139C71A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2575" y="2165419"/>
            <a:ext cx="3453280" cy="3758454"/>
          </a:xfrm>
          <a:prstGeom prst="rect">
            <a:avLst/>
          </a:prstGeom>
        </p:spPr>
      </p:pic>
      <p:sp>
        <p:nvSpPr>
          <p:cNvPr id="3" name="Subtitle 2">
            <a:extLst>
              <a:ext uri="{FF2B5EF4-FFF2-40B4-BE49-F238E27FC236}">
                <a16:creationId xmlns:a16="http://schemas.microsoft.com/office/drawing/2014/main" id="{F6D0CCD5-C118-44B3-9342-5F0A35938909}"/>
              </a:ext>
            </a:extLst>
          </p:cNvPr>
          <p:cNvSpPr>
            <a:spLocks noGrp="1"/>
          </p:cNvSpPr>
          <p:nvPr>
            <p:ph type="subTitle" idx="1"/>
          </p:nvPr>
        </p:nvSpPr>
        <p:spPr>
          <a:xfrm>
            <a:off x="4101918" y="3356632"/>
            <a:ext cx="3453280" cy="935149"/>
          </a:xfrm>
        </p:spPr>
        <p:txBody>
          <a:bodyPr>
            <a:normAutofit/>
          </a:bodyPr>
          <a:lstStyle/>
          <a:p>
            <a:r>
              <a:rPr lang="en-IN">
                <a:solidFill>
                  <a:schemeClr val="bg1"/>
                </a:solidFill>
                <a:latin typeface="Baskerville Old Face" panose="02020602080505020303" pitchFamily="18" charset="0"/>
              </a:rPr>
              <a:t>Topic: JAVA</a:t>
            </a:r>
          </a:p>
          <a:p>
            <a:r>
              <a:rPr lang="en-IN">
                <a:solidFill>
                  <a:schemeClr val="bg1"/>
                </a:solidFill>
                <a:latin typeface="Baskerville Old Face" panose="02020602080505020303" pitchFamily="18" charset="0"/>
              </a:rPr>
              <a:t>Inheritance</a:t>
            </a:r>
          </a:p>
        </p:txBody>
      </p:sp>
    </p:spTree>
    <p:extLst>
      <p:ext uri="{BB962C8B-B14F-4D97-AF65-F5344CB8AC3E}">
        <p14:creationId xmlns:p14="http://schemas.microsoft.com/office/powerpoint/2010/main" val="2301738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7C1D6-CDBB-4FF5-B941-3A3662E71B50}"/>
              </a:ext>
            </a:extLst>
          </p:cNvPr>
          <p:cNvSpPr>
            <a:spLocks noGrp="1"/>
          </p:cNvSpPr>
          <p:nvPr>
            <p:ph type="title"/>
          </p:nvPr>
        </p:nvSpPr>
        <p:spPr/>
        <p:txBody>
          <a:bodyPr/>
          <a:lstStyle/>
          <a:p>
            <a:r>
              <a:rPr lang="en-IN" b="1">
                <a:solidFill>
                  <a:srgbClr val="C00000"/>
                </a:solidFill>
                <a:latin typeface="Arial Rounded MT Bold" panose="020F0704030504030204" pitchFamily="34" charset="0"/>
              </a:rPr>
              <a:t>Why do we need Inheritance?</a:t>
            </a:r>
          </a:p>
        </p:txBody>
      </p:sp>
      <p:sp>
        <p:nvSpPr>
          <p:cNvPr id="4" name="Slide Number Placeholder 3">
            <a:extLst>
              <a:ext uri="{FF2B5EF4-FFF2-40B4-BE49-F238E27FC236}">
                <a16:creationId xmlns:a16="http://schemas.microsoft.com/office/drawing/2014/main" id="{F87871FC-047F-4901-8406-F9941C8084A1}"/>
              </a:ext>
            </a:extLst>
          </p:cNvPr>
          <p:cNvSpPr>
            <a:spLocks noGrp="1"/>
          </p:cNvSpPr>
          <p:nvPr>
            <p:ph type="sldNum" sz="quarter" idx="12"/>
          </p:nvPr>
        </p:nvSpPr>
        <p:spPr/>
        <p:txBody>
          <a:bodyPr/>
          <a:lstStyle/>
          <a:p>
            <a:fld id="{4DAC0951-10B0-4509-9BA5-FD8683A6F967}" type="slidenum">
              <a:rPr lang="en-IN" smtClean="0"/>
              <a:pPr/>
              <a:t>2</a:t>
            </a:fld>
            <a:endParaRPr lang="en-IN"/>
          </a:p>
        </p:txBody>
      </p:sp>
      <p:pic>
        <p:nvPicPr>
          <p:cNvPr id="10" name="Content Placeholder 9">
            <a:extLst>
              <a:ext uri="{FF2B5EF4-FFF2-40B4-BE49-F238E27FC236}">
                <a16:creationId xmlns:a16="http://schemas.microsoft.com/office/drawing/2014/main" id="{A7D3DF0E-805C-4A53-AD5F-45B87FE987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376552">
            <a:off x="1712441" y="3009603"/>
            <a:ext cx="3582243" cy="1908188"/>
          </a:xfrm>
        </p:spPr>
      </p:pic>
      <p:pic>
        <p:nvPicPr>
          <p:cNvPr id="12" name="Picture 11">
            <a:extLst>
              <a:ext uri="{FF2B5EF4-FFF2-40B4-BE49-F238E27FC236}">
                <a16:creationId xmlns:a16="http://schemas.microsoft.com/office/drawing/2014/main" id="{56F044C2-F22F-4524-B3BA-35DFE847F984}"/>
              </a:ext>
            </a:extLst>
          </p:cNvPr>
          <p:cNvPicPr>
            <a:picLocks noChangeAspect="1"/>
          </p:cNvPicPr>
          <p:nvPr/>
        </p:nvPicPr>
        <p:blipFill rotWithShape="1">
          <a:blip r:embed="rId3">
            <a:extLst>
              <a:ext uri="{28A0092B-C50C-407E-A947-70E740481C1C}">
                <a14:useLocalDpi xmlns:a14="http://schemas.microsoft.com/office/drawing/2010/main" val="0"/>
              </a:ext>
            </a:extLst>
          </a:blip>
          <a:srcRect l="17055" t="13236" r="15576" b="21066"/>
          <a:stretch/>
        </p:blipFill>
        <p:spPr>
          <a:xfrm>
            <a:off x="7452851" y="1690688"/>
            <a:ext cx="2723535" cy="2865014"/>
          </a:xfrm>
          <a:prstGeom prst="rect">
            <a:avLst/>
          </a:prstGeom>
        </p:spPr>
      </p:pic>
      <p:sp>
        <p:nvSpPr>
          <p:cNvPr id="13" name="TextBox 12">
            <a:extLst>
              <a:ext uri="{FF2B5EF4-FFF2-40B4-BE49-F238E27FC236}">
                <a16:creationId xmlns:a16="http://schemas.microsoft.com/office/drawing/2014/main" id="{78353A42-7180-486E-88CF-A88C1B013D40}"/>
              </a:ext>
            </a:extLst>
          </p:cNvPr>
          <p:cNvSpPr txBox="1"/>
          <p:nvPr/>
        </p:nvSpPr>
        <p:spPr>
          <a:xfrm>
            <a:off x="2212258" y="1563569"/>
            <a:ext cx="3168881" cy="584775"/>
          </a:xfrm>
          <a:prstGeom prst="rect">
            <a:avLst/>
          </a:prstGeom>
          <a:noFill/>
        </p:spPr>
        <p:txBody>
          <a:bodyPr wrap="none" rtlCol="0">
            <a:spAutoFit/>
          </a:bodyPr>
          <a:lstStyle/>
          <a:p>
            <a:r>
              <a:rPr lang="en-IN" sz="3200" b="1">
                <a:solidFill>
                  <a:srgbClr val="FF6600"/>
                </a:solidFill>
                <a:latin typeface="Gill Sans MT" panose="020B0502020104020203" pitchFamily="34" charset="0"/>
              </a:rPr>
              <a:t>Classical Watch</a:t>
            </a:r>
          </a:p>
        </p:txBody>
      </p:sp>
      <p:sp>
        <p:nvSpPr>
          <p:cNvPr id="15" name="TextBox 14">
            <a:extLst>
              <a:ext uri="{FF2B5EF4-FFF2-40B4-BE49-F238E27FC236}">
                <a16:creationId xmlns:a16="http://schemas.microsoft.com/office/drawing/2014/main" id="{38B271CC-09F1-4528-93D6-E3129F331E17}"/>
              </a:ext>
            </a:extLst>
          </p:cNvPr>
          <p:cNvSpPr txBox="1"/>
          <p:nvPr/>
        </p:nvSpPr>
        <p:spPr>
          <a:xfrm>
            <a:off x="8395301" y="1334741"/>
            <a:ext cx="2749086" cy="584775"/>
          </a:xfrm>
          <a:prstGeom prst="rect">
            <a:avLst/>
          </a:prstGeom>
          <a:noFill/>
        </p:spPr>
        <p:txBody>
          <a:bodyPr wrap="none" rtlCol="0">
            <a:spAutoFit/>
          </a:bodyPr>
          <a:lstStyle/>
          <a:p>
            <a:r>
              <a:rPr lang="en-IN" sz="3200" b="1">
                <a:solidFill>
                  <a:srgbClr val="FF6600"/>
                </a:solidFill>
                <a:latin typeface="Gill Sans MT" panose="020B0502020104020203" pitchFamily="34" charset="0"/>
              </a:rPr>
              <a:t>Smart Watch</a:t>
            </a:r>
          </a:p>
        </p:txBody>
      </p:sp>
      <p:sp>
        <p:nvSpPr>
          <p:cNvPr id="16" name="Rectangle: Rounded Corners 15">
            <a:extLst>
              <a:ext uri="{FF2B5EF4-FFF2-40B4-BE49-F238E27FC236}">
                <a16:creationId xmlns:a16="http://schemas.microsoft.com/office/drawing/2014/main" id="{3EB7DD62-67E6-4166-96A1-A97BEBF5B641}"/>
              </a:ext>
            </a:extLst>
          </p:cNvPr>
          <p:cNvSpPr/>
          <p:nvPr/>
        </p:nvSpPr>
        <p:spPr>
          <a:xfrm>
            <a:off x="3658626" y="2701089"/>
            <a:ext cx="2196483" cy="455065"/>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err="1">
                <a:latin typeface="Gill Sans MT" panose="020B0502020104020203" pitchFamily="34" charset="0"/>
              </a:rPr>
              <a:t>DisplayDate</a:t>
            </a:r>
            <a:r>
              <a:rPr lang="en-IN" sz="2400">
                <a:latin typeface="Gill Sans MT" panose="020B0502020104020203" pitchFamily="34" charset="0"/>
              </a:rPr>
              <a:t>()</a:t>
            </a:r>
          </a:p>
        </p:txBody>
      </p:sp>
      <p:sp>
        <p:nvSpPr>
          <p:cNvPr id="18" name="Rectangle: Rounded Corners 17">
            <a:extLst>
              <a:ext uri="{FF2B5EF4-FFF2-40B4-BE49-F238E27FC236}">
                <a16:creationId xmlns:a16="http://schemas.microsoft.com/office/drawing/2014/main" id="{5F770458-B1CE-4C09-8808-F69788ECE8EA}"/>
              </a:ext>
            </a:extLst>
          </p:cNvPr>
          <p:cNvSpPr/>
          <p:nvPr/>
        </p:nvSpPr>
        <p:spPr>
          <a:xfrm>
            <a:off x="240196" y="3243548"/>
            <a:ext cx="2196483" cy="455065"/>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err="1">
                <a:latin typeface="Gill Sans MT" panose="020B0502020104020203" pitchFamily="34" charset="0"/>
              </a:rPr>
              <a:t>DisplayTime</a:t>
            </a:r>
            <a:r>
              <a:rPr lang="en-IN" sz="2400">
                <a:latin typeface="Gill Sans MT" panose="020B0502020104020203" pitchFamily="34" charset="0"/>
              </a:rPr>
              <a:t>()</a:t>
            </a:r>
          </a:p>
        </p:txBody>
      </p:sp>
      <p:sp>
        <p:nvSpPr>
          <p:cNvPr id="20" name="Rectangle: Rounded Corners 19">
            <a:extLst>
              <a:ext uri="{FF2B5EF4-FFF2-40B4-BE49-F238E27FC236}">
                <a16:creationId xmlns:a16="http://schemas.microsoft.com/office/drawing/2014/main" id="{99989216-947C-4068-BD4D-D2542E115CDB}"/>
              </a:ext>
            </a:extLst>
          </p:cNvPr>
          <p:cNvSpPr/>
          <p:nvPr/>
        </p:nvSpPr>
        <p:spPr>
          <a:xfrm>
            <a:off x="2400820" y="5537550"/>
            <a:ext cx="2196483" cy="455065"/>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err="1">
                <a:latin typeface="Gill Sans MT" panose="020B0502020104020203" pitchFamily="34" charset="0"/>
              </a:rPr>
              <a:t>DisplayDay</a:t>
            </a:r>
            <a:r>
              <a:rPr lang="en-IN" sz="2400">
                <a:latin typeface="Gill Sans MT" panose="020B0502020104020203" pitchFamily="34" charset="0"/>
              </a:rPr>
              <a:t>()</a:t>
            </a:r>
          </a:p>
        </p:txBody>
      </p:sp>
      <p:sp>
        <p:nvSpPr>
          <p:cNvPr id="22" name="Rectangle: Rounded Corners 21">
            <a:extLst>
              <a:ext uri="{FF2B5EF4-FFF2-40B4-BE49-F238E27FC236}">
                <a16:creationId xmlns:a16="http://schemas.microsoft.com/office/drawing/2014/main" id="{6C850485-6703-46CB-990D-AE2DBB6D5EA0}"/>
              </a:ext>
            </a:extLst>
          </p:cNvPr>
          <p:cNvSpPr/>
          <p:nvPr/>
        </p:nvSpPr>
        <p:spPr>
          <a:xfrm>
            <a:off x="9769844" y="2076733"/>
            <a:ext cx="2196483" cy="455065"/>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err="1">
                <a:latin typeface="Gill Sans MT" panose="020B0502020104020203" pitchFamily="34" charset="0"/>
              </a:rPr>
              <a:t>DisplayDate</a:t>
            </a:r>
            <a:r>
              <a:rPr lang="en-IN" sz="2400">
                <a:latin typeface="Gill Sans MT" panose="020B0502020104020203" pitchFamily="34" charset="0"/>
              </a:rPr>
              <a:t>()</a:t>
            </a:r>
          </a:p>
        </p:txBody>
      </p:sp>
      <p:sp>
        <p:nvSpPr>
          <p:cNvPr id="24" name="Rectangle: Rounded Corners 23">
            <a:extLst>
              <a:ext uri="{FF2B5EF4-FFF2-40B4-BE49-F238E27FC236}">
                <a16:creationId xmlns:a16="http://schemas.microsoft.com/office/drawing/2014/main" id="{F282B29B-6237-4BCC-8224-DB2DFFFB3A1A}"/>
              </a:ext>
            </a:extLst>
          </p:cNvPr>
          <p:cNvSpPr/>
          <p:nvPr/>
        </p:nvSpPr>
        <p:spPr>
          <a:xfrm>
            <a:off x="8947904" y="4868813"/>
            <a:ext cx="2196483" cy="455065"/>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err="1">
                <a:latin typeface="Gill Sans MT" panose="020B0502020104020203" pitchFamily="34" charset="0"/>
              </a:rPr>
              <a:t>DisplayTime</a:t>
            </a:r>
            <a:r>
              <a:rPr lang="en-IN" sz="2400">
                <a:latin typeface="Gill Sans MT" panose="020B0502020104020203" pitchFamily="34" charset="0"/>
              </a:rPr>
              <a:t>()</a:t>
            </a:r>
          </a:p>
        </p:txBody>
      </p:sp>
      <p:sp>
        <p:nvSpPr>
          <p:cNvPr id="26" name="Rectangle: Rounded Corners 25">
            <a:extLst>
              <a:ext uri="{FF2B5EF4-FFF2-40B4-BE49-F238E27FC236}">
                <a16:creationId xmlns:a16="http://schemas.microsoft.com/office/drawing/2014/main" id="{216A9BED-2B35-44A4-BEF3-29D3E03B8DA5}"/>
              </a:ext>
            </a:extLst>
          </p:cNvPr>
          <p:cNvSpPr/>
          <p:nvPr/>
        </p:nvSpPr>
        <p:spPr>
          <a:xfrm>
            <a:off x="9823934" y="3381276"/>
            <a:ext cx="2196483" cy="455065"/>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err="1">
                <a:latin typeface="Gill Sans MT" panose="020B0502020104020203" pitchFamily="34" charset="0"/>
              </a:rPr>
              <a:t>DisplayDay</a:t>
            </a:r>
            <a:r>
              <a:rPr lang="en-IN" sz="2400">
                <a:latin typeface="Gill Sans MT" panose="020B0502020104020203" pitchFamily="34" charset="0"/>
              </a:rPr>
              <a:t>()</a:t>
            </a:r>
          </a:p>
        </p:txBody>
      </p:sp>
      <p:sp>
        <p:nvSpPr>
          <p:cNvPr id="28" name="Rectangle: Rounded Corners 27">
            <a:extLst>
              <a:ext uri="{FF2B5EF4-FFF2-40B4-BE49-F238E27FC236}">
                <a16:creationId xmlns:a16="http://schemas.microsoft.com/office/drawing/2014/main" id="{F7D01C25-53F6-455B-A517-52C5A4EDDF33}"/>
              </a:ext>
            </a:extLst>
          </p:cNvPr>
          <p:cNvSpPr/>
          <p:nvPr/>
        </p:nvSpPr>
        <p:spPr>
          <a:xfrm>
            <a:off x="5789978" y="1628423"/>
            <a:ext cx="2196483" cy="455065"/>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err="1">
                <a:latin typeface="Gill Sans MT" panose="020B0502020104020203" pitchFamily="34" charset="0"/>
              </a:rPr>
              <a:t>SetAlarm</a:t>
            </a:r>
            <a:r>
              <a:rPr lang="en-IN" sz="2400">
                <a:latin typeface="Gill Sans MT" panose="020B0502020104020203" pitchFamily="34" charset="0"/>
              </a:rPr>
              <a:t>()</a:t>
            </a:r>
          </a:p>
        </p:txBody>
      </p:sp>
      <p:sp>
        <p:nvSpPr>
          <p:cNvPr id="30" name="Rectangle: Rounded Corners 29">
            <a:extLst>
              <a:ext uri="{FF2B5EF4-FFF2-40B4-BE49-F238E27FC236}">
                <a16:creationId xmlns:a16="http://schemas.microsoft.com/office/drawing/2014/main" id="{D073BE56-BB3E-4555-80F4-23E8D3457D8B}"/>
              </a:ext>
            </a:extLst>
          </p:cNvPr>
          <p:cNvSpPr/>
          <p:nvPr/>
        </p:nvSpPr>
        <p:spPr>
          <a:xfrm>
            <a:off x="5555739" y="3253834"/>
            <a:ext cx="2196483" cy="455065"/>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err="1">
                <a:latin typeface="Gill Sans MT" panose="020B0502020104020203" pitchFamily="34" charset="0"/>
              </a:rPr>
              <a:t>SetTimer</a:t>
            </a:r>
            <a:r>
              <a:rPr lang="en-IN" sz="2400">
                <a:latin typeface="Gill Sans MT" panose="020B0502020104020203" pitchFamily="34" charset="0"/>
              </a:rPr>
              <a:t>()</a:t>
            </a:r>
          </a:p>
        </p:txBody>
      </p:sp>
      <p:sp>
        <p:nvSpPr>
          <p:cNvPr id="32" name="Rectangle: Rounded Corners 31">
            <a:extLst>
              <a:ext uri="{FF2B5EF4-FFF2-40B4-BE49-F238E27FC236}">
                <a16:creationId xmlns:a16="http://schemas.microsoft.com/office/drawing/2014/main" id="{001CC045-C745-4A9B-9857-E53977E97B6D}"/>
              </a:ext>
            </a:extLst>
          </p:cNvPr>
          <p:cNvSpPr/>
          <p:nvPr/>
        </p:nvSpPr>
        <p:spPr>
          <a:xfrm>
            <a:off x="6189260" y="4573284"/>
            <a:ext cx="2196483" cy="455065"/>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latin typeface="Gill Sans MT" panose="020B0502020104020203" pitchFamily="34" charset="0"/>
              </a:rPr>
              <a:t>Light()</a:t>
            </a:r>
          </a:p>
        </p:txBody>
      </p:sp>
    </p:spTree>
    <p:extLst>
      <p:ext uri="{BB962C8B-B14F-4D97-AF65-F5344CB8AC3E}">
        <p14:creationId xmlns:p14="http://schemas.microsoft.com/office/powerpoint/2010/main" val="3453677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000"/>
                                        <p:tgtEl>
                                          <p:spTgt spid="16"/>
                                        </p:tgtEl>
                                      </p:cBhvr>
                                    </p:animEffect>
                                    <p:anim calcmode="lin" valueType="num">
                                      <p:cBhvr>
                                        <p:cTn id="24" dur="1000" fill="hold"/>
                                        <p:tgtEl>
                                          <p:spTgt spid="16"/>
                                        </p:tgtEl>
                                        <p:attrNameLst>
                                          <p:attrName>ppt_x</p:attrName>
                                        </p:attrNameLst>
                                      </p:cBhvr>
                                      <p:tavLst>
                                        <p:tav tm="0">
                                          <p:val>
                                            <p:strVal val="#ppt_x"/>
                                          </p:val>
                                        </p:tav>
                                        <p:tav tm="100000">
                                          <p:val>
                                            <p:strVal val="#ppt_x"/>
                                          </p:val>
                                        </p:tav>
                                      </p:tavLst>
                                    </p:anim>
                                    <p:anim calcmode="lin" valueType="num">
                                      <p:cBhvr>
                                        <p:cTn id="2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1000"/>
                                        <p:tgtEl>
                                          <p:spTgt spid="20"/>
                                        </p:tgtEl>
                                      </p:cBhvr>
                                    </p:animEffect>
                                    <p:anim calcmode="lin" valueType="num">
                                      <p:cBhvr>
                                        <p:cTn id="31" dur="1000" fill="hold"/>
                                        <p:tgtEl>
                                          <p:spTgt spid="20"/>
                                        </p:tgtEl>
                                        <p:attrNameLst>
                                          <p:attrName>ppt_x</p:attrName>
                                        </p:attrNameLst>
                                      </p:cBhvr>
                                      <p:tavLst>
                                        <p:tav tm="0">
                                          <p:val>
                                            <p:strVal val="#ppt_x"/>
                                          </p:val>
                                        </p:tav>
                                        <p:tav tm="100000">
                                          <p:val>
                                            <p:strVal val="#ppt_x"/>
                                          </p:val>
                                        </p:tav>
                                      </p:tavLst>
                                    </p:anim>
                                    <p:anim calcmode="lin" valueType="num">
                                      <p:cBhvr>
                                        <p:cTn id="3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1000"/>
                                        <p:tgtEl>
                                          <p:spTgt spid="18"/>
                                        </p:tgtEl>
                                      </p:cBhvr>
                                    </p:animEffect>
                                    <p:anim calcmode="lin" valueType="num">
                                      <p:cBhvr>
                                        <p:cTn id="38" dur="1000" fill="hold"/>
                                        <p:tgtEl>
                                          <p:spTgt spid="18"/>
                                        </p:tgtEl>
                                        <p:attrNameLst>
                                          <p:attrName>ppt_x</p:attrName>
                                        </p:attrNameLst>
                                      </p:cBhvr>
                                      <p:tavLst>
                                        <p:tav tm="0">
                                          <p:val>
                                            <p:strVal val="#ppt_x"/>
                                          </p:val>
                                        </p:tav>
                                        <p:tav tm="100000">
                                          <p:val>
                                            <p:strVal val="#ppt_x"/>
                                          </p:val>
                                        </p:tav>
                                      </p:tavLst>
                                    </p:anim>
                                    <p:anim calcmode="lin" valueType="num">
                                      <p:cBhvr>
                                        <p:cTn id="3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9" presetClass="exit" presetSubtype="0" fill="hold" nodeType="clickEffect">
                                  <p:stCondLst>
                                    <p:cond delay="0"/>
                                  </p:stCondLst>
                                  <p:childTnLst>
                                    <p:animEffect transition="out" filter="dissolve">
                                      <p:cBhvr>
                                        <p:cTn id="43" dur="500"/>
                                        <p:tgtEl>
                                          <p:spTgt spid="10"/>
                                        </p:tgtEl>
                                      </p:cBhvr>
                                    </p:animEffect>
                                    <p:set>
                                      <p:cBhvr>
                                        <p:cTn id="44" dur="1" fill="hold">
                                          <p:stCondLst>
                                            <p:cond delay="499"/>
                                          </p:stCondLst>
                                        </p:cTn>
                                        <p:tgtEl>
                                          <p:spTgt spid="10"/>
                                        </p:tgtEl>
                                        <p:attrNameLst>
                                          <p:attrName>style.visibility</p:attrName>
                                        </p:attrNameLst>
                                      </p:cBhvr>
                                      <p:to>
                                        <p:strVal val="hidden"/>
                                      </p:to>
                                    </p:set>
                                  </p:childTnLst>
                                </p:cTn>
                              </p:par>
                              <p:par>
                                <p:cTn id="45" presetID="9" presetClass="exit" presetSubtype="0" fill="hold" grpId="1" nodeType="withEffect">
                                  <p:stCondLst>
                                    <p:cond delay="0"/>
                                  </p:stCondLst>
                                  <p:childTnLst>
                                    <p:animEffect transition="out" filter="dissolve">
                                      <p:cBhvr>
                                        <p:cTn id="46" dur="500"/>
                                        <p:tgtEl>
                                          <p:spTgt spid="13"/>
                                        </p:tgtEl>
                                      </p:cBhvr>
                                    </p:animEffect>
                                    <p:set>
                                      <p:cBhvr>
                                        <p:cTn id="47" dur="1" fill="hold">
                                          <p:stCondLst>
                                            <p:cond delay="499"/>
                                          </p:stCondLst>
                                        </p:cTn>
                                        <p:tgtEl>
                                          <p:spTgt spid="13"/>
                                        </p:tgtEl>
                                        <p:attrNameLst>
                                          <p:attrName>style.visibility</p:attrName>
                                        </p:attrNameLst>
                                      </p:cBhvr>
                                      <p:to>
                                        <p:strVal val="hidden"/>
                                      </p:to>
                                    </p:set>
                                  </p:childTnLst>
                                </p:cTn>
                              </p:par>
                              <p:par>
                                <p:cTn id="48" presetID="9" presetClass="exit" presetSubtype="0" fill="hold" grpId="1" nodeType="withEffect">
                                  <p:stCondLst>
                                    <p:cond delay="0"/>
                                  </p:stCondLst>
                                  <p:childTnLst>
                                    <p:animEffect transition="out" filter="dissolve">
                                      <p:cBhvr>
                                        <p:cTn id="49" dur="500"/>
                                        <p:tgtEl>
                                          <p:spTgt spid="16"/>
                                        </p:tgtEl>
                                      </p:cBhvr>
                                    </p:animEffect>
                                    <p:set>
                                      <p:cBhvr>
                                        <p:cTn id="50" dur="1" fill="hold">
                                          <p:stCondLst>
                                            <p:cond delay="499"/>
                                          </p:stCondLst>
                                        </p:cTn>
                                        <p:tgtEl>
                                          <p:spTgt spid="16"/>
                                        </p:tgtEl>
                                        <p:attrNameLst>
                                          <p:attrName>style.visibility</p:attrName>
                                        </p:attrNameLst>
                                      </p:cBhvr>
                                      <p:to>
                                        <p:strVal val="hidden"/>
                                      </p:to>
                                    </p:set>
                                  </p:childTnLst>
                                </p:cTn>
                              </p:par>
                              <p:par>
                                <p:cTn id="51" presetID="9" presetClass="exit" presetSubtype="0" fill="hold" grpId="1" nodeType="withEffect">
                                  <p:stCondLst>
                                    <p:cond delay="0"/>
                                  </p:stCondLst>
                                  <p:childTnLst>
                                    <p:animEffect transition="out" filter="dissolve">
                                      <p:cBhvr>
                                        <p:cTn id="52" dur="500"/>
                                        <p:tgtEl>
                                          <p:spTgt spid="20"/>
                                        </p:tgtEl>
                                      </p:cBhvr>
                                    </p:animEffect>
                                    <p:set>
                                      <p:cBhvr>
                                        <p:cTn id="53" dur="1" fill="hold">
                                          <p:stCondLst>
                                            <p:cond delay="499"/>
                                          </p:stCondLst>
                                        </p:cTn>
                                        <p:tgtEl>
                                          <p:spTgt spid="20"/>
                                        </p:tgtEl>
                                        <p:attrNameLst>
                                          <p:attrName>style.visibility</p:attrName>
                                        </p:attrNameLst>
                                      </p:cBhvr>
                                      <p:to>
                                        <p:strVal val="hidden"/>
                                      </p:to>
                                    </p:set>
                                  </p:childTnLst>
                                </p:cTn>
                              </p:par>
                              <p:par>
                                <p:cTn id="54" presetID="9" presetClass="exit" presetSubtype="0" fill="hold" grpId="1" nodeType="withEffect">
                                  <p:stCondLst>
                                    <p:cond delay="0"/>
                                  </p:stCondLst>
                                  <p:childTnLst>
                                    <p:animEffect transition="out" filter="dissolve">
                                      <p:cBhvr>
                                        <p:cTn id="55" dur="500"/>
                                        <p:tgtEl>
                                          <p:spTgt spid="18"/>
                                        </p:tgtEl>
                                      </p:cBhvr>
                                    </p:animEffect>
                                    <p:set>
                                      <p:cBhvr>
                                        <p:cTn id="56" dur="1" fill="hold">
                                          <p:stCondLst>
                                            <p:cond delay="499"/>
                                          </p:stCondLst>
                                        </p:cTn>
                                        <p:tgtEl>
                                          <p:spTgt spid="18"/>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1000"/>
                                        <p:tgtEl>
                                          <p:spTgt spid="22"/>
                                        </p:tgtEl>
                                      </p:cBhvr>
                                    </p:animEffect>
                                    <p:anim calcmode="lin" valueType="num">
                                      <p:cBhvr>
                                        <p:cTn id="62" dur="1000" fill="hold"/>
                                        <p:tgtEl>
                                          <p:spTgt spid="22"/>
                                        </p:tgtEl>
                                        <p:attrNameLst>
                                          <p:attrName>ppt_x</p:attrName>
                                        </p:attrNameLst>
                                      </p:cBhvr>
                                      <p:tavLst>
                                        <p:tav tm="0">
                                          <p:val>
                                            <p:strVal val="#ppt_x"/>
                                          </p:val>
                                        </p:tav>
                                        <p:tav tm="100000">
                                          <p:val>
                                            <p:strVal val="#ppt_x"/>
                                          </p:val>
                                        </p:tav>
                                      </p:tavLst>
                                    </p:anim>
                                    <p:anim calcmode="lin" valueType="num">
                                      <p:cBhvr>
                                        <p:cTn id="6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1000"/>
                                        <p:tgtEl>
                                          <p:spTgt spid="26"/>
                                        </p:tgtEl>
                                      </p:cBhvr>
                                    </p:animEffect>
                                    <p:anim calcmode="lin" valueType="num">
                                      <p:cBhvr>
                                        <p:cTn id="69" dur="1000" fill="hold"/>
                                        <p:tgtEl>
                                          <p:spTgt spid="26"/>
                                        </p:tgtEl>
                                        <p:attrNameLst>
                                          <p:attrName>ppt_x</p:attrName>
                                        </p:attrNameLst>
                                      </p:cBhvr>
                                      <p:tavLst>
                                        <p:tav tm="0">
                                          <p:val>
                                            <p:strVal val="#ppt_x"/>
                                          </p:val>
                                        </p:tav>
                                        <p:tav tm="100000">
                                          <p:val>
                                            <p:strVal val="#ppt_x"/>
                                          </p:val>
                                        </p:tav>
                                      </p:tavLst>
                                    </p:anim>
                                    <p:anim calcmode="lin" valueType="num">
                                      <p:cBhvr>
                                        <p:cTn id="7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1000"/>
                                        <p:tgtEl>
                                          <p:spTgt spid="24"/>
                                        </p:tgtEl>
                                      </p:cBhvr>
                                    </p:animEffect>
                                    <p:anim calcmode="lin" valueType="num">
                                      <p:cBhvr>
                                        <p:cTn id="76" dur="1000" fill="hold"/>
                                        <p:tgtEl>
                                          <p:spTgt spid="24"/>
                                        </p:tgtEl>
                                        <p:attrNameLst>
                                          <p:attrName>ppt_x</p:attrName>
                                        </p:attrNameLst>
                                      </p:cBhvr>
                                      <p:tavLst>
                                        <p:tav tm="0">
                                          <p:val>
                                            <p:strVal val="#ppt_x"/>
                                          </p:val>
                                        </p:tav>
                                        <p:tav tm="100000">
                                          <p:val>
                                            <p:strVal val="#ppt_x"/>
                                          </p:val>
                                        </p:tav>
                                      </p:tavLst>
                                    </p:anim>
                                    <p:anim calcmode="lin" valueType="num">
                                      <p:cBhvr>
                                        <p:cTn id="7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1000"/>
                                        <p:tgtEl>
                                          <p:spTgt spid="32"/>
                                        </p:tgtEl>
                                      </p:cBhvr>
                                    </p:animEffect>
                                    <p:anim calcmode="lin" valueType="num">
                                      <p:cBhvr>
                                        <p:cTn id="83" dur="1000" fill="hold"/>
                                        <p:tgtEl>
                                          <p:spTgt spid="32"/>
                                        </p:tgtEl>
                                        <p:attrNameLst>
                                          <p:attrName>ppt_x</p:attrName>
                                        </p:attrNameLst>
                                      </p:cBhvr>
                                      <p:tavLst>
                                        <p:tav tm="0">
                                          <p:val>
                                            <p:strVal val="#ppt_x"/>
                                          </p:val>
                                        </p:tav>
                                        <p:tav tm="100000">
                                          <p:val>
                                            <p:strVal val="#ppt_x"/>
                                          </p:val>
                                        </p:tav>
                                      </p:tavLst>
                                    </p:anim>
                                    <p:anim calcmode="lin" valueType="num">
                                      <p:cBhvr>
                                        <p:cTn id="8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1000"/>
                                        <p:tgtEl>
                                          <p:spTgt spid="30"/>
                                        </p:tgtEl>
                                      </p:cBhvr>
                                    </p:animEffect>
                                    <p:anim calcmode="lin" valueType="num">
                                      <p:cBhvr>
                                        <p:cTn id="90" dur="1000" fill="hold"/>
                                        <p:tgtEl>
                                          <p:spTgt spid="30"/>
                                        </p:tgtEl>
                                        <p:attrNameLst>
                                          <p:attrName>ppt_x</p:attrName>
                                        </p:attrNameLst>
                                      </p:cBhvr>
                                      <p:tavLst>
                                        <p:tav tm="0">
                                          <p:val>
                                            <p:strVal val="#ppt_x"/>
                                          </p:val>
                                        </p:tav>
                                        <p:tav tm="100000">
                                          <p:val>
                                            <p:strVal val="#ppt_x"/>
                                          </p:val>
                                        </p:tav>
                                      </p:tavLst>
                                    </p:anim>
                                    <p:anim calcmode="lin" valueType="num">
                                      <p:cBhvr>
                                        <p:cTn id="9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1000"/>
                                        <p:tgtEl>
                                          <p:spTgt spid="28"/>
                                        </p:tgtEl>
                                      </p:cBhvr>
                                    </p:animEffect>
                                    <p:anim calcmode="lin" valueType="num">
                                      <p:cBhvr>
                                        <p:cTn id="97" dur="1000" fill="hold"/>
                                        <p:tgtEl>
                                          <p:spTgt spid="28"/>
                                        </p:tgtEl>
                                        <p:attrNameLst>
                                          <p:attrName>ppt_x</p:attrName>
                                        </p:attrNameLst>
                                      </p:cBhvr>
                                      <p:tavLst>
                                        <p:tav tm="0">
                                          <p:val>
                                            <p:strVal val="#ppt_x"/>
                                          </p:val>
                                        </p:tav>
                                        <p:tav tm="100000">
                                          <p:val>
                                            <p:strVal val="#ppt_x"/>
                                          </p:val>
                                        </p:tav>
                                      </p:tavLst>
                                    </p:anim>
                                    <p:anim calcmode="lin" valueType="num">
                                      <p:cBhvr>
                                        <p:cTn id="98"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5" grpId="0"/>
      <p:bldP spid="16" grpId="0" animBg="1"/>
      <p:bldP spid="16" grpId="1" animBg="1"/>
      <p:bldP spid="18" grpId="0" animBg="1"/>
      <p:bldP spid="18" grpId="1" animBg="1"/>
      <p:bldP spid="20" grpId="0" animBg="1"/>
      <p:bldP spid="20" grpId="1" animBg="1"/>
      <p:bldP spid="22" grpId="0" animBg="1"/>
      <p:bldP spid="24" grpId="0" animBg="1"/>
      <p:bldP spid="26" grpId="0" animBg="1"/>
      <p:bldP spid="28" grpId="0" animBg="1"/>
      <p:bldP spid="30" grpId="0" animBg="1"/>
      <p:bldP spid="3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7C1D6-CDBB-4FF5-B941-3A3662E71B50}"/>
              </a:ext>
            </a:extLst>
          </p:cNvPr>
          <p:cNvSpPr>
            <a:spLocks noGrp="1"/>
          </p:cNvSpPr>
          <p:nvPr>
            <p:ph type="title"/>
          </p:nvPr>
        </p:nvSpPr>
        <p:spPr/>
        <p:txBody>
          <a:bodyPr/>
          <a:lstStyle/>
          <a:p>
            <a:r>
              <a:rPr lang="en-IN" b="1">
                <a:solidFill>
                  <a:srgbClr val="C00000"/>
                </a:solidFill>
                <a:latin typeface="Arial Rounded MT Bold" panose="020F0704030504030204" pitchFamily="34" charset="0"/>
              </a:rPr>
              <a:t>Why do we need Inheritance?</a:t>
            </a:r>
          </a:p>
        </p:txBody>
      </p:sp>
      <p:sp>
        <p:nvSpPr>
          <p:cNvPr id="4" name="Slide Number Placeholder 3">
            <a:extLst>
              <a:ext uri="{FF2B5EF4-FFF2-40B4-BE49-F238E27FC236}">
                <a16:creationId xmlns:a16="http://schemas.microsoft.com/office/drawing/2014/main" id="{F87871FC-047F-4901-8406-F9941C8084A1}"/>
              </a:ext>
            </a:extLst>
          </p:cNvPr>
          <p:cNvSpPr>
            <a:spLocks noGrp="1"/>
          </p:cNvSpPr>
          <p:nvPr>
            <p:ph type="sldNum" sz="quarter" idx="12"/>
          </p:nvPr>
        </p:nvSpPr>
        <p:spPr/>
        <p:txBody>
          <a:bodyPr/>
          <a:lstStyle/>
          <a:p>
            <a:fld id="{4DAC0951-10B0-4509-9BA5-FD8683A6F967}" type="slidenum">
              <a:rPr lang="en-IN" smtClean="0"/>
              <a:pPr/>
              <a:t>3</a:t>
            </a:fld>
            <a:endParaRPr lang="en-IN"/>
          </a:p>
        </p:txBody>
      </p:sp>
      <p:pic>
        <p:nvPicPr>
          <p:cNvPr id="10" name="Content Placeholder 9">
            <a:extLst>
              <a:ext uri="{FF2B5EF4-FFF2-40B4-BE49-F238E27FC236}">
                <a16:creationId xmlns:a16="http://schemas.microsoft.com/office/drawing/2014/main" id="{A7D3DF0E-805C-4A53-AD5F-45B87FE987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376552">
            <a:off x="1568667" y="2908961"/>
            <a:ext cx="3582243" cy="1908188"/>
          </a:xfrm>
        </p:spPr>
      </p:pic>
      <p:pic>
        <p:nvPicPr>
          <p:cNvPr id="12" name="Picture 11">
            <a:extLst>
              <a:ext uri="{FF2B5EF4-FFF2-40B4-BE49-F238E27FC236}">
                <a16:creationId xmlns:a16="http://schemas.microsoft.com/office/drawing/2014/main" id="{56F044C2-F22F-4524-B3BA-35DFE847F984}"/>
              </a:ext>
            </a:extLst>
          </p:cNvPr>
          <p:cNvPicPr>
            <a:picLocks noChangeAspect="1"/>
          </p:cNvPicPr>
          <p:nvPr/>
        </p:nvPicPr>
        <p:blipFill rotWithShape="1">
          <a:blip r:embed="rId3">
            <a:extLst>
              <a:ext uri="{28A0092B-C50C-407E-A947-70E740481C1C}">
                <a14:useLocalDpi xmlns:a14="http://schemas.microsoft.com/office/drawing/2010/main" val="0"/>
              </a:ext>
            </a:extLst>
          </a:blip>
          <a:srcRect l="17055" t="13236" r="15576" b="21066"/>
          <a:stretch/>
        </p:blipFill>
        <p:spPr>
          <a:xfrm>
            <a:off x="7452851" y="1690688"/>
            <a:ext cx="2723535" cy="2865014"/>
          </a:xfrm>
          <a:prstGeom prst="rect">
            <a:avLst/>
          </a:prstGeom>
        </p:spPr>
      </p:pic>
      <p:sp>
        <p:nvSpPr>
          <p:cNvPr id="13" name="TextBox 12">
            <a:extLst>
              <a:ext uri="{FF2B5EF4-FFF2-40B4-BE49-F238E27FC236}">
                <a16:creationId xmlns:a16="http://schemas.microsoft.com/office/drawing/2014/main" id="{78353A42-7180-486E-88CF-A88C1B013D40}"/>
              </a:ext>
            </a:extLst>
          </p:cNvPr>
          <p:cNvSpPr txBox="1"/>
          <p:nvPr/>
        </p:nvSpPr>
        <p:spPr>
          <a:xfrm>
            <a:off x="2212258" y="1563569"/>
            <a:ext cx="3168881" cy="584775"/>
          </a:xfrm>
          <a:prstGeom prst="rect">
            <a:avLst/>
          </a:prstGeom>
          <a:noFill/>
        </p:spPr>
        <p:txBody>
          <a:bodyPr wrap="none" rtlCol="0">
            <a:spAutoFit/>
          </a:bodyPr>
          <a:lstStyle/>
          <a:p>
            <a:r>
              <a:rPr lang="en-IN" sz="3200" b="1">
                <a:solidFill>
                  <a:srgbClr val="FF6600"/>
                </a:solidFill>
                <a:latin typeface="Gill Sans MT" panose="020B0502020104020203" pitchFamily="34" charset="0"/>
              </a:rPr>
              <a:t>Classical Watch</a:t>
            </a:r>
          </a:p>
        </p:txBody>
      </p:sp>
      <p:sp>
        <p:nvSpPr>
          <p:cNvPr id="15" name="TextBox 14">
            <a:extLst>
              <a:ext uri="{FF2B5EF4-FFF2-40B4-BE49-F238E27FC236}">
                <a16:creationId xmlns:a16="http://schemas.microsoft.com/office/drawing/2014/main" id="{38B271CC-09F1-4528-93D6-E3129F331E17}"/>
              </a:ext>
            </a:extLst>
          </p:cNvPr>
          <p:cNvSpPr txBox="1"/>
          <p:nvPr/>
        </p:nvSpPr>
        <p:spPr>
          <a:xfrm>
            <a:off x="8395301" y="1334741"/>
            <a:ext cx="2749086" cy="584775"/>
          </a:xfrm>
          <a:prstGeom prst="rect">
            <a:avLst/>
          </a:prstGeom>
          <a:noFill/>
        </p:spPr>
        <p:txBody>
          <a:bodyPr wrap="none" rtlCol="0">
            <a:spAutoFit/>
          </a:bodyPr>
          <a:lstStyle/>
          <a:p>
            <a:r>
              <a:rPr lang="en-IN" sz="3200" b="1">
                <a:solidFill>
                  <a:srgbClr val="FF6600"/>
                </a:solidFill>
                <a:latin typeface="Gill Sans MT" panose="020B0502020104020203" pitchFamily="34" charset="0"/>
              </a:rPr>
              <a:t>Smart Watch</a:t>
            </a:r>
          </a:p>
        </p:txBody>
      </p:sp>
      <p:sp>
        <p:nvSpPr>
          <p:cNvPr id="16" name="Rectangle: Rounded Corners 15">
            <a:extLst>
              <a:ext uri="{FF2B5EF4-FFF2-40B4-BE49-F238E27FC236}">
                <a16:creationId xmlns:a16="http://schemas.microsoft.com/office/drawing/2014/main" id="{3EB7DD62-67E6-4166-96A1-A97BEBF5B641}"/>
              </a:ext>
            </a:extLst>
          </p:cNvPr>
          <p:cNvSpPr/>
          <p:nvPr/>
        </p:nvSpPr>
        <p:spPr>
          <a:xfrm>
            <a:off x="4997758" y="4733355"/>
            <a:ext cx="2196483" cy="1325563"/>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err="1">
                <a:solidFill>
                  <a:srgbClr val="FFC000"/>
                </a:solidFill>
                <a:latin typeface="Gill Sans MT" panose="020B0502020104020203" pitchFamily="34" charset="0"/>
              </a:rPr>
              <a:t>DisplayDate</a:t>
            </a:r>
            <a:r>
              <a:rPr lang="en-IN" sz="2000">
                <a:solidFill>
                  <a:srgbClr val="FFC000"/>
                </a:solidFill>
                <a:latin typeface="Gill Sans MT" panose="020B0502020104020203" pitchFamily="34" charset="0"/>
              </a:rPr>
              <a:t>()</a:t>
            </a:r>
          </a:p>
          <a:p>
            <a:pPr algn="ctr"/>
            <a:r>
              <a:rPr lang="en-IN" sz="2000" err="1">
                <a:solidFill>
                  <a:srgbClr val="FFC000"/>
                </a:solidFill>
                <a:latin typeface="Gill Sans MT" panose="020B0502020104020203" pitchFamily="34" charset="0"/>
              </a:rPr>
              <a:t>DisplayDay</a:t>
            </a:r>
            <a:r>
              <a:rPr lang="en-IN" sz="2000">
                <a:solidFill>
                  <a:srgbClr val="FFC000"/>
                </a:solidFill>
                <a:latin typeface="Gill Sans MT" panose="020B0502020104020203" pitchFamily="34" charset="0"/>
              </a:rPr>
              <a:t>()</a:t>
            </a:r>
          </a:p>
          <a:p>
            <a:pPr algn="ctr"/>
            <a:r>
              <a:rPr lang="en-IN" sz="2000" err="1">
                <a:solidFill>
                  <a:srgbClr val="FFC000"/>
                </a:solidFill>
                <a:latin typeface="Gill Sans MT" panose="020B0502020104020203" pitchFamily="34" charset="0"/>
              </a:rPr>
              <a:t>DisplayTime</a:t>
            </a:r>
            <a:r>
              <a:rPr lang="en-IN" sz="2000">
                <a:solidFill>
                  <a:srgbClr val="FFC000"/>
                </a:solidFill>
                <a:latin typeface="Gill Sans MT" panose="020B0502020104020203" pitchFamily="34" charset="0"/>
              </a:rPr>
              <a:t>()</a:t>
            </a:r>
          </a:p>
        </p:txBody>
      </p:sp>
      <p:sp>
        <p:nvSpPr>
          <p:cNvPr id="22" name="Rectangle: Rounded Corners 21">
            <a:extLst>
              <a:ext uri="{FF2B5EF4-FFF2-40B4-BE49-F238E27FC236}">
                <a16:creationId xmlns:a16="http://schemas.microsoft.com/office/drawing/2014/main" id="{6C850485-6703-46CB-990D-AE2DBB6D5EA0}"/>
              </a:ext>
            </a:extLst>
          </p:cNvPr>
          <p:cNvSpPr/>
          <p:nvPr/>
        </p:nvSpPr>
        <p:spPr>
          <a:xfrm>
            <a:off x="9755320" y="4004241"/>
            <a:ext cx="2196483" cy="2053091"/>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err="1">
                <a:solidFill>
                  <a:srgbClr val="002060"/>
                </a:solidFill>
                <a:latin typeface="Gill Sans MT" panose="020B0502020104020203" pitchFamily="34" charset="0"/>
              </a:rPr>
              <a:t>DisplayDate</a:t>
            </a:r>
            <a:r>
              <a:rPr lang="en-IN" sz="2000">
                <a:solidFill>
                  <a:srgbClr val="002060"/>
                </a:solidFill>
                <a:latin typeface="Gill Sans MT" panose="020B0502020104020203" pitchFamily="34" charset="0"/>
              </a:rPr>
              <a:t>()</a:t>
            </a:r>
          </a:p>
          <a:p>
            <a:pPr algn="ctr"/>
            <a:r>
              <a:rPr lang="en-IN" sz="2000" err="1">
                <a:solidFill>
                  <a:srgbClr val="002060"/>
                </a:solidFill>
                <a:latin typeface="Gill Sans MT" panose="020B0502020104020203" pitchFamily="34" charset="0"/>
              </a:rPr>
              <a:t>DisplayDay</a:t>
            </a:r>
            <a:r>
              <a:rPr lang="en-IN" sz="2000">
                <a:solidFill>
                  <a:srgbClr val="002060"/>
                </a:solidFill>
                <a:latin typeface="Gill Sans MT" panose="020B0502020104020203" pitchFamily="34" charset="0"/>
              </a:rPr>
              <a:t>()</a:t>
            </a:r>
          </a:p>
          <a:p>
            <a:pPr algn="ctr"/>
            <a:r>
              <a:rPr lang="en-IN" sz="2000" err="1">
                <a:solidFill>
                  <a:srgbClr val="002060"/>
                </a:solidFill>
                <a:latin typeface="Gill Sans MT" panose="020B0502020104020203" pitchFamily="34" charset="0"/>
              </a:rPr>
              <a:t>DisplayTime</a:t>
            </a:r>
            <a:r>
              <a:rPr lang="en-IN" sz="2000">
                <a:solidFill>
                  <a:srgbClr val="002060"/>
                </a:solidFill>
                <a:latin typeface="Gill Sans MT" panose="020B0502020104020203" pitchFamily="34" charset="0"/>
              </a:rPr>
              <a:t>()</a:t>
            </a:r>
          </a:p>
          <a:p>
            <a:pPr algn="ctr"/>
            <a:r>
              <a:rPr lang="en-IN" sz="2000">
                <a:solidFill>
                  <a:srgbClr val="002060"/>
                </a:solidFill>
                <a:latin typeface="Gill Sans MT" panose="020B0502020104020203" pitchFamily="34" charset="0"/>
              </a:rPr>
              <a:t>Light()</a:t>
            </a:r>
          </a:p>
          <a:p>
            <a:pPr algn="ctr"/>
            <a:r>
              <a:rPr lang="en-IN" sz="2000" err="1">
                <a:solidFill>
                  <a:srgbClr val="002060"/>
                </a:solidFill>
                <a:latin typeface="Gill Sans MT" panose="020B0502020104020203" pitchFamily="34" charset="0"/>
              </a:rPr>
              <a:t>SetTimer</a:t>
            </a:r>
            <a:r>
              <a:rPr lang="en-IN" sz="2000">
                <a:solidFill>
                  <a:srgbClr val="002060"/>
                </a:solidFill>
                <a:latin typeface="Gill Sans MT" panose="020B0502020104020203" pitchFamily="34" charset="0"/>
              </a:rPr>
              <a:t>()</a:t>
            </a:r>
          </a:p>
          <a:p>
            <a:pPr algn="ctr"/>
            <a:r>
              <a:rPr lang="en-IN" sz="2000" err="1">
                <a:solidFill>
                  <a:srgbClr val="002060"/>
                </a:solidFill>
                <a:latin typeface="Gill Sans MT" panose="020B0502020104020203" pitchFamily="34" charset="0"/>
              </a:rPr>
              <a:t>SetAlarm</a:t>
            </a:r>
            <a:r>
              <a:rPr lang="en-IN" sz="2000">
                <a:solidFill>
                  <a:srgbClr val="002060"/>
                </a:solidFill>
                <a:latin typeface="Gill Sans MT" panose="020B0502020104020203" pitchFamily="34" charset="0"/>
              </a:rPr>
              <a:t>()</a:t>
            </a:r>
          </a:p>
        </p:txBody>
      </p:sp>
      <p:sp>
        <p:nvSpPr>
          <p:cNvPr id="3" name="Oval 2">
            <a:extLst>
              <a:ext uri="{FF2B5EF4-FFF2-40B4-BE49-F238E27FC236}">
                <a16:creationId xmlns:a16="http://schemas.microsoft.com/office/drawing/2014/main" id="{4263293B-ECFF-4AF6-B154-BCD589A1B4BD}"/>
              </a:ext>
            </a:extLst>
          </p:cNvPr>
          <p:cNvSpPr/>
          <p:nvPr/>
        </p:nvSpPr>
        <p:spPr>
          <a:xfrm>
            <a:off x="9566591" y="4017987"/>
            <a:ext cx="2573940" cy="107543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22886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2"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7C1D6-CDBB-4FF5-B941-3A3662E71B50}"/>
              </a:ext>
            </a:extLst>
          </p:cNvPr>
          <p:cNvSpPr>
            <a:spLocks noGrp="1"/>
          </p:cNvSpPr>
          <p:nvPr>
            <p:ph type="title"/>
          </p:nvPr>
        </p:nvSpPr>
        <p:spPr>
          <a:xfrm>
            <a:off x="897577" y="-1031"/>
            <a:ext cx="10515600" cy="1325563"/>
          </a:xfrm>
        </p:spPr>
        <p:txBody>
          <a:bodyPr/>
          <a:lstStyle/>
          <a:p>
            <a:r>
              <a:rPr lang="en-IN" b="1">
                <a:solidFill>
                  <a:srgbClr val="C00000"/>
                </a:solidFill>
                <a:latin typeface="Arial Rounded MT Bold" panose="020F0704030504030204" pitchFamily="34" charset="0"/>
              </a:rPr>
              <a:t>Why do we need Inheritance?</a:t>
            </a:r>
          </a:p>
        </p:txBody>
      </p:sp>
      <p:sp>
        <p:nvSpPr>
          <p:cNvPr id="4" name="Slide Number Placeholder 3">
            <a:extLst>
              <a:ext uri="{FF2B5EF4-FFF2-40B4-BE49-F238E27FC236}">
                <a16:creationId xmlns:a16="http://schemas.microsoft.com/office/drawing/2014/main" id="{F87871FC-047F-4901-8406-F9941C8084A1}"/>
              </a:ext>
            </a:extLst>
          </p:cNvPr>
          <p:cNvSpPr>
            <a:spLocks noGrp="1"/>
          </p:cNvSpPr>
          <p:nvPr>
            <p:ph type="sldNum" sz="quarter" idx="12"/>
          </p:nvPr>
        </p:nvSpPr>
        <p:spPr/>
        <p:txBody>
          <a:bodyPr/>
          <a:lstStyle/>
          <a:p>
            <a:fld id="{4DAC0951-10B0-4509-9BA5-FD8683A6F967}" type="slidenum">
              <a:rPr lang="en-IN" smtClean="0"/>
              <a:pPr/>
              <a:t>4</a:t>
            </a:fld>
            <a:endParaRPr lang="en-IN"/>
          </a:p>
        </p:txBody>
      </p:sp>
      <p:pic>
        <p:nvPicPr>
          <p:cNvPr id="10" name="Content Placeholder 9">
            <a:extLst>
              <a:ext uri="{FF2B5EF4-FFF2-40B4-BE49-F238E27FC236}">
                <a16:creationId xmlns:a16="http://schemas.microsoft.com/office/drawing/2014/main" id="{A7D3DF0E-805C-4A53-AD5F-45B87FE987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376552">
            <a:off x="1149747" y="2326735"/>
            <a:ext cx="1706193" cy="908854"/>
          </a:xfrm>
        </p:spPr>
      </p:pic>
      <p:pic>
        <p:nvPicPr>
          <p:cNvPr id="12" name="Picture 11">
            <a:extLst>
              <a:ext uri="{FF2B5EF4-FFF2-40B4-BE49-F238E27FC236}">
                <a16:creationId xmlns:a16="http://schemas.microsoft.com/office/drawing/2014/main" id="{56F044C2-F22F-4524-B3BA-35DFE847F984}"/>
              </a:ext>
            </a:extLst>
          </p:cNvPr>
          <p:cNvPicPr>
            <a:picLocks noChangeAspect="1"/>
          </p:cNvPicPr>
          <p:nvPr/>
        </p:nvPicPr>
        <p:blipFill rotWithShape="1">
          <a:blip r:embed="rId3">
            <a:extLst>
              <a:ext uri="{28A0092B-C50C-407E-A947-70E740481C1C}">
                <a14:useLocalDpi xmlns:a14="http://schemas.microsoft.com/office/drawing/2010/main" val="0"/>
              </a:ext>
            </a:extLst>
          </a:blip>
          <a:srcRect l="17055" t="13236" r="15576" b="21066"/>
          <a:stretch/>
        </p:blipFill>
        <p:spPr>
          <a:xfrm>
            <a:off x="1399071" y="4990825"/>
            <a:ext cx="1427875" cy="1502049"/>
          </a:xfrm>
          <a:prstGeom prst="rect">
            <a:avLst/>
          </a:prstGeom>
        </p:spPr>
      </p:pic>
      <p:sp>
        <p:nvSpPr>
          <p:cNvPr id="13" name="TextBox 12">
            <a:extLst>
              <a:ext uri="{FF2B5EF4-FFF2-40B4-BE49-F238E27FC236}">
                <a16:creationId xmlns:a16="http://schemas.microsoft.com/office/drawing/2014/main" id="{78353A42-7180-486E-88CF-A88C1B013D40}"/>
              </a:ext>
            </a:extLst>
          </p:cNvPr>
          <p:cNvSpPr txBox="1"/>
          <p:nvPr/>
        </p:nvSpPr>
        <p:spPr>
          <a:xfrm>
            <a:off x="528567" y="1493095"/>
            <a:ext cx="3168881" cy="584775"/>
          </a:xfrm>
          <a:prstGeom prst="rect">
            <a:avLst/>
          </a:prstGeom>
          <a:noFill/>
        </p:spPr>
        <p:txBody>
          <a:bodyPr wrap="none" rtlCol="0">
            <a:spAutoFit/>
          </a:bodyPr>
          <a:lstStyle/>
          <a:p>
            <a:r>
              <a:rPr lang="en-IN" sz="3200" b="1">
                <a:solidFill>
                  <a:srgbClr val="FF6600"/>
                </a:solidFill>
                <a:latin typeface="Gill Sans MT" panose="020B0502020104020203" pitchFamily="34" charset="0"/>
              </a:rPr>
              <a:t>Classical Watch</a:t>
            </a:r>
          </a:p>
        </p:txBody>
      </p:sp>
      <p:sp>
        <p:nvSpPr>
          <p:cNvPr id="15" name="TextBox 14">
            <a:extLst>
              <a:ext uri="{FF2B5EF4-FFF2-40B4-BE49-F238E27FC236}">
                <a16:creationId xmlns:a16="http://schemas.microsoft.com/office/drawing/2014/main" id="{38B271CC-09F1-4528-93D6-E3129F331E17}"/>
              </a:ext>
            </a:extLst>
          </p:cNvPr>
          <p:cNvSpPr txBox="1"/>
          <p:nvPr/>
        </p:nvSpPr>
        <p:spPr>
          <a:xfrm>
            <a:off x="528567" y="4508643"/>
            <a:ext cx="2749086" cy="584775"/>
          </a:xfrm>
          <a:prstGeom prst="rect">
            <a:avLst/>
          </a:prstGeom>
          <a:noFill/>
        </p:spPr>
        <p:txBody>
          <a:bodyPr wrap="none" rtlCol="0">
            <a:spAutoFit/>
          </a:bodyPr>
          <a:lstStyle/>
          <a:p>
            <a:r>
              <a:rPr lang="en-IN" sz="3200" b="1">
                <a:solidFill>
                  <a:srgbClr val="FF6600"/>
                </a:solidFill>
                <a:latin typeface="Gill Sans MT" panose="020B0502020104020203" pitchFamily="34" charset="0"/>
              </a:rPr>
              <a:t>Smart Watch</a:t>
            </a:r>
          </a:p>
        </p:txBody>
      </p:sp>
      <p:sp>
        <p:nvSpPr>
          <p:cNvPr id="16" name="Rectangle: Rounded Corners 15">
            <a:extLst>
              <a:ext uri="{FF2B5EF4-FFF2-40B4-BE49-F238E27FC236}">
                <a16:creationId xmlns:a16="http://schemas.microsoft.com/office/drawing/2014/main" id="{3EB7DD62-67E6-4166-96A1-A97BEBF5B641}"/>
              </a:ext>
            </a:extLst>
          </p:cNvPr>
          <p:cNvSpPr/>
          <p:nvPr/>
        </p:nvSpPr>
        <p:spPr>
          <a:xfrm>
            <a:off x="3374436" y="2099204"/>
            <a:ext cx="2196483" cy="1325563"/>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err="1">
                <a:solidFill>
                  <a:srgbClr val="FFC000"/>
                </a:solidFill>
                <a:latin typeface="Gill Sans MT" panose="020B0502020104020203" pitchFamily="34" charset="0"/>
              </a:rPr>
              <a:t>DisplayDate</a:t>
            </a:r>
            <a:r>
              <a:rPr lang="en-IN" sz="2000">
                <a:solidFill>
                  <a:srgbClr val="FFC000"/>
                </a:solidFill>
                <a:latin typeface="Gill Sans MT" panose="020B0502020104020203" pitchFamily="34" charset="0"/>
              </a:rPr>
              <a:t>()</a:t>
            </a:r>
          </a:p>
          <a:p>
            <a:pPr algn="ctr"/>
            <a:r>
              <a:rPr lang="en-IN" sz="2000" err="1">
                <a:solidFill>
                  <a:srgbClr val="FFC000"/>
                </a:solidFill>
                <a:latin typeface="Gill Sans MT" panose="020B0502020104020203" pitchFamily="34" charset="0"/>
              </a:rPr>
              <a:t>DisplayDay</a:t>
            </a:r>
            <a:r>
              <a:rPr lang="en-IN" sz="2000">
                <a:solidFill>
                  <a:srgbClr val="FFC000"/>
                </a:solidFill>
                <a:latin typeface="Gill Sans MT" panose="020B0502020104020203" pitchFamily="34" charset="0"/>
              </a:rPr>
              <a:t>()</a:t>
            </a:r>
          </a:p>
          <a:p>
            <a:pPr algn="ctr"/>
            <a:r>
              <a:rPr lang="en-IN" sz="2000" err="1">
                <a:solidFill>
                  <a:srgbClr val="FFC000"/>
                </a:solidFill>
                <a:latin typeface="Gill Sans MT" panose="020B0502020104020203" pitchFamily="34" charset="0"/>
              </a:rPr>
              <a:t>DisplayTime</a:t>
            </a:r>
            <a:r>
              <a:rPr lang="en-IN" sz="2000">
                <a:solidFill>
                  <a:srgbClr val="FFC000"/>
                </a:solidFill>
                <a:latin typeface="Gill Sans MT" panose="020B0502020104020203" pitchFamily="34" charset="0"/>
              </a:rPr>
              <a:t>()</a:t>
            </a:r>
          </a:p>
        </p:txBody>
      </p:sp>
      <p:sp>
        <p:nvSpPr>
          <p:cNvPr id="5" name="Rectangle: Rounded Corners 4">
            <a:extLst>
              <a:ext uri="{FF2B5EF4-FFF2-40B4-BE49-F238E27FC236}">
                <a16:creationId xmlns:a16="http://schemas.microsoft.com/office/drawing/2014/main" id="{0CE67A38-1A3C-4FB0-BFD4-155EE4421C47}"/>
              </a:ext>
            </a:extLst>
          </p:cNvPr>
          <p:cNvSpPr/>
          <p:nvPr/>
        </p:nvSpPr>
        <p:spPr>
          <a:xfrm>
            <a:off x="3374435" y="5093418"/>
            <a:ext cx="2196483" cy="1193762"/>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a:solidFill>
                  <a:srgbClr val="FFC000"/>
                </a:solidFill>
                <a:latin typeface="Gill Sans MT" panose="020B0502020104020203" pitchFamily="34" charset="0"/>
              </a:rPr>
              <a:t>Light()</a:t>
            </a:r>
          </a:p>
          <a:p>
            <a:pPr algn="ctr"/>
            <a:r>
              <a:rPr lang="en-IN" sz="2000" err="1">
                <a:solidFill>
                  <a:srgbClr val="FFC000"/>
                </a:solidFill>
                <a:latin typeface="Gill Sans MT" panose="020B0502020104020203" pitchFamily="34" charset="0"/>
              </a:rPr>
              <a:t>SetTimer</a:t>
            </a:r>
            <a:r>
              <a:rPr lang="en-IN" sz="2000">
                <a:solidFill>
                  <a:srgbClr val="FFC000"/>
                </a:solidFill>
                <a:latin typeface="Gill Sans MT" panose="020B0502020104020203" pitchFamily="34" charset="0"/>
              </a:rPr>
              <a:t>()</a:t>
            </a:r>
          </a:p>
          <a:p>
            <a:pPr algn="ctr"/>
            <a:r>
              <a:rPr lang="en-IN" sz="2000" err="1">
                <a:solidFill>
                  <a:srgbClr val="FFC000"/>
                </a:solidFill>
                <a:latin typeface="Gill Sans MT" panose="020B0502020104020203" pitchFamily="34" charset="0"/>
              </a:rPr>
              <a:t>SetAlarm</a:t>
            </a:r>
            <a:r>
              <a:rPr lang="en-IN" sz="2000">
                <a:solidFill>
                  <a:srgbClr val="FFC000"/>
                </a:solidFill>
                <a:latin typeface="Gill Sans MT" panose="020B0502020104020203" pitchFamily="34" charset="0"/>
              </a:rPr>
              <a:t>()</a:t>
            </a:r>
          </a:p>
        </p:txBody>
      </p:sp>
      <p:cxnSp>
        <p:nvCxnSpPr>
          <p:cNvPr id="8" name="Straight Arrow Connector 7">
            <a:extLst>
              <a:ext uri="{FF2B5EF4-FFF2-40B4-BE49-F238E27FC236}">
                <a16:creationId xmlns:a16="http://schemas.microsoft.com/office/drawing/2014/main" id="{3696444B-542B-4422-8935-5839A51367CD}"/>
              </a:ext>
            </a:extLst>
          </p:cNvPr>
          <p:cNvCxnSpPr>
            <a:stCxn id="5" idx="0"/>
            <a:endCxn id="16" idx="2"/>
          </p:cNvCxnSpPr>
          <p:nvPr/>
        </p:nvCxnSpPr>
        <p:spPr>
          <a:xfrm flipV="1">
            <a:off x="4472677" y="3424767"/>
            <a:ext cx="1" cy="1668651"/>
          </a:xfrm>
          <a:prstGeom prst="straightConnector1">
            <a:avLst/>
          </a:prstGeom>
          <a:ln w="38100">
            <a:solidFill>
              <a:schemeClr val="bg1">
                <a:lumMod val="65000"/>
              </a:schemeClr>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2167685-87B5-4F88-9CCD-349F61FD0488}"/>
              </a:ext>
            </a:extLst>
          </p:cNvPr>
          <p:cNvSpPr txBox="1"/>
          <p:nvPr/>
        </p:nvSpPr>
        <p:spPr>
          <a:xfrm rot="16200000">
            <a:off x="4011111" y="4147504"/>
            <a:ext cx="1286532" cy="400110"/>
          </a:xfrm>
          <a:prstGeom prst="rect">
            <a:avLst/>
          </a:prstGeom>
          <a:noFill/>
        </p:spPr>
        <p:txBody>
          <a:bodyPr wrap="square" rtlCol="0">
            <a:spAutoFit/>
          </a:bodyPr>
          <a:lstStyle/>
          <a:p>
            <a:r>
              <a:rPr lang="en-IN" sz="2000" b="1">
                <a:solidFill>
                  <a:srgbClr val="00B050"/>
                </a:solidFill>
              </a:rPr>
              <a:t>inheriting</a:t>
            </a:r>
          </a:p>
        </p:txBody>
      </p:sp>
      <p:sp>
        <p:nvSpPr>
          <p:cNvPr id="17" name="TextBox 16">
            <a:extLst>
              <a:ext uri="{FF2B5EF4-FFF2-40B4-BE49-F238E27FC236}">
                <a16:creationId xmlns:a16="http://schemas.microsoft.com/office/drawing/2014/main" id="{15C74CA7-FFB4-46C0-9F56-C4C40B0D4F10}"/>
              </a:ext>
            </a:extLst>
          </p:cNvPr>
          <p:cNvSpPr txBox="1"/>
          <p:nvPr/>
        </p:nvSpPr>
        <p:spPr>
          <a:xfrm>
            <a:off x="6653371" y="2065548"/>
            <a:ext cx="4889881" cy="1384995"/>
          </a:xfrm>
          <a:prstGeom prst="rect">
            <a:avLst/>
          </a:prstGeom>
          <a:noFill/>
          <a:ln>
            <a:solidFill>
              <a:srgbClr val="FF6600"/>
            </a:solidFill>
          </a:ln>
        </p:spPr>
        <p:txBody>
          <a:bodyPr wrap="square" rtlCol="0">
            <a:spAutoFit/>
          </a:bodyPr>
          <a:lstStyle/>
          <a:p>
            <a:r>
              <a:rPr lang="en-IN" sz="2800">
                <a:latin typeface="Gill Sans MT" panose="020B0502020104020203" pitchFamily="34" charset="0"/>
              </a:rPr>
              <a:t>In real time scenario: You will lose the existence of Classical watch.</a:t>
            </a:r>
          </a:p>
        </p:txBody>
      </p:sp>
      <p:sp>
        <p:nvSpPr>
          <p:cNvPr id="19" name="TextBox 18">
            <a:extLst>
              <a:ext uri="{FF2B5EF4-FFF2-40B4-BE49-F238E27FC236}">
                <a16:creationId xmlns:a16="http://schemas.microsoft.com/office/drawing/2014/main" id="{038E12C2-5990-4FB9-90BF-CBB54074C83A}"/>
              </a:ext>
            </a:extLst>
          </p:cNvPr>
          <p:cNvSpPr txBox="1"/>
          <p:nvPr/>
        </p:nvSpPr>
        <p:spPr>
          <a:xfrm>
            <a:off x="1722509" y="3744332"/>
            <a:ext cx="2614800" cy="523220"/>
          </a:xfrm>
          <a:prstGeom prst="rect">
            <a:avLst/>
          </a:prstGeom>
          <a:solidFill>
            <a:schemeClr val="accent4">
              <a:lumMod val="75000"/>
            </a:schemeClr>
          </a:solidFill>
        </p:spPr>
        <p:txBody>
          <a:bodyPr wrap="square" rtlCol="0">
            <a:spAutoFit/>
          </a:bodyPr>
          <a:lstStyle/>
          <a:p>
            <a:r>
              <a:rPr lang="en-IN" sz="2800"/>
              <a:t>Only solution is:</a:t>
            </a:r>
          </a:p>
        </p:txBody>
      </p:sp>
      <p:sp>
        <p:nvSpPr>
          <p:cNvPr id="20" name="Explosion: 14 Points 19">
            <a:extLst>
              <a:ext uri="{FF2B5EF4-FFF2-40B4-BE49-F238E27FC236}">
                <a16:creationId xmlns:a16="http://schemas.microsoft.com/office/drawing/2014/main" id="{20D85993-F8B4-46A1-B95D-B23338316238}"/>
              </a:ext>
            </a:extLst>
          </p:cNvPr>
          <p:cNvSpPr/>
          <p:nvPr/>
        </p:nvSpPr>
        <p:spPr>
          <a:xfrm>
            <a:off x="4105241" y="925155"/>
            <a:ext cx="3430742" cy="1170081"/>
          </a:xfrm>
          <a:prstGeom prst="irregularSeal2">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a:solidFill>
                  <a:schemeClr val="bg1"/>
                </a:solidFill>
                <a:latin typeface="Gill Sans MT" panose="020B0502020104020203" pitchFamily="34" charset="0"/>
              </a:rPr>
              <a:t>Parent</a:t>
            </a:r>
            <a:r>
              <a:rPr lang="en-IN" sz="2000">
                <a:solidFill>
                  <a:srgbClr val="C00000"/>
                </a:solidFill>
                <a:latin typeface="Gill Sans MT" panose="020B0502020104020203" pitchFamily="34" charset="0"/>
              </a:rPr>
              <a:t> </a:t>
            </a:r>
            <a:r>
              <a:rPr lang="en-IN" sz="2000">
                <a:solidFill>
                  <a:schemeClr val="bg1"/>
                </a:solidFill>
                <a:latin typeface="Gill Sans MT" panose="020B0502020104020203" pitchFamily="34" charset="0"/>
              </a:rPr>
              <a:t>Class</a:t>
            </a:r>
          </a:p>
        </p:txBody>
      </p:sp>
      <p:sp>
        <p:nvSpPr>
          <p:cNvPr id="21" name="Explosion: 14 Points 20">
            <a:extLst>
              <a:ext uri="{FF2B5EF4-FFF2-40B4-BE49-F238E27FC236}">
                <a16:creationId xmlns:a16="http://schemas.microsoft.com/office/drawing/2014/main" id="{304ED8C3-4A2F-43DA-AE44-647FC9555F74}"/>
              </a:ext>
            </a:extLst>
          </p:cNvPr>
          <p:cNvSpPr/>
          <p:nvPr/>
        </p:nvSpPr>
        <p:spPr>
          <a:xfrm>
            <a:off x="4863786" y="3599939"/>
            <a:ext cx="2767631" cy="1390886"/>
          </a:xfrm>
          <a:prstGeom prst="irregularSeal2">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Child Class</a:t>
            </a:r>
          </a:p>
        </p:txBody>
      </p:sp>
      <p:sp>
        <p:nvSpPr>
          <p:cNvPr id="24" name="TextBox 23">
            <a:extLst>
              <a:ext uri="{FF2B5EF4-FFF2-40B4-BE49-F238E27FC236}">
                <a16:creationId xmlns:a16="http://schemas.microsoft.com/office/drawing/2014/main" id="{F7C6724D-A8DB-4947-8C1D-FA5C85011E9A}"/>
              </a:ext>
            </a:extLst>
          </p:cNvPr>
          <p:cNvSpPr txBox="1"/>
          <p:nvPr/>
        </p:nvSpPr>
        <p:spPr>
          <a:xfrm>
            <a:off x="6361512" y="4897151"/>
            <a:ext cx="5052602" cy="1384995"/>
          </a:xfrm>
          <a:prstGeom prst="rect">
            <a:avLst/>
          </a:prstGeom>
          <a:solidFill>
            <a:srgbClr val="92D050"/>
          </a:solidFill>
        </p:spPr>
        <p:txBody>
          <a:bodyPr wrap="none" rtlCol="0">
            <a:spAutoFit/>
          </a:bodyPr>
          <a:lstStyle/>
          <a:p>
            <a:pPr marL="285750" indent="-285750">
              <a:buFont typeface="Arial" panose="020B0604020202020204" pitchFamily="34" charset="0"/>
              <a:buChar char="•"/>
            </a:pPr>
            <a:r>
              <a:rPr lang="en-IN" sz="2800">
                <a:solidFill>
                  <a:srgbClr val="C00000"/>
                </a:solidFill>
                <a:latin typeface="Gill Sans MT" panose="020B0502020104020203" pitchFamily="34" charset="0"/>
              </a:rPr>
              <a:t>Reduces Code Redundancy</a:t>
            </a:r>
          </a:p>
          <a:p>
            <a:pPr marL="285750" indent="-285750">
              <a:buFont typeface="Arial" panose="020B0604020202020204" pitchFamily="34" charset="0"/>
              <a:buChar char="•"/>
            </a:pPr>
            <a:r>
              <a:rPr lang="en-IN" sz="2800">
                <a:solidFill>
                  <a:srgbClr val="C00000"/>
                </a:solidFill>
                <a:latin typeface="Gill Sans MT" panose="020B0502020104020203" pitchFamily="34" charset="0"/>
              </a:rPr>
              <a:t>Improves Readability</a:t>
            </a:r>
          </a:p>
          <a:p>
            <a:pPr marL="285750" indent="-285750">
              <a:buFont typeface="Arial" panose="020B0604020202020204" pitchFamily="34" charset="0"/>
              <a:buChar char="•"/>
            </a:pPr>
            <a:r>
              <a:rPr lang="en-IN" sz="2800">
                <a:solidFill>
                  <a:srgbClr val="C00000"/>
                </a:solidFill>
                <a:latin typeface="Gill Sans MT" panose="020B0502020104020203" pitchFamily="34" charset="0"/>
              </a:rPr>
              <a:t>Improves Functionality of Code</a:t>
            </a:r>
          </a:p>
        </p:txBody>
      </p:sp>
    </p:spTree>
    <p:extLst>
      <p:ext uri="{BB962C8B-B14F-4D97-AF65-F5344CB8AC3E}">
        <p14:creationId xmlns:p14="http://schemas.microsoft.com/office/powerpoint/2010/main" val="1438707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circle(in)">
                                      <p:cBhvr>
                                        <p:cTn id="11" dur="2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circle(in)">
                                      <p:cBhvr>
                                        <p:cTn id="16" dur="20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animBg="1"/>
      <p:bldP spid="20" grpId="0" animBg="1"/>
      <p:bldP spid="21"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7C1D6-CDBB-4FF5-B941-3A3662E71B50}"/>
              </a:ext>
            </a:extLst>
          </p:cNvPr>
          <p:cNvSpPr>
            <a:spLocks noGrp="1"/>
          </p:cNvSpPr>
          <p:nvPr>
            <p:ph type="title"/>
          </p:nvPr>
        </p:nvSpPr>
        <p:spPr/>
        <p:txBody>
          <a:bodyPr/>
          <a:lstStyle/>
          <a:p>
            <a:r>
              <a:rPr lang="en-IN" b="1">
                <a:solidFill>
                  <a:srgbClr val="C00000"/>
                </a:solidFill>
                <a:latin typeface="Arial Rounded MT Bold" panose="020F0704030504030204" pitchFamily="34" charset="0"/>
              </a:rPr>
              <a:t>Why do we need Inheritance?</a:t>
            </a:r>
          </a:p>
        </p:txBody>
      </p:sp>
      <p:sp>
        <p:nvSpPr>
          <p:cNvPr id="4" name="Slide Number Placeholder 3">
            <a:extLst>
              <a:ext uri="{FF2B5EF4-FFF2-40B4-BE49-F238E27FC236}">
                <a16:creationId xmlns:a16="http://schemas.microsoft.com/office/drawing/2014/main" id="{F87871FC-047F-4901-8406-F9941C8084A1}"/>
              </a:ext>
            </a:extLst>
          </p:cNvPr>
          <p:cNvSpPr>
            <a:spLocks noGrp="1"/>
          </p:cNvSpPr>
          <p:nvPr>
            <p:ph type="sldNum" sz="quarter" idx="12"/>
          </p:nvPr>
        </p:nvSpPr>
        <p:spPr/>
        <p:txBody>
          <a:bodyPr/>
          <a:lstStyle/>
          <a:p>
            <a:fld id="{4DAC0951-10B0-4509-9BA5-FD8683A6F967}" type="slidenum">
              <a:rPr lang="en-IN" smtClean="0"/>
              <a:pPr/>
              <a:t>5</a:t>
            </a:fld>
            <a:endParaRPr lang="en-IN"/>
          </a:p>
        </p:txBody>
      </p:sp>
      <p:pic>
        <p:nvPicPr>
          <p:cNvPr id="10" name="Content Placeholder 9">
            <a:extLst>
              <a:ext uri="{FF2B5EF4-FFF2-40B4-BE49-F238E27FC236}">
                <a16:creationId xmlns:a16="http://schemas.microsoft.com/office/drawing/2014/main" id="{A7D3DF0E-805C-4A53-AD5F-45B87FE987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376552">
            <a:off x="133732" y="3453247"/>
            <a:ext cx="3582243" cy="1908188"/>
          </a:xfrm>
        </p:spPr>
      </p:pic>
      <p:pic>
        <p:nvPicPr>
          <p:cNvPr id="12" name="Picture 11">
            <a:extLst>
              <a:ext uri="{FF2B5EF4-FFF2-40B4-BE49-F238E27FC236}">
                <a16:creationId xmlns:a16="http://schemas.microsoft.com/office/drawing/2014/main" id="{56F044C2-F22F-4524-B3BA-35DFE847F984}"/>
              </a:ext>
            </a:extLst>
          </p:cNvPr>
          <p:cNvPicPr>
            <a:picLocks noChangeAspect="1"/>
          </p:cNvPicPr>
          <p:nvPr/>
        </p:nvPicPr>
        <p:blipFill rotWithShape="1">
          <a:blip r:embed="rId3">
            <a:extLst>
              <a:ext uri="{28A0092B-C50C-407E-A947-70E740481C1C}">
                <a14:useLocalDpi xmlns:a14="http://schemas.microsoft.com/office/drawing/2010/main" val="0"/>
              </a:ext>
            </a:extLst>
          </a:blip>
          <a:srcRect l="17055" t="13236" r="15576" b="21066"/>
          <a:stretch/>
        </p:blipFill>
        <p:spPr>
          <a:xfrm>
            <a:off x="7997137" y="1631311"/>
            <a:ext cx="2723535" cy="2865014"/>
          </a:xfrm>
          <a:prstGeom prst="rect">
            <a:avLst/>
          </a:prstGeom>
        </p:spPr>
      </p:pic>
      <p:sp>
        <p:nvSpPr>
          <p:cNvPr id="13" name="TextBox 12">
            <a:extLst>
              <a:ext uri="{FF2B5EF4-FFF2-40B4-BE49-F238E27FC236}">
                <a16:creationId xmlns:a16="http://schemas.microsoft.com/office/drawing/2014/main" id="{78353A42-7180-486E-88CF-A88C1B013D40}"/>
              </a:ext>
            </a:extLst>
          </p:cNvPr>
          <p:cNvSpPr txBox="1"/>
          <p:nvPr/>
        </p:nvSpPr>
        <p:spPr>
          <a:xfrm>
            <a:off x="490336" y="1652634"/>
            <a:ext cx="3168881" cy="584775"/>
          </a:xfrm>
          <a:prstGeom prst="rect">
            <a:avLst/>
          </a:prstGeom>
          <a:noFill/>
        </p:spPr>
        <p:txBody>
          <a:bodyPr wrap="none" rtlCol="0">
            <a:spAutoFit/>
          </a:bodyPr>
          <a:lstStyle/>
          <a:p>
            <a:r>
              <a:rPr lang="en-IN" sz="3200" b="1">
                <a:solidFill>
                  <a:srgbClr val="FF6600"/>
                </a:solidFill>
                <a:latin typeface="Gill Sans MT" panose="020B0502020104020203" pitchFamily="34" charset="0"/>
              </a:rPr>
              <a:t>Classical Watch</a:t>
            </a:r>
          </a:p>
        </p:txBody>
      </p:sp>
      <p:sp>
        <p:nvSpPr>
          <p:cNvPr id="15" name="TextBox 14">
            <a:extLst>
              <a:ext uri="{FF2B5EF4-FFF2-40B4-BE49-F238E27FC236}">
                <a16:creationId xmlns:a16="http://schemas.microsoft.com/office/drawing/2014/main" id="{38B271CC-09F1-4528-93D6-E3129F331E17}"/>
              </a:ext>
            </a:extLst>
          </p:cNvPr>
          <p:cNvSpPr txBox="1"/>
          <p:nvPr/>
        </p:nvSpPr>
        <p:spPr>
          <a:xfrm>
            <a:off x="8395301" y="1334741"/>
            <a:ext cx="2749086" cy="584775"/>
          </a:xfrm>
          <a:prstGeom prst="rect">
            <a:avLst/>
          </a:prstGeom>
          <a:noFill/>
        </p:spPr>
        <p:txBody>
          <a:bodyPr wrap="none" rtlCol="0">
            <a:spAutoFit/>
          </a:bodyPr>
          <a:lstStyle/>
          <a:p>
            <a:r>
              <a:rPr lang="en-IN" sz="3200" b="1">
                <a:solidFill>
                  <a:srgbClr val="FF6600"/>
                </a:solidFill>
                <a:latin typeface="Gill Sans MT" panose="020B0502020104020203" pitchFamily="34" charset="0"/>
              </a:rPr>
              <a:t>Smart Watch</a:t>
            </a:r>
          </a:p>
        </p:txBody>
      </p:sp>
      <p:sp>
        <p:nvSpPr>
          <p:cNvPr id="16" name="Rectangle: Rounded Corners 15">
            <a:extLst>
              <a:ext uri="{FF2B5EF4-FFF2-40B4-BE49-F238E27FC236}">
                <a16:creationId xmlns:a16="http://schemas.microsoft.com/office/drawing/2014/main" id="{3EB7DD62-67E6-4166-96A1-A97BEBF5B641}"/>
              </a:ext>
            </a:extLst>
          </p:cNvPr>
          <p:cNvSpPr/>
          <p:nvPr/>
        </p:nvSpPr>
        <p:spPr>
          <a:xfrm>
            <a:off x="4997758" y="4733355"/>
            <a:ext cx="2196483" cy="1325563"/>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err="1">
                <a:solidFill>
                  <a:srgbClr val="FFC000"/>
                </a:solidFill>
                <a:latin typeface="Gill Sans MT" panose="020B0502020104020203" pitchFamily="34" charset="0"/>
              </a:rPr>
              <a:t>DisplayDate</a:t>
            </a:r>
            <a:r>
              <a:rPr lang="en-IN" sz="2000">
                <a:solidFill>
                  <a:srgbClr val="FFC000"/>
                </a:solidFill>
                <a:latin typeface="Gill Sans MT" panose="020B0502020104020203" pitchFamily="34" charset="0"/>
              </a:rPr>
              <a:t>()</a:t>
            </a:r>
          </a:p>
          <a:p>
            <a:pPr algn="ctr"/>
            <a:r>
              <a:rPr lang="en-IN" sz="2000" err="1">
                <a:solidFill>
                  <a:srgbClr val="FFC000"/>
                </a:solidFill>
                <a:latin typeface="Gill Sans MT" panose="020B0502020104020203" pitchFamily="34" charset="0"/>
              </a:rPr>
              <a:t>DisplayDay</a:t>
            </a:r>
            <a:r>
              <a:rPr lang="en-IN" sz="2000">
                <a:solidFill>
                  <a:srgbClr val="FFC000"/>
                </a:solidFill>
                <a:latin typeface="Gill Sans MT" panose="020B0502020104020203" pitchFamily="34" charset="0"/>
              </a:rPr>
              <a:t>()</a:t>
            </a:r>
          </a:p>
          <a:p>
            <a:pPr algn="ctr"/>
            <a:r>
              <a:rPr lang="en-IN" sz="2000" err="1">
                <a:solidFill>
                  <a:srgbClr val="FFC000"/>
                </a:solidFill>
                <a:latin typeface="Gill Sans MT" panose="020B0502020104020203" pitchFamily="34" charset="0"/>
              </a:rPr>
              <a:t>DisplayTime</a:t>
            </a:r>
            <a:r>
              <a:rPr lang="en-IN" sz="2000">
                <a:solidFill>
                  <a:srgbClr val="FFC000"/>
                </a:solidFill>
                <a:latin typeface="Gill Sans MT" panose="020B0502020104020203" pitchFamily="34" charset="0"/>
              </a:rPr>
              <a:t>()</a:t>
            </a:r>
          </a:p>
        </p:txBody>
      </p:sp>
      <p:sp>
        <p:nvSpPr>
          <p:cNvPr id="22" name="Rectangle: Rounded Corners 21">
            <a:extLst>
              <a:ext uri="{FF2B5EF4-FFF2-40B4-BE49-F238E27FC236}">
                <a16:creationId xmlns:a16="http://schemas.microsoft.com/office/drawing/2014/main" id="{6C850485-6703-46CB-990D-AE2DBB6D5EA0}"/>
              </a:ext>
            </a:extLst>
          </p:cNvPr>
          <p:cNvSpPr/>
          <p:nvPr/>
        </p:nvSpPr>
        <p:spPr>
          <a:xfrm>
            <a:off x="9755320" y="4004241"/>
            <a:ext cx="2196483" cy="2053091"/>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err="1">
                <a:solidFill>
                  <a:srgbClr val="002060"/>
                </a:solidFill>
                <a:latin typeface="Gill Sans MT" panose="020B0502020104020203" pitchFamily="34" charset="0"/>
              </a:rPr>
              <a:t>DisplayDate</a:t>
            </a:r>
            <a:r>
              <a:rPr lang="en-IN" sz="2000">
                <a:solidFill>
                  <a:srgbClr val="002060"/>
                </a:solidFill>
                <a:latin typeface="Gill Sans MT" panose="020B0502020104020203" pitchFamily="34" charset="0"/>
              </a:rPr>
              <a:t>()</a:t>
            </a:r>
          </a:p>
          <a:p>
            <a:pPr algn="ctr"/>
            <a:r>
              <a:rPr lang="en-IN" sz="2000" err="1">
                <a:solidFill>
                  <a:srgbClr val="002060"/>
                </a:solidFill>
                <a:latin typeface="Gill Sans MT" panose="020B0502020104020203" pitchFamily="34" charset="0"/>
              </a:rPr>
              <a:t>DisplayDay</a:t>
            </a:r>
            <a:r>
              <a:rPr lang="en-IN" sz="2000">
                <a:solidFill>
                  <a:srgbClr val="002060"/>
                </a:solidFill>
                <a:latin typeface="Gill Sans MT" panose="020B0502020104020203" pitchFamily="34" charset="0"/>
              </a:rPr>
              <a:t>()</a:t>
            </a:r>
          </a:p>
          <a:p>
            <a:pPr algn="ctr"/>
            <a:r>
              <a:rPr lang="en-IN" sz="2000" err="1">
                <a:solidFill>
                  <a:srgbClr val="002060"/>
                </a:solidFill>
                <a:latin typeface="Gill Sans MT" panose="020B0502020104020203" pitchFamily="34" charset="0"/>
              </a:rPr>
              <a:t>DisplayTime</a:t>
            </a:r>
            <a:r>
              <a:rPr lang="en-IN" sz="2000">
                <a:solidFill>
                  <a:srgbClr val="002060"/>
                </a:solidFill>
                <a:latin typeface="Gill Sans MT" panose="020B0502020104020203" pitchFamily="34" charset="0"/>
              </a:rPr>
              <a:t>()</a:t>
            </a:r>
          </a:p>
          <a:p>
            <a:pPr algn="ctr"/>
            <a:r>
              <a:rPr lang="en-IN" sz="2000">
                <a:solidFill>
                  <a:srgbClr val="002060"/>
                </a:solidFill>
                <a:latin typeface="Gill Sans MT" panose="020B0502020104020203" pitchFamily="34" charset="0"/>
              </a:rPr>
              <a:t>Light()</a:t>
            </a:r>
          </a:p>
          <a:p>
            <a:pPr algn="ctr"/>
            <a:r>
              <a:rPr lang="en-IN" sz="2000" err="1">
                <a:solidFill>
                  <a:srgbClr val="002060"/>
                </a:solidFill>
                <a:latin typeface="Gill Sans MT" panose="020B0502020104020203" pitchFamily="34" charset="0"/>
              </a:rPr>
              <a:t>SetTimer</a:t>
            </a:r>
            <a:r>
              <a:rPr lang="en-IN" sz="2000">
                <a:solidFill>
                  <a:srgbClr val="002060"/>
                </a:solidFill>
                <a:latin typeface="Gill Sans MT" panose="020B0502020104020203" pitchFamily="34" charset="0"/>
              </a:rPr>
              <a:t>()</a:t>
            </a:r>
          </a:p>
          <a:p>
            <a:pPr algn="ctr"/>
            <a:r>
              <a:rPr lang="en-IN" sz="2000" err="1">
                <a:solidFill>
                  <a:srgbClr val="002060"/>
                </a:solidFill>
                <a:latin typeface="Gill Sans MT" panose="020B0502020104020203" pitchFamily="34" charset="0"/>
              </a:rPr>
              <a:t>SetAlarm</a:t>
            </a:r>
            <a:r>
              <a:rPr lang="en-IN" sz="2000">
                <a:solidFill>
                  <a:srgbClr val="002060"/>
                </a:solidFill>
                <a:latin typeface="Gill Sans MT" panose="020B0502020104020203" pitchFamily="34" charset="0"/>
              </a:rPr>
              <a:t>()</a:t>
            </a:r>
          </a:p>
        </p:txBody>
      </p:sp>
      <p:sp>
        <p:nvSpPr>
          <p:cNvPr id="3" name="Oval 2">
            <a:extLst>
              <a:ext uri="{FF2B5EF4-FFF2-40B4-BE49-F238E27FC236}">
                <a16:creationId xmlns:a16="http://schemas.microsoft.com/office/drawing/2014/main" id="{4263293B-ECFF-4AF6-B154-BCD589A1B4BD}"/>
              </a:ext>
            </a:extLst>
          </p:cNvPr>
          <p:cNvSpPr/>
          <p:nvPr/>
        </p:nvSpPr>
        <p:spPr>
          <a:xfrm>
            <a:off x="9566591" y="4017987"/>
            <a:ext cx="2573940" cy="107543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0CE67A38-1A3C-4FB0-BFD4-155EE4421C47}"/>
              </a:ext>
            </a:extLst>
          </p:cNvPr>
          <p:cNvSpPr/>
          <p:nvPr/>
        </p:nvSpPr>
        <p:spPr>
          <a:xfrm>
            <a:off x="9769844" y="4014679"/>
            <a:ext cx="2196483" cy="2053091"/>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a:solidFill>
                  <a:srgbClr val="002060"/>
                </a:solidFill>
                <a:latin typeface="Gill Sans MT" panose="020B0502020104020203" pitchFamily="34" charset="0"/>
              </a:rPr>
              <a:t>Light()</a:t>
            </a:r>
          </a:p>
          <a:p>
            <a:pPr algn="ctr"/>
            <a:r>
              <a:rPr lang="en-IN" sz="2000" err="1">
                <a:solidFill>
                  <a:srgbClr val="002060"/>
                </a:solidFill>
                <a:latin typeface="Gill Sans MT" panose="020B0502020104020203" pitchFamily="34" charset="0"/>
              </a:rPr>
              <a:t>SetTimer</a:t>
            </a:r>
            <a:r>
              <a:rPr lang="en-IN" sz="2000">
                <a:solidFill>
                  <a:srgbClr val="002060"/>
                </a:solidFill>
                <a:latin typeface="Gill Sans MT" panose="020B0502020104020203" pitchFamily="34" charset="0"/>
              </a:rPr>
              <a:t>()</a:t>
            </a:r>
          </a:p>
          <a:p>
            <a:pPr algn="ctr"/>
            <a:r>
              <a:rPr lang="en-IN" sz="2000" err="1">
                <a:solidFill>
                  <a:srgbClr val="002060"/>
                </a:solidFill>
                <a:latin typeface="Gill Sans MT" panose="020B0502020104020203" pitchFamily="34" charset="0"/>
              </a:rPr>
              <a:t>SetAlarm</a:t>
            </a:r>
            <a:r>
              <a:rPr lang="en-IN" sz="2000">
                <a:solidFill>
                  <a:srgbClr val="002060"/>
                </a:solidFill>
                <a:latin typeface="Gill Sans MT" panose="020B0502020104020203" pitchFamily="34" charset="0"/>
              </a:rPr>
              <a:t>()</a:t>
            </a:r>
          </a:p>
        </p:txBody>
      </p:sp>
      <p:sp>
        <p:nvSpPr>
          <p:cNvPr id="6" name="Explosion: 14 Points 5">
            <a:extLst>
              <a:ext uri="{FF2B5EF4-FFF2-40B4-BE49-F238E27FC236}">
                <a16:creationId xmlns:a16="http://schemas.microsoft.com/office/drawing/2014/main" id="{B11AFEDF-A044-4D39-B39C-EDE31E0D9785}"/>
              </a:ext>
            </a:extLst>
          </p:cNvPr>
          <p:cNvSpPr/>
          <p:nvPr/>
        </p:nvSpPr>
        <p:spPr>
          <a:xfrm>
            <a:off x="2601373" y="1942717"/>
            <a:ext cx="5336372" cy="2969245"/>
          </a:xfrm>
          <a:prstGeom prst="irregularSeal2">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a:solidFill>
                  <a:srgbClr val="002060"/>
                </a:solidFill>
                <a:latin typeface="Gill Sans MT" panose="020B0502020104020203" pitchFamily="34" charset="0"/>
              </a:rPr>
              <a:t>Code Redundancy</a:t>
            </a:r>
          </a:p>
        </p:txBody>
      </p:sp>
    </p:spTree>
    <p:extLst>
      <p:ext uri="{BB962C8B-B14F-4D97-AF65-F5344CB8AC3E}">
        <p14:creationId xmlns:p14="http://schemas.microsoft.com/office/powerpoint/2010/main" val="1388555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7014C-092A-9850-DAEE-32F4DBA1EE34}"/>
              </a:ext>
            </a:extLst>
          </p:cNvPr>
          <p:cNvSpPr>
            <a:spLocks noGrp="1"/>
          </p:cNvSpPr>
          <p:nvPr>
            <p:ph type="title"/>
          </p:nvPr>
        </p:nvSpPr>
        <p:spPr/>
        <p:txBody>
          <a:bodyPr/>
          <a:lstStyle/>
          <a:p>
            <a:r>
              <a:rPr lang="en-US" sz="2800">
                <a:latin typeface="Calibri"/>
                <a:cs typeface="Calibri"/>
              </a:rPr>
              <a:t>JAVA Inheritance </a:t>
            </a:r>
            <a:endParaRPr lang="en-US"/>
          </a:p>
        </p:txBody>
      </p:sp>
      <p:sp>
        <p:nvSpPr>
          <p:cNvPr id="3" name="Content Placeholder 2">
            <a:extLst>
              <a:ext uri="{FF2B5EF4-FFF2-40B4-BE49-F238E27FC236}">
                <a16:creationId xmlns:a16="http://schemas.microsoft.com/office/drawing/2014/main" id="{51E33B22-1877-04EB-35E3-DD57B0FDA307}"/>
              </a:ext>
            </a:extLst>
          </p:cNvPr>
          <p:cNvSpPr>
            <a:spLocks noGrp="1"/>
          </p:cNvSpPr>
          <p:nvPr>
            <p:ph idx="1"/>
          </p:nvPr>
        </p:nvSpPr>
        <p:spPr/>
        <p:txBody>
          <a:bodyPr vert="horz" lIns="91440" tIns="45720" rIns="91440" bIns="45720" rtlCol="0" anchor="t">
            <a:normAutofit fontScale="92500" lnSpcReduction="20000"/>
          </a:bodyPr>
          <a:lstStyle/>
          <a:p>
            <a:endParaRPr lang="en-US">
              <a:ea typeface="+mn-lt"/>
              <a:cs typeface="+mn-lt"/>
            </a:endParaRPr>
          </a:p>
          <a:p>
            <a:r>
              <a:rPr lang="en-US">
                <a:ea typeface="+mn-lt"/>
                <a:cs typeface="+mn-lt"/>
              </a:rPr>
              <a:t>Inheritance can be defined as the process where one class acquires the properties (methods and fields) of another.</a:t>
            </a:r>
          </a:p>
          <a:p>
            <a:r>
              <a:rPr lang="en-US">
                <a:ea typeface="+mn-lt"/>
                <a:cs typeface="+mn-lt"/>
              </a:rPr>
              <a:t>  extends is the keyword used to inherit the properties of a class. </a:t>
            </a:r>
          </a:p>
          <a:p>
            <a:r>
              <a:rPr lang="en-US">
                <a:ea typeface="+mn-lt"/>
                <a:cs typeface="+mn-lt"/>
              </a:rPr>
              <a:t>class Super {</a:t>
            </a:r>
          </a:p>
          <a:p>
            <a:pPr marL="457200" lvl="1" indent="0">
              <a:buNone/>
            </a:pPr>
            <a:r>
              <a:rPr lang="en-US">
                <a:ea typeface="+mn-lt"/>
                <a:cs typeface="+mn-lt"/>
              </a:rPr>
              <a:t> .....</a:t>
            </a:r>
          </a:p>
          <a:p>
            <a:pPr marL="457200" lvl="1" indent="0">
              <a:buNone/>
            </a:pPr>
            <a:r>
              <a:rPr lang="en-US">
                <a:ea typeface="+mn-lt"/>
                <a:cs typeface="+mn-lt"/>
              </a:rPr>
              <a:t> .....</a:t>
            </a:r>
          </a:p>
          <a:p>
            <a:pPr marL="457200" lvl="1" indent="0">
              <a:buNone/>
            </a:pPr>
            <a:r>
              <a:rPr lang="en-US">
                <a:ea typeface="+mn-lt"/>
                <a:cs typeface="+mn-lt"/>
              </a:rPr>
              <a:t> } </a:t>
            </a:r>
          </a:p>
          <a:p>
            <a:pPr marL="457200" lvl="1" indent="0">
              <a:buNone/>
            </a:pPr>
            <a:r>
              <a:rPr lang="en-US">
                <a:ea typeface="+mn-lt"/>
                <a:cs typeface="+mn-lt"/>
              </a:rPr>
              <a:t>class Sub extends Super { </a:t>
            </a:r>
          </a:p>
          <a:p>
            <a:pPr marL="457200" lvl="1" indent="0">
              <a:buNone/>
            </a:pPr>
            <a:r>
              <a:rPr lang="en-US">
                <a:ea typeface="+mn-lt"/>
                <a:cs typeface="+mn-lt"/>
              </a:rPr>
              <a:t>..... </a:t>
            </a:r>
          </a:p>
          <a:p>
            <a:pPr marL="457200" lvl="1" indent="0">
              <a:buNone/>
            </a:pPr>
            <a:r>
              <a:rPr lang="en-US">
                <a:ea typeface="+mn-lt"/>
                <a:cs typeface="+mn-lt"/>
              </a:rPr>
              <a:t>..... </a:t>
            </a:r>
          </a:p>
          <a:p>
            <a:pPr marL="457200" lvl="1" indent="0">
              <a:buNone/>
            </a:pPr>
            <a:r>
              <a:rPr lang="en-US">
                <a:ea typeface="+mn-lt"/>
                <a:cs typeface="+mn-lt"/>
              </a:rPr>
              <a:t>}</a:t>
            </a:r>
            <a:endParaRPr lang="en-US">
              <a:cs typeface="Calibri"/>
            </a:endParaRPr>
          </a:p>
        </p:txBody>
      </p:sp>
      <p:sp>
        <p:nvSpPr>
          <p:cNvPr id="4" name="Slide Number Placeholder 3">
            <a:extLst>
              <a:ext uri="{FF2B5EF4-FFF2-40B4-BE49-F238E27FC236}">
                <a16:creationId xmlns:a16="http://schemas.microsoft.com/office/drawing/2014/main" id="{C0D861DA-689E-737D-CBF4-D05D8810488A}"/>
              </a:ext>
            </a:extLst>
          </p:cNvPr>
          <p:cNvSpPr>
            <a:spLocks noGrp="1"/>
          </p:cNvSpPr>
          <p:nvPr>
            <p:ph type="sldNum" sz="quarter" idx="12"/>
          </p:nvPr>
        </p:nvSpPr>
        <p:spPr/>
        <p:txBody>
          <a:bodyPr/>
          <a:lstStyle/>
          <a:p>
            <a:fld id="{4DAC0951-10B0-4509-9BA5-FD8683A6F967}" type="slidenum">
              <a:rPr lang="en-IN" smtClean="0"/>
              <a:pPr/>
              <a:t>6</a:t>
            </a:fld>
            <a:endParaRPr lang="en-IN"/>
          </a:p>
        </p:txBody>
      </p:sp>
    </p:spTree>
    <p:extLst>
      <p:ext uri="{BB962C8B-B14F-4D97-AF65-F5344CB8AC3E}">
        <p14:creationId xmlns:p14="http://schemas.microsoft.com/office/powerpoint/2010/main" val="2704482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C6B074-291B-49DF-9916-D31DC2470E7C}"/>
              </a:ext>
            </a:extLst>
          </p:cNvPr>
          <p:cNvSpPr>
            <a:spLocks noGrp="1"/>
          </p:cNvSpPr>
          <p:nvPr>
            <p:ph type="sldNum" sz="quarter" idx="12"/>
          </p:nvPr>
        </p:nvSpPr>
        <p:spPr/>
        <p:txBody>
          <a:bodyPr/>
          <a:lstStyle/>
          <a:p>
            <a:fld id="{4DAC0951-10B0-4509-9BA5-FD8683A6F967}" type="slidenum">
              <a:rPr lang="en-IN" smtClean="0"/>
              <a:pPr/>
              <a:t>7</a:t>
            </a:fld>
            <a:endParaRPr lang="en-IN"/>
          </a:p>
        </p:txBody>
      </p:sp>
      <p:sp>
        <p:nvSpPr>
          <p:cNvPr id="6" name="TextBox 5">
            <a:extLst>
              <a:ext uri="{FF2B5EF4-FFF2-40B4-BE49-F238E27FC236}">
                <a16:creationId xmlns:a16="http://schemas.microsoft.com/office/drawing/2014/main" id="{558E0E36-04F0-40ED-93E2-589F3C11C7BC}"/>
              </a:ext>
            </a:extLst>
          </p:cNvPr>
          <p:cNvSpPr txBox="1"/>
          <p:nvPr/>
        </p:nvSpPr>
        <p:spPr>
          <a:xfrm>
            <a:off x="908321" y="2645687"/>
            <a:ext cx="10208343" cy="1569660"/>
          </a:xfrm>
          <a:prstGeom prst="rect">
            <a:avLst/>
          </a:prstGeom>
          <a:noFill/>
          <a:ln>
            <a:solidFill>
              <a:srgbClr val="FF6600"/>
            </a:solidFill>
          </a:ln>
        </p:spPr>
        <p:txBody>
          <a:bodyPr wrap="square">
            <a:spAutoFit/>
          </a:bodyPr>
          <a:lstStyle/>
          <a:p>
            <a:pPr algn="just"/>
            <a:r>
              <a:rPr lang="en-US" sz="2400" b="0" i="0" dirty="0">
                <a:solidFill>
                  <a:srgbClr val="000000"/>
                </a:solidFill>
                <a:effectLst/>
                <a:latin typeface="Gill Sans MT" panose="020B0502020104020203" pitchFamily="34" charset="0"/>
              </a:rPr>
              <a:t>A subclass inherits all the members (fields, methods, and nested classes) from its superclass. </a:t>
            </a:r>
          </a:p>
          <a:p>
            <a:pPr algn="just"/>
            <a:r>
              <a:rPr lang="en-US" sz="2400" b="0" i="0" dirty="0">
                <a:solidFill>
                  <a:srgbClr val="000000"/>
                </a:solidFill>
                <a:effectLst/>
                <a:latin typeface="Gill Sans MT" panose="020B0502020104020203" pitchFamily="34" charset="0"/>
              </a:rPr>
              <a:t>Constructors are not members, so they are not inherited by subclasses, but the constructor of the superclass can be invoked from the subclass</a:t>
            </a:r>
            <a:r>
              <a:rPr lang="en-US" sz="2400" dirty="0">
                <a:solidFill>
                  <a:srgbClr val="000000"/>
                </a:solidFill>
                <a:latin typeface="Gill Sans MT" panose="020B0502020104020203" pitchFamily="34" charset="0"/>
              </a:rPr>
              <a:t>.</a:t>
            </a:r>
            <a:endParaRPr lang="en-IN" sz="2400" dirty="0">
              <a:latin typeface="Gill Sans MT" panose="020B0502020104020203" pitchFamily="34" charset="0"/>
            </a:endParaRPr>
          </a:p>
        </p:txBody>
      </p:sp>
      <p:sp>
        <p:nvSpPr>
          <p:cNvPr id="2" name="TextBox 1">
            <a:extLst>
              <a:ext uri="{FF2B5EF4-FFF2-40B4-BE49-F238E27FC236}">
                <a16:creationId xmlns:a16="http://schemas.microsoft.com/office/drawing/2014/main" id="{C023404E-C591-48AE-8426-F2CFD7BA9D01}"/>
              </a:ext>
            </a:extLst>
          </p:cNvPr>
          <p:cNvSpPr txBox="1"/>
          <p:nvPr/>
        </p:nvSpPr>
        <p:spPr>
          <a:xfrm>
            <a:off x="991828" y="1403130"/>
            <a:ext cx="2054305" cy="769441"/>
          </a:xfrm>
          <a:prstGeom prst="rect">
            <a:avLst/>
          </a:prstGeom>
          <a:noFill/>
        </p:spPr>
        <p:txBody>
          <a:bodyPr wrap="square" rtlCol="0">
            <a:spAutoFit/>
          </a:bodyPr>
          <a:lstStyle/>
          <a:p>
            <a:r>
              <a:rPr lang="en-IN" sz="4400" b="1">
                <a:solidFill>
                  <a:srgbClr val="C00000"/>
                </a:solidFill>
                <a:latin typeface="Arial Rounded MT Bold" panose="020F0704030504030204" pitchFamily="34" charset="0"/>
                <a:ea typeface="+mj-ea"/>
                <a:cs typeface="+mj-cs"/>
              </a:rPr>
              <a:t>Note:</a:t>
            </a:r>
          </a:p>
        </p:txBody>
      </p:sp>
    </p:spTree>
    <p:extLst>
      <p:ext uri="{BB962C8B-B14F-4D97-AF65-F5344CB8AC3E}">
        <p14:creationId xmlns:p14="http://schemas.microsoft.com/office/powerpoint/2010/main" val="2317465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3B80F-2B3C-C40B-468A-DA00260B9957}"/>
              </a:ext>
            </a:extLst>
          </p:cNvPr>
          <p:cNvSpPr>
            <a:spLocks noGrp="1"/>
          </p:cNvSpPr>
          <p:nvPr>
            <p:ph type="title"/>
          </p:nvPr>
        </p:nvSpPr>
        <p:spPr/>
        <p:txBody>
          <a:bodyPr/>
          <a:lstStyle/>
          <a:p>
            <a:r>
              <a:rPr lang="en-US" b="1" dirty="0"/>
              <a:t>Constructors are not inherited by subclasses</a:t>
            </a:r>
            <a:endParaRPr lang="en-IN" b="1" dirty="0"/>
          </a:p>
        </p:txBody>
      </p:sp>
      <p:pic>
        <p:nvPicPr>
          <p:cNvPr id="6" name="Content Placeholder 5">
            <a:extLst>
              <a:ext uri="{FF2B5EF4-FFF2-40B4-BE49-F238E27FC236}">
                <a16:creationId xmlns:a16="http://schemas.microsoft.com/office/drawing/2014/main" id="{428F862C-918D-DB03-B578-C6A140BA6258}"/>
              </a:ext>
            </a:extLst>
          </p:cNvPr>
          <p:cNvPicPr>
            <a:picLocks noGrp="1" noChangeAspect="1"/>
          </p:cNvPicPr>
          <p:nvPr>
            <p:ph idx="1"/>
          </p:nvPr>
        </p:nvPicPr>
        <p:blipFill>
          <a:blip r:embed="rId2"/>
          <a:stretch>
            <a:fillRect/>
          </a:stretch>
        </p:blipFill>
        <p:spPr>
          <a:xfrm>
            <a:off x="750582" y="1530474"/>
            <a:ext cx="5106113" cy="2267266"/>
          </a:xfrm>
          <a:prstGeom prst="rect">
            <a:avLst/>
          </a:prstGeom>
        </p:spPr>
      </p:pic>
      <p:sp>
        <p:nvSpPr>
          <p:cNvPr id="4" name="Slide Number Placeholder 3">
            <a:extLst>
              <a:ext uri="{FF2B5EF4-FFF2-40B4-BE49-F238E27FC236}">
                <a16:creationId xmlns:a16="http://schemas.microsoft.com/office/drawing/2014/main" id="{E2608A4A-D655-7AB8-6BF3-6B57B6E7B4AF}"/>
              </a:ext>
            </a:extLst>
          </p:cNvPr>
          <p:cNvSpPr>
            <a:spLocks noGrp="1"/>
          </p:cNvSpPr>
          <p:nvPr>
            <p:ph type="sldNum" sz="quarter" idx="12"/>
          </p:nvPr>
        </p:nvSpPr>
        <p:spPr/>
        <p:txBody>
          <a:bodyPr/>
          <a:lstStyle/>
          <a:p>
            <a:fld id="{4DAC0951-10B0-4509-9BA5-FD8683A6F967}" type="slidenum">
              <a:rPr lang="en-IN" smtClean="0"/>
              <a:pPr/>
              <a:t>8</a:t>
            </a:fld>
            <a:endParaRPr lang="en-IN"/>
          </a:p>
        </p:txBody>
      </p:sp>
      <p:pic>
        <p:nvPicPr>
          <p:cNvPr id="9" name="Picture 8">
            <a:extLst>
              <a:ext uri="{FF2B5EF4-FFF2-40B4-BE49-F238E27FC236}">
                <a16:creationId xmlns:a16="http://schemas.microsoft.com/office/drawing/2014/main" id="{53967A76-83C8-F167-0CC1-E0B81500464E}"/>
              </a:ext>
            </a:extLst>
          </p:cNvPr>
          <p:cNvPicPr>
            <a:picLocks noChangeAspect="1"/>
          </p:cNvPicPr>
          <p:nvPr/>
        </p:nvPicPr>
        <p:blipFill>
          <a:blip r:embed="rId3"/>
          <a:stretch>
            <a:fillRect/>
          </a:stretch>
        </p:blipFill>
        <p:spPr>
          <a:xfrm>
            <a:off x="750582" y="3993844"/>
            <a:ext cx="4308790" cy="632683"/>
          </a:xfrm>
          <a:prstGeom prst="rect">
            <a:avLst/>
          </a:prstGeom>
        </p:spPr>
      </p:pic>
      <p:pic>
        <p:nvPicPr>
          <p:cNvPr id="11" name="Picture 10">
            <a:extLst>
              <a:ext uri="{FF2B5EF4-FFF2-40B4-BE49-F238E27FC236}">
                <a16:creationId xmlns:a16="http://schemas.microsoft.com/office/drawing/2014/main" id="{4C1F5696-5DA6-8B8C-75E9-A43DFA468FDE}"/>
              </a:ext>
            </a:extLst>
          </p:cNvPr>
          <p:cNvPicPr>
            <a:picLocks noChangeAspect="1"/>
          </p:cNvPicPr>
          <p:nvPr/>
        </p:nvPicPr>
        <p:blipFill>
          <a:blip r:embed="rId4"/>
          <a:stretch>
            <a:fillRect/>
          </a:stretch>
        </p:blipFill>
        <p:spPr>
          <a:xfrm>
            <a:off x="750582" y="4822631"/>
            <a:ext cx="2295845" cy="504895"/>
          </a:xfrm>
          <a:prstGeom prst="rect">
            <a:avLst/>
          </a:prstGeom>
        </p:spPr>
      </p:pic>
      <p:sp>
        <p:nvSpPr>
          <p:cNvPr id="13" name="TextBox 12">
            <a:extLst>
              <a:ext uri="{FF2B5EF4-FFF2-40B4-BE49-F238E27FC236}">
                <a16:creationId xmlns:a16="http://schemas.microsoft.com/office/drawing/2014/main" id="{B05376F2-1B08-B2E5-A2AE-ED5C9543A125}"/>
              </a:ext>
            </a:extLst>
          </p:cNvPr>
          <p:cNvSpPr txBox="1"/>
          <p:nvPr/>
        </p:nvSpPr>
        <p:spPr>
          <a:xfrm>
            <a:off x="619432" y="5523630"/>
            <a:ext cx="6096000" cy="1200329"/>
          </a:xfrm>
          <a:prstGeom prst="rect">
            <a:avLst/>
          </a:prstGeom>
          <a:noFill/>
        </p:spPr>
        <p:txBody>
          <a:bodyPr wrap="square">
            <a:spAutoFit/>
          </a:bodyPr>
          <a:lstStyle/>
          <a:p>
            <a:pPr>
              <a:buFont typeface="Arial" panose="020B0604020202020204" pitchFamily="34" charset="0"/>
              <a:buChar char="•"/>
            </a:pPr>
            <a:r>
              <a:rPr lang="en-US" dirty="0"/>
              <a:t>The </a:t>
            </a:r>
            <a:r>
              <a:rPr lang="en-US" b="1" dirty="0"/>
              <a:t>Parent’s constructor still runs first</a:t>
            </a:r>
            <a:r>
              <a:rPr lang="en-US" dirty="0"/>
              <a:t>.</a:t>
            </a:r>
          </a:p>
          <a:p>
            <a:pPr>
              <a:buFont typeface="Arial" panose="020B0604020202020204" pitchFamily="34" charset="0"/>
              <a:buChar char="•"/>
            </a:pPr>
            <a:r>
              <a:rPr lang="en-US" dirty="0"/>
              <a:t>Why? Because Java automatically calls the parent constructor using: super();</a:t>
            </a:r>
          </a:p>
          <a:p>
            <a:endParaRPr lang="en-US" dirty="0"/>
          </a:p>
        </p:txBody>
      </p:sp>
    </p:spTree>
    <p:extLst>
      <p:ext uri="{BB962C8B-B14F-4D97-AF65-F5344CB8AC3E}">
        <p14:creationId xmlns:p14="http://schemas.microsoft.com/office/powerpoint/2010/main" val="4274708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97C69-6623-9DF6-C409-D75A791E7EDE}"/>
              </a:ext>
            </a:extLst>
          </p:cNvPr>
          <p:cNvSpPr>
            <a:spLocks noGrp="1"/>
          </p:cNvSpPr>
          <p:nvPr>
            <p:ph type="title"/>
          </p:nvPr>
        </p:nvSpPr>
        <p:spPr/>
        <p:txBody>
          <a:bodyPr/>
          <a:lstStyle/>
          <a:p>
            <a:pPr algn="ctr"/>
            <a:r>
              <a:rPr lang="en-US" b="1" dirty="0"/>
              <a:t>The constructor of the superclass can be invoked from the subclass</a:t>
            </a:r>
            <a:endParaRPr lang="en-IN" b="1" dirty="0"/>
          </a:p>
        </p:txBody>
      </p:sp>
      <p:sp>
        <p:nvSpPr>
          <p:cNvPr id="3" name="Content Placeholder 2">
            <a:extLst>
              <a:ext uri="{FF2B5EF4-FFF2-40B4-BE49-F238E27FC236}">
                <a16:creationId xmlns:a16="http://schemas.microsoft.com/office/drawing/2014/main" id="{9A358DB1-56B3-A1DB-1E67-A6D64DE26BAD}"/>
              </a:ext>
            </a:extLst>
          </p:cNvPr>
          <p:cNvSpPr>
            <a:spLocks noGrp="1"/>
          </p:cNvSpPr>
          <p:nvPr>
            <p:ph idx="1"/>
          </p:nvPr>
        </p:nvSpPr>
        <p:spPr/>
        <p:txBody>
          <a:bodyPr/>
          <a:lstStyle/>
          <a:p>
            <a:r>
              <a:rPr lang="en-US" dirty="0"/>
              <a:t>A child class can </a:t>
            </a:r>
            <a:r>
              <a:rPr lang="en-US" b="1" dirty="0"/>
              <a:t>explicitly call the parent’s constructor</a:t>
            </a:r>
            <a:r>
              <a:rPr lang="en-US" dirty="0"/>
              <a:t> using super().</a:t>
            </a:r>
          </a:p>
          <a:p>
            <a:endParaRPr lang="en-IN" dirty="0"/>
          </a:p>
        </p:txBody>
      </p:sp>
      <p:sp>
        <p:nvSpPr>
          <p:cNvPr id="4" name="Slide Number Placeholder 3">
            <a:extLst>
              <a:ext uri="{FF2B5EF4-FFF2-40B4-BE49-F238E27FC236}">
                <a16:creationId xmlns:a16="http://schemas.microsoft.com/office/drawing/2014/main" id="{E228925D-0225-4F84-7B2C-5DCC425E7121}"/>
              </a:ext>
            </a:extLst>
          </p:cNvPr>
          <p:cNvSpPr>
            <a:spLocks noGrp="1"/>
          </p:cNvSpPr>
          <p:nvPr>
            <p:ph type="sldNum" sz="quarter" idx="12"/>
          </p:nvPr>
        </p:nvSpPr>
        <p:spPr/>
        <p:txBody>
          <a:bodyPr/>
          <a:lstStyle/>
          <a:p>
            <a:fld id="{4DAC0951-10B0-4509-9BA5-FD8683A6F967}" type="slidenum">
              <a:rPr lang="en-IN" smtClean="0"/>
              <a:pPr/>
              <a:t>9</a:t>
            </a:fld>
            <a:endParaRPr lang="en-IN"/>
          </a:p>
        </p:txBody>
      </p:sp>
      <p:pic>
        <p:nvPicPr>
          <p:cNvPr id="6" name="Picture 5">
            <a:extLst>
              <a:ext uri="{FF2B5EF4-FFF2-40B4-BE49-F238E27FC236}">
                <a16:creationId xmlns:a16="http://schemas.microsoft.com/office/drawing/2014/main" id="{7B91675E-4E9C-E2A4-2D81-D1F9C5300521}"/>
              </a:ext>
            </a:extLst>
          </p:cNvPr>
          <p:cNvPicPr>
            <a:picLocks noChangeAspect="1"/>
          </p:cNvPicPr>
          <p:nvPr/>
        </p:nvPicPr>
        <p:blipFill>
          <a:blip r:embed="rId2"/>
          <a:stretch>
            <a:fillRect/>
          </a:stretch>
        </p:blipFill>
        <p:spPr>
          <a:xfrm>
            <a:off x="943820" y="2489785"/>
            <a:ext cx="5506218" cy="3353268"/>
          </a:xfrm>
          <a:prstGeom prst="rect">
            <a:avLst/>
          </a:prstGeom>
        </p:spPr>
      </p:pic>
      <p:pic>
        <p:nvPicPr>
          <p:cNvPr id="8" name="Picture 7">
            <a:extLst>
              <a:ext uri="{FF2B5EF4-FFF2-40B4-BE49-F238E27FC236}">
                <a16:creationId xmlns:a16="http://schemas.microsoft.com/office/drawing/2014/main" id="{DE3FB043-16B1-E7AB-01B5-0F3A1EB1BF15}"/>
              </a:ext>
            </a:extLst>
          </p:cNvPr>
          <p:cNvPicPr>
            <a:picLocks noChangeAspect="1"/>
          </p:cNvPicPr>
          <p:nvPr/>
        </p:nvPicPr>
        <p:blipFill>
          <a:blip r:embed="rId3"/>
          <a:stretch>
            <a:fillRect/>
          </a:stretch>
        </p:blipFill>
        <p:spPr>
          <a:xfrm>
            <a:off x="6847100" y="4964045"/>
            <a:ext cx="2365725" cy="879008"/>
          </a:xfrm>
          <a:prstGeom prst="rect">
            <a:avLst/>
          </a:prstGeom>
        </p:spPr>
      </p:pic>
      <p:sp>
        <p:nvSpPr>
          <p:cNvPr id="9" name="Rectangle 8">
            <a:extLst>
              <a:ext uri="{FF2B5EF4-FFF2-40B4-BE49-F238E27FC236}">
                <a16:creationId xmlns:a16="http://schemas.microsoft.com/office/drawing/2014/main" id="{50E1312B-9B68-299A-59FE-B9C7961CC15D}"/>
              </a:ext>
            </a:extLst>
          </p:cNvPr>
          <p:cNvSpPr/>
          <p:nvPr/>
        </p:nvSpPr>
        <p:spPr>
          <a:xfrm>
            <a:off x="6847100" y="4296697"/>
            <a:ext cx="2015613" cy="4621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a:t>
            </a:r>
            <a:endParaRPr lang="en-IN" dirty="0"/>
          </a:p>
        </p:txBody>
      </p:sp>
    </p:spTree>
    <p:extLst>
      <p:ext uri="{BB962C8B-B14F-4D97-AF65-F5344CB8AC3E}">
        <p14:creationId xmlns:p14="http://schemas.microsoft.com/office/powerpoint/2010/main" val="259656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5D0C4-91A6-4F6F-82A4-AB8906400E8C}"/>
              </a:ext>
            </a:extLst>
          </p:cNvPr>
          <p:cNvSpPr>
            <a:spLocks noGrp="1"/>
          </p:cNvSpPr>
          <p:nvPr>
            <p:ph type="title"/>
          </p:nvPr>
        </p:nvSpPr>
        <p:spPr>
          <a:xfrm>
            <a:off x="3436374" y="304522"/>
            <a:ext cx="7167716" cy="1037153"/>
          </a:xfrm>
        </p:spPr>
        <p:txBody>
          <a:bodyPr>
            <a:normAutofit/>
          </a:bodyPr>
          <a:lstStyle/>
          <a:p>
            <a:r>
              <a:rPr lang="en-IN" b="1">
                <a:solidFill>
                  <a:srgbClr val="C00000"/>
                </a:solidFill>
                <a:latin typeface="Arial Rounded MT Bold" panose="020F0704030504030204" pitchFamily="34" charset="0"/>
              </a:rPr>
              <a:t>Contents - Inheritance</a:t>
            </a:r>
          </a:p>
        </p:txBody>
      </p:sp>
      <p:sp>
        <p:nvSpPr>
          <p:cNvPr id="3" name="Content Placeholder 2">
            <a:extLst>
              <a:ext uri="{FF2B5EF4-FFF2-40B4-BE49-F238E27FC236}">
                <a16:creationId xmlns:a16="http://schemas.microsoft.com/office/drawing/2014/main" id="{55DE4E36-9622-4BC4-9DEC-E7A385560935}"/>
              </a:ext>
            </a:extLst>
          </p:cNvPr>
          <p:cNvSpPr>
            <a:spLocks noGrp="1"/>
          </p:cNvSpPr>
          <p:nvPr>
            <p:ph idx="1"/>
          </p:nvPr>
        </p:nvSpPr>
        <p:spPr>
          <a:xfrm>
            <a:off x="6486180" y="1341675"/>
            <a:ext cx="5056240" cy="4036378"/>
          </a:xfrm>
        </p:spPr>
        <p:txBody>
          <a:bodyPr>
            <a:noAutofit/>
          </a:bodyPr>
          <a:lstStyle/>
          <a:p>
            <a:pPr marL="457200" lvl="1" indent="0">
              <a:lnSpc>
                <a:spcPct val="80000"/>
              </a:lnSpc>
              <a:buNone/>
            </a:pPr>
            <a:endParaRPr lang="en-IN" sz="2800" dirty="0">
              <a:solidFill>
                <a:srgbClr val="0070C0"/>
              </a:solidFill>
              <a:latin typeface="Gill Sans MT" panose="020B0502020104020203" pitchFamily="34" charset="0"/>
            </a:endParaRPr>
          </a:p>
          <a:p>
            <a:pPr>
              <a:lnSpc>
                <a:spcPct val="80000"/>
              </a:lnSpc>
            </a:pPr>
            <a:r>
              <a:rPr lang="en-IN" dirty="0">
                <a:solidFill>
                  <a:srgbClr val="0070C0"/>
                </a:solidFill>
                <a:latin typeface="Gill Sans MT" panose="020B0502020104020203" pitchFamily="34" charset="0"/>
              </a:rPr>
              <a:t>IS-A Relationship</a:t>
            </a:r>
          </a:p>
          <a:p>
            <a:pPr>
              <a:lnSpc>
                <a:spcPct val="80000"/>
              </a:lnSpc>
            </a:pPr>
            <a:r>
              <a:rPr lang="en-IN" dirty="0">
                <a:solidFill>
                  <a:srgbClr val="0070C0"/>
                </a:solidFill>
                <a:latin typeface="Gill Sans MT" panose="020B0502020104020203" pitchFamily="34" charset="0"/>
              </a:rPr>
              <a:t>HAS-A Relationship</a:t>
            </a:r>
          </a:p>
          <a:p>
            <a:pPr>
              <a:lnSpc>
                <a:spcPct val="80000"/>
              </a:lnSpc>
            </a:pPr>
            <a:r>
              <a:rPr lang="en-IN" dirty="0">
                <a:solidFill>
                  <a:srgbClr val="0070C0"/>
                </a:solidFill>
                <a:latin typeface="Gill Sans MT" panose="020B0502020104020203" pitchFamily="34" charset="0"/>
              </a:rPr>
              <a:t>Single Inheritance</a:t>
            </a:r>
          </a:p>
          <a:p>
            <a:pPr>
              <a:lnSpc>
                <a:spcPct val="80000"/>
              </a:lnSpc>
            </a:pPr>
            <a:r>
              <a:rPr lang="en-IN" dirty="0">
                <a:solidFill>
                  <a:srgbClr val="0070C0"/>
                </a:solidFill>
                <a:latin typeface="Gill Sans MT" panose="020B0502020104020203" pitchFamily="34" charset="0"/>
              </a:rPr>
              <a:t>Multi level Inheritance</a:t>
            </a:r>
          </a:p>
          <a:p>
            <a:pPr>
              <a:lnSpc>
                <a:spcPct val="80000"/>
              </a:lnSpc>
            </a:pPr>
            <a:r>
              <a:rPr lang="en-IN" dirty="0">
                <a:solidFill>
                  <a:srgbClr val="0070C0"/>
                </a:solidFill>
                <a:latin typeface="Gill Sans MT" panose="020B0502020104020203" pitchFamily="34" charset="0"/>
              </a:rPr>
              <a:t>Hierarchical Inheritance</a:t>
            </a:r>
          </a:p>
          <a:p>
            <a:pPr>
              <a:lnSpc>
                <a:spcPct val="80000"/>
              </a:lnSpc>
            </a:pPr>
            <a:r>
              <a:rPr lang="en-IN" dirty="0">
                <a:solidFill>
                  <a:srgbClr val="0070C0"/>
                </a:solidFill>
                <a:latin typeface="Gill Sans MT" panose="020B0502020104020203" pitchFamily="34" charset="0"/>
              </a:rPr>
              <a:t>Hybrid Inheritance</a:t>
            </a:r>
          </a:p>
          <a:p>
            <a:pPr>
              <a:lnSpc>
                <a:spcPct val="80000"/>
              </a:lnSpc>
            </a:pPr>
            <a:r>
              <a:rPr lang="en-IN" dirty="0">
                <a:solidFill>
                  <a:srgbClr val="0070C0"/>
                </a:solidFill>
                <a:latin typeface="Gill Sans MT" panose="020B0502020104020203" pitchFamily="34" charset="0"/>
              </a:rPr>
              <a:t>Rules of Inheritance in JAVA</a:t>
            </a:r>
          </a:p>
          <a:p>
            <a:pPr>
              <a:lnSpc>
                <a:spcPct val="80000"/>
              </a:lnSpc>
            </a:pPr>
            <a:endParaRPr lang="en-IN" dirty="0">
              <a:solidFill>
                <a:srgbClr val="0070C0"/>
              </a:solidFill>
              <a:latin typeface="Gill Sans MT" panose="020B0502020104020203" pitchFamily="34" charset="0"/>
            </a:endParaRPr>
          </a:p>
          <a:p>
            <a:pPr>
              <a:lnSpc>
                <a:spcPct val="80000"/>
              </a:lnSpc>
            </a:pPr>
            <a:endParaRPr lang="en-IN" dirty="0">
              <a:solidFill>
                <a:srgbClr val="0070C0"/>
              </a:solidFill>
              <a:latin typeface="Gill Sans MT" panose="020B0502020104020203" pitchFamily="34" charset="0"/>
            </a:endParaRPr>
          </a:p>
          <a:p>
            <a:pPr lvl="1">
              <a:lnSpc>
                <a:spcPct val="80000"/>
              </a:lnSpc>
            </a:pPr>
            <a:endParaRPr lang="en-IN" sz="2800" dirty="0">
              <a:solidFill>
                <a:srgbClr val="0070C0"/>
              </a:solidFill>
              <a:latin typeface="Gill Sans MT" panose="020B0502020104020203" pitchFamily="34" charset="0"/>
            </a:endParaRPr>
          </a:p>
          <a:p>
            <a:pPr>
              <a:lnSpc>
                <a:spcPct val="80000"/>
              </a:lnSpc>
            </a:pPr>
            <a:endParaRPr lang="en-IN" dirty="0">
              <a:solidFill>
                <a:srgbClr val="0070C0"/>
              </a:solidFill>
              <a:latin typeface="Gill Sans MT" panose="020B0502020104020203" pitchFamily="34" charset="0"/>
            </a:endParaRPr>
          </a:p>
          <a:p>
            <a:pPr>
              <a:lnSpc>
                <a:spcPct val="80000"/>
              </a:lnSpc>
            </a:pPr>
            <a:endParaRPr lang="en-IN" dirty="0">
              <a:solidFill>
                <a:srgbClr val="0070C0"/>
              </a:solidFill>
              <a:latin typeface="Gill Sans MT" panose="020B0502020104020203" pitchFamily="34" charset="0"/>
            </a:endParaRPr>
          </a:p>
          <a:p>
            <a:pPr>
              <a:lnSpc>
                <a:spcPct val="80000"/>
              </a:lnSpc>
            </a:pPr>
            <a:endParaRPr lang="en-IN" dirty="0">
              <a:solidFill>
                <a:srgbClr val="0070C0"/>
              </a:solidFill>
              <a:latin typeface="Gill Sans MT" panose="020B0502020104020203" pitchFamily="34" charset="0"/>
            </a:endParaRPr>
          </a:p>
          <a:p>
            <a:pPr>
              <a:lnSpc>
                <a:spcPct val="80000"/>
              </a:lnSpc>
            </a:pPr>
            <a:endParaRPr lang="en-IN" dirty="0">
              <a:solidFill>
                <a:srgbClr val="0070C0"/>
              </a:solidFill>
              <a:latin typeface="Gill Sans MT" panose="020B0502020104020203" pitchFamily="34" charset="0"/>
            </a:endParaRPr>
          </a:p>
          <a:p>
            <a:pPr>
              <a:lnSpc>
                <a:spcPct val="80000"/>
              </a:lnSpc>
            </a:pPr>
            <a:endParaRPr lang="en-IN" dirty="0">
              <a:solidFill>
                <a:srgbClr val="0070C0"/>
              </a:solidFill>
              <a:latin typeface="Gill Sans MT" panose="020B0502020104020203" pitchFamily="34" charset="0"/>
            </a:endParaRPr>
          </a:p>
          <a:p>
            <a:pPr>
              <a:lnSpc>
                <a:spcPct val="80000"/>
              </a:lnSpc>
            </a:pPr>
            <a:endParaRPr lang="en-IN" dirty="0">
              <a:solidFill>
                <a:srgbClr val="0070C0"/>
              </a:solidFill>
              <a:latin typeface="Gill Sans MT" panose="020B0502020104020203" pitchFamily="34" charset="0"/>
            </a:endParaRPr>
          </a:p>
          <a:p>
            <a:pPr>
              <a:lnSpc>
                <a:spcPct val="80000"/>
              </a:lnSpc>
            </a:pPr>
            <a:endParaRPr lang="en-IN" dirty="0">
              <a:solidFill>
                <a:srgbClr val="0070C0"/>
              </a:solidFill>
              <a:latin typeface="Gill Sans MT" panose="020B0502020104020203" pitchFamily="34" charset="0"/>
            </a:endParaRPr>
          </a:p>
        </p:txBody>
      </p:sp>
      <p:sp>
        <p:nvSpPr>
          <p:cNvPr id="4" name="Slide Number Placeholder 3">
            <a:extLst>
              <a:ext uri="{FF2B5EF4-FFF2-40B4-BE49-F238E27FC236}">
                <a16:creationId xmlns:a16="http://schemas.microsoft.com/office/drawing/2014/main" id="{0C22DB99-D9E4-4FC8-83E0-5BF45619E1A7}"/>
              </a:ext>
            </a:extLst>
          </p:cNvPr>
          <p:cNvSpPr>
            <a:spLocks noGrp="1"/>
          </p:cNvSpPr>
          <p:nvPr>
            <p:ph type="sldNum" sz="quarter" idx="12"/>
          </p:nvPr>
        </p:nvSpPr>
        <p:spPr/>
        <p:txBody>
          <a:bodyPr/>
          <a:lstStyle/>
          <a:p>
            <a:fld id="{4DAC0951-10B0-4509-9BA5-FD8683A6F967}" type="slidenum">
              <a:rPr lang="en-IN" smtClean="0"/>
              <a:pPr/>
              <a:t>10</a:t>
            </a:fld>
            <a:endParaRPr lang="en-IN"/>
          </a:p>
        </p:txBody>
      </p:sp>
      <p:pic>
        <p:nvPicPr>
          <p:cNvPr id="17" name="Picture 16">
            <a:extLst>
              <a:ext uri="{FF2B5EF4-FFF2-40B4-BE49-F238E27FC236}">
                <a16:creationId xmlns:a16="http://schemas.microsoft.com/office/drawing/2014/main" id="{04FF4C17-FAD4-4370-9248-F92C43F957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580" y="1046467"/>
            <a:ext cx="4394367" cy="5390424"/>
          </a:xfrm>
          <a:prstGeom prst="rect">
            <a:avLst/>
          </a:prstGeom>
        </p:spPr>
      </p:pic>
    </p:spTree>
    <p:extLst>
      <p:ext uri="{BB962C8B-B14F-4D97-AF65-F5344CB8AC3E}">
        <p14:creationId xmlns:p14="http://schemas.microsoft.com/office/powerpoint/2010/main" val="1359749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1047-9D78-EE31-8E38-E60AE3FBBDE4}"/>
              </a:ext>
            </a:extLst>
          </p:cNvPr>
          <p:cNvSpPr>
            <a:spLocks noGrp="1"/>
          </p:cNvSpPr>
          <p:nvPr>
            <p:ph type="title"/>
          </p:nvPr>
        </p:nvSpPr>
        <p:spPr/>
        <p:txBody>
          <a:bodyPr/>
          <a:lstStyle/>
          <a:p>
            <a:r>
              <a:rPr lang="en-IN" b="1" dirty="0"/>
              <a:t>IS-A Relationship</a:t>
            </a:r>
          </a:p>
        </p:txBody>
      </p:sp>
      <p:sp>
        <p:nvSpPr>
          <p:cNvPr id="3" name="Content Placeholder 2">
            <a:extLst>
              <a:ext uri="{FF2B5EF4-FFF2-40B4-BE49-F238E27FC236}">
                <a16:creationId xmlns:a16="http://schemas.microsoft.com/office/drawing/2014/main" id="{0AA8E640-F721-95A3-92F5-D55C791F3D8C}"/>
              </a:ext>
            </a:extLst>
          </p:cNvPr>
          <p:cNvSpPr>
            <a:spLocks noGrp="1"/>
          </p:cNvSpPr>
          <p:nvPr>
            <p:ph idx="1"/>
          </p:nvPr>
        </p:nvSpPr>
        <p:spPr/>
        <p:txBody>
          <a:bodyPr/>
          <a:lstStyle/>
          <a:p>
            <a:r>
              <a:rPr lang="en-US" dirty="0"/>
              <a:t>Represents inheritance</a:t>
            </a:r>
          </a:p>
          <a:p>
            <a:r>
              <a:rPr lang="en-US" dirty="0"/>
              <a:t>One class is a type of another class</a:t>
            </a:r>
          </a:p>
          <a:p>
            <a:r>
              <a:rPr lang="en-US" dirty="0"/>
              <a:t>Uses keywords like extends (in Java)</a:t>
            </a:r>
            <a:endParaRPr lang="en-IN" dirty="0"/>
          </a:p>
        </p:txBody>
      </p:sp>
      <p:sp>
        <p:nvSpPr>
          <p:cNvPr id="4" name="Slide Number Placeholder 3">
            <a:extLst>
              <a:ext uri="{FF2B5EF4-FFF2-40B4-BE49-F238E27FC236}">
                <a16:creationId xmlns:a16="http://schemas.microsoft.com/office/drawing/2014/main" id="{26B574B0-AA04-74A8-CA56-0B065445F49A}"/>
              </a:ext>
            </a:extLst>
          </p:cNvPr>
          <p:cNvSpPr>
            <a:spLocks noGrp="1"/>
          </p:cNvSpPr>
          <p:nvPr>
            <p:ph type="sldNum" sz="quarter" idx="12"/>
          </p:nvPr>
        </p:nvSpPr>
        <p:spPr/>
        <p:txBody>
          <a:bodyPr/>
          <a:lstStyle/>
          <a:p>
            <a:fld id="{4DAC0951-10B0-4509-9BA5-FD8683A6F967}" type="slidenum">
              <a:rPr lang="en-IN" smtClean="0"/>
              <a:pPr/>
              <a:t>11</a:t>
            </a:fld>
            <a:endParaRPr lang="en-IN"/>
          </a:p>
        </p:txBody>
      </p:sp>
      <p:pic>
        <p:nvPicPr>
          <p:cNvPr id="7" name="Picture 6">
            <a:extLst>
              <a:ext uri="{FF2B5EF4-FFF2-40B4-BE49-F238E27FC236}">
                <a16:creationId xmlns:a16="http://schemas.microsoft.com/office/drawing/2014/main" id="{C6CE740A-8F33-6802-AB45-10EA20E889E0}"/>
              </a:ext>
            </a:extLst>
          </p:cNvPr>
          <p:cNvPicPr>
            <a:picLocks noChangeAspect="1"/>
          </p:cNvPicPr>
          <p:nvPr/>
        </p:nvPicPr>
        <p:blipFill>
          <a:blip r:embed="rId2"/>
          <a:stretch>
            <a:fillRect/>
          </a:stretch>
        </p:blipFill>
        <p:spPr>
          <a:xfrm>
            <a:off x="956562" y="3429000"/>
            <a:ext cx="4523103" cy="1210645"/>
          </a:xfrm>
          <a:prstGeom prst="rect">
            <a:avLst/>
          </a:prstGeom>
        </p:spPr>
      </p:pic>
      <p:sp>
        <p:nvSpPr>
          <p:cNvPr id="9" name="TextBox 8">
            <a:extLst>
              <a:ext uri="{FF2B5EF4-FFF2-40B4-BE49-F238E27FC236}">
                <a16:creationId xmlns:a16="http://schemas.microsoft.com/office/drawing/2014/main" id="{1F68F135-DD14-018A-D29F-D3C7A8A866A3}"/>
              </a:ext>
            </a:extLst>
          </p:cNvPr>
          <p:cNvSpPr txBox="1"/>
          <p:nvPr/>
        </p:nvSpPr>
        <p:spPr>
          <a:xfrm>
            <a:off x="956562" y="4950481"/>
            <a:ext cx="6096000" cy="369332"/>
          </a:xfrm>
          <a:prstGeom prst="rect">
            <a:avLst/>
          </a:prstGeom>
          <a:noFill/>
        </p:spPr>
        <p:txBody>
          <a:bodyPr wrap="square">
            <a:spAutoFit/>
          </a:bodyPr>
          <a:lstStyle/>
          <a:p>
            <a:r>
              <a:rPr lang="en-IN" dirty="0"/>
              <a:t>A </a:t>
            </a:r>
            <a:r>
              <a:rPr lang="en-IN" b="1" dirty="0"/>
              <a:t>Dog IS-A Animal</a:t>
            </a:r>
            <a:endParaRPr lang="en-IN" dirty="0"/>
          </a:p>
        </p:txBody>
      </p:sp>
    </p:spTree>
    <p:extLst>
      <p:ext uri="{BB962C8B-B14F-4D97-AF65-F5344CB8AC3E}">
        <p14:creationId xmlns:p14="http://schemas.microsoft.com/office/powerpoint/2010/main" val="644695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9D195-B62D-9C7B-BA82-84A8E401F5EC}"/>
              </a:ext>
            </a:extLst>
          </p:cNvPr>
          <p:cNvSpPr>
            <a:spLocks noGrp="1"/>
          </p:cNvSpPr>
          <p:nvPr>
            <p:ph type="title"/>
          </p:nvPr>
        </p:nvSpPr>
        <p:spPr/>
        <p:txBody>
          <a:bodyPr/>
          <a:lstStyle/>
          <a:p>
            <a:r>
              <a:rPr lang="en-IN" b="1" dirty="0"/>
              <a:t>HAS-A Relationship</a:t>
            </a:r>
            <a:endParaRPr lang="en-IN" dirty="0"/>
          </a:p>
        </p:txBody>
      </p:sp>
      <p:sp>
        <p:nvSpPr>
          <p:cNvPr id="3" name="Content Placeholder 2">
            <a:extLst>
              <a:ext uri="{FF2B5EF4-FFF2-40B4-BE49-F238E27FC236}">
                <a16:creationId xmlns:a16="http://schemas.microsoft.com/office/drawing/2014/main" id="{DD6ED2F0-601A-3851-B4B8-4B0922ED6E7B}"/>
              </a:ext>
            </a:extLst>
          </p:cNvPr>
          <p:cNvSpPr>
            <a:spLocks noGrp="1"/>
          </p:cNvSpPr>
          <p:nvPr>
            <p:ph idx="1"/>
          </p:nvPr>
        </p:nvSpPr>
        <p:spPr/>
        <p:txBody>
          <a:bodyPr/>
          <a:lstStyle/>
          <a:p>
            <a:r>
              <a:rPr lang="en-US" dirty="0"/>
              <a:t>Represents association / composition</a:t>
            </a:r>
          </a:p>
          <a:p>
            <a:r>
              <a:rPr lang="en-US" dirty="0"/>
              <a:t>One class contains another class as a part</a:t>
            </a:r>
          </a:p>
          <a:p>
            <a:r>
              <a:rPr lang="en-US" dirty="0"/>
              <a:t>Uses objects as instance variables</a:t>
            </a:r>
            <a:endParaRPr lang="en-IN" dirty="0"/>
          </a:p>
        </p:txBody>
      </p:sp>
      <p:sp>
        <p:nvSpPr>
          <p:cNvPr id="4" name="Slide Number Placeholder 3">
            <a:extLst>
              <a:ext uri="{FF2B5EF4-FFF2-40B4-BE49-F238E27FC236}">
                <a16:creationId xmlns:a16="http://schemas.microsoft.com/office/drawing/2014/main" id="{0B3B5089-5279-BFB1-3CF7-AA87F0F0D13A}"/>
              </a:ext>
            </a:extLst>
          </p:cNvPr>
          <p:cNvSpPr>
            <a:spLocks noGrp="1"/>
          </p:cNvSpPr>
          <p:nvPr>
            <p:ph type="sldNum" sz="quarter" idx="12"/>
          </p:nvPr>
        </p:nvSpPr>
        <p:spPr/>
        <p:txBody>
          <a:bodyPr/>
          <a:lstStyle/>
          <a:p>
            <a:fld id="{4DAC0951-10B0-4509-9BA5-FD8683A6F967}" type="slidenum">
              <a:rPr lang="en-IN" smtClean="0"/>
              <a:pPr/>
              <a:t>12</a:t>
            </a:fld>
            <a:endParaRPr lang="en-IN"/>
          </a:p>
        </p:txBody>
      </p:sp>
      <p:pic>
        <p:nvPicPr>
          <p:cNvPr id="7" name="Picture 6">
            <a:extLst>
              <a:ext uri="{FF2B5EF4-FFF2-40B4-BE49-F238E27FC236}">
                <a16:creationId xmlns:a16="http://schemas.microsoft.com/office/drawing/2014/main" id="{F656790A-0467-5945-C77C-3F29C7B6E724}"/>
              </a:ext>
            </a:extLst>
          </p:cNvPr>
          <p:cNvPicPr>
            <a:picLocks noChangeAspect="1"/>
          </p:cNvPicPr>
          <p:nvPr/>
        </p:nvPicPr>
        <p:blipFill>
          <a:blip r:embed="rId2"/>
          <a:stretch>
            <a:fillRect/>
          </a:stretch>
        </p:blipFill>
        <p:spPr>
          <a:xfrm>
            <a:off x="838200" y="3536896"/>
            <a:ext cx="4961225" cy="2313298"/>
          </a:xfrm>
          <a:prstGeom prst="rect">
            <a:avLst/>
          </a:prstGeom>
        </p:spPr>
      </p:pic>
      <p:sp>
        <p:nvSpPr>
          <p:cNvPr id="9" name="TextBox 8">
            <a:extLst>
              <a:ext uri="{FF2B5EF4-FFF2-40B4-BE49-F238E27FC236}">
                <a16:creationId xmlns:a16="http://schemas.microsoft.com/office/drawing/2014/main" id="{26CC7E43-89CD-CC85-98BA-2487F5F1C2BF}"/>
              </a:ext>
            </a:extLst>
          </p:cNvPr>
          <p:cNvSpPr txBox="1"/>
          <p:nvPr/>
        </p:nvSpPr>
        <p:spPr>
          <a:xfrm>
            <a:off x="838200" y="5971016"/>
            <a:ext cx="6096000" cy="369332"/>
          </a:xfrm>
          <a:prstGeom prst="rect">
            <a:avLst/>
          </a:prstGeom>
          <a:noFill/>
        </p:spPr>
        <p:txBody>
          <a:bodyPr wrap="square">
            <a:spAutoFit/>
          </a:bodyPr>
          <a:lstStyle/>
          <a:p>
            <a:r>
              <a:rPr lang="en-IN" dirty="0"/>
              <a:t>A </a:t>
            </a:r>
            <a:r>
              <a:rPr lang="en-IN" b="1" dirty="0"/>
              <a:t>Car HAS-A Engine</a:t>
            </a:r>
            <a:endParaRPr lang="en-IN" dirty="0"/>
          </a:p>
        </p:txBody>
      </p:sp>
      <p:sp>
        <p:nvSpPr>
          <p:cNvPr id="57" name="TextBox 56">
            <a:extLst>
              <a:ext uri="{FF2B5EF4-FFF2-40B4-BE49-F238E27FC236}">
                <a16:creationId xmlns:a16="http://schemas.microsoft.com/office/drawing/2014/main" id="{C7FA5177-2997-880B-A7B1-3904A55D651B}"/>
              </a:ext>
            </a:extLst>
          </p:cNvPr>
          <p:cNvSpPr txBox="1"/>
          <p:nvPr/>
        </p:nvSpPr>
        <p:spPr>
          <a:xfrm>
            <a:off x="6096000" y="5145298"/>
            <a:ext cx="5506065" cy="880369"/>
          </a:xfrm>
          <a:prstGeom prst="rect">
            <a:avLst/>
          </a:prstGeom>
          <a:noFill/>
        </p:spPr>
        <p:txBody>
          <a:bodyPr wrap="square">
            <a:spAutoFit/>
          </a:bodyPr>
          <a:lstStyle/>
          <a:p>
            <a:pPr>
              <a:lnSpc>
                <a:spcPct val="150000"/>
              </a:lnSpc>
              <a:buFont typeface="Arial" panose="020B0604020202020204" pitchFamily="34" charset="0"/>
              <a:buChar char="•"/>
            </a:pPr>
            <a:r>
              <a:rPr lang="en-US" b="1" dirty="0"/>
              <a:t>IS-A → inheritance (type relationship)</a:t>
            </a:r>
            <a:endParaRPr lang="en-US" dirty="0"/>
          </a:p>
          <a:p>
            <a:pPr>
              <a:lnSpc>
                <a:spcPct val="150000"/>
              </a:lnSpc>
              <a:buFont typeface="Arial" panose="020B0604020202020204" pitchFamily="34" charset="0"/>
              <a:buChar char="•"/>
            </a:pPr>
            <a:r>
              <a:rPr lang="en-US" b="1" dirty="0"/>
              <a:t>HAS-A → containment (ownership relationship)</a:t>
            </a:r>
            <a:endParaRPr lang="en-US" dirty="0"/>
          </a:p>
        </p:txBody>
      </p:sp>
      <p:pic>
        <p:nvPicPr>
          <p:cNvPr id="59" name="Picture 58">
            <a:extLst>
              <a:ext uri="{FF2B5EF4-FFF2-40B4-BE49-F238E27FC236}">
                <a16:creationId xmlns:a16="http://schemas.microsoft.com/office/drawing/2014/main" id="{304169DE-8EAB-7484-26CD-DC8DD0ED6CB8}"/>
              </a:ext>
            </a:extLst>
          </p:cNvPr>
          <p:cNvPicPr>
            <a:picLocks noChangeAspect="1"/>
          </p:cNvPicPr>
          <p:nvPr/>
        </p:nvPicPr>
        <p:blipFill>
          <a:blip r:embed="rId3"/>
          <a:stretch>
            <a:fillRect/>
          </a:stretch>
        </p:blipFill>
        <p:spPr>
          <a:xfrm>
            <a:off x="8239610" y="1646238"/>
            <a:ext cx="2821680" cy="1701735"/>
          </a:xfrm>
          <a:prstGeom prst="rect">
            <a:avLst/>
          </a:prstGeom>
        </p:spPr>
      </p:pic>
    </p:spTree>
    <p:extLst>
      <p:ext uri="{BB962C8B-B14F-4D97-AF65-F5344CB8AC3E}">
        <p14:creationId xmlns:p14="http://schemas.microsoft.com/office/powerpoint/2010/main" val="415768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AC9FB-E100-4C53-87B5-48624480BCE2}"/>
              </a:ext>
            </a:extLst>
          </p:cNvPr>
          <p:cNvSpPr>
            <a:spLocks noGrp="1"/>
          </p:cNvSpPr>
          <p:nvPr>
            <p:ph type="title"/>
          </p:nvPr>
        </p:nvSpPr>
        <p:spPr>
          <a:xfrm>
            <a:off x="291123" y="159971"/>
            <a:ext cx="10515600" cy="1325563"/>
          </a:xfrm>
        </p:spPr>
        <p:txBody>
          <a:bodyPr/>
          <a:lstStyle/>
          <a:p>
            <a:r>
              <a:rPr lang="en-IN" b="1">
                <a:solidFill>
                  <a:srgbClr val="C00000"/>
                </a:solidFill>
                <a:latin typeface="Arial Rounded MT Bold" panose="020F0704030504030204" pitchFamily="34" charset="0"/>
              </a:rPr>
              <a:t>IS-A Relationship</a:t>
            </a:r>
          </a:p>
        </p:txBody>
      </p:sp>
      <p:sp>
        <p:nvSpPr>
          <p:cNvPr id="4" name="Slide Number Placeholder 3">
            <a:extLst>
              <a:ext uri="{FF2B5EF4-FFF2-40B4-BE49-F238E27FC236}">
                <a16:creationId xmlns:a16="http://schemas.microsoft.com/office/drawing/2014/main" id="{5E6F6F51-DB32-47FA-829E-E3F6C559DDA1}"/>
              </a:ext>
            </a:extLst>
          </p:cNvPr>
          <p:cNvSpPr>
            <a:spLocks noGrp="1"/>
          </p:cNvSpPr>
          <p:nvPr>
            <p:ph type="sldNum" sz="quarter" idx="12"/>
          </p:nvPr>
        </p:nvSpPr>
        <p:spPr/>
        <p:txBody>
          <a:bodyPr/>
          <a:lstStyle/>
          <a:p>
            <a:fld id="{4DAC0951-10B0-4509-9BA5-FD8683A6F967}" type="slidenum">
              <a:rPr lang="en-IN" smtClean="0"/>
              <a:pPr/>
              <a:t>13</a:t>
            </a:fld>
            <a:endParaRPr lang="en-IN"/>
          </a:p>
        </p:txBody>
      </p:sp>
      <p:sp>
        <p:nvSpPr>
          <p:cNvPr id="5" name="Content Placeholder 2">
            <a:extLst>
              <a:ext uri="{FF2B5EF4-FFF2-40B4-BE49-F238E27FC236}">
                <a16:creationId xmlns:a16="http://schemas.microsoft.com/office/drawing/2014/main" id="{FB8C14DA-EA30-4317-B860-F3B940AD5375}"/>
              </a:ext>
            </a:extLst>
          </p:cNvPr>
          <p:cNvSpPr txBox="1">
            <a:spLocks/>
          </p:cNvSpPr>
          <p:nvPr/>
        </p:nvSpPr>
        <p:spPr>
          <a:xfrm>
            <a:off x="291280" y="1690687"/>
            <a:ext cx="5632658" cy="5030787"/>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solidFill>
                  <a:schemeClr val="accent1"/>
                </a:solidFill>
                <a:latin typeface="Consolas" panose="020B0609020204030204" pitchFamily="49" charset="0"/>
              </a:rPr>
              <a:t>public class </a:t>
            </a:r>
            <a:r>
              <a:rPr lang="en-US" sz="1800">
                <a:latin typeface="Consolas" panose="020B0609020204030204" pitchFamily="49" charset="0"/>
              </a:rPr>
              <a:t>Animal {</a:t>
            </a:r>
          </a:p>
          <a:p>
            <a:pPr marL="0" indent="0">
              <a:buNone/>
            </a:pPr>
            <a:r>
              <a:rPr lang="en-US" sz="1800">
                <a:latin typeface="Consolas" panose="020B0609020204030204" pitchFamily="49" charset="0"/>
              </a:rPr>
              <a:t>}</a:t>
            </a:r>
          </a:p>
          <a:p>
            <a:pPr marL="0" indent="0">
              <a:buNone/>
            </a:pPr>
            <a:endParaRPr lang="en-US" sz="1800">
              <a:latin typeface="Consolas" panose="020B0609020204030204" pitchFamily="49" charset="0"/>
            </a:endParaRPr>
          </a:p>
          <a:p>
            <a:pPr marL="0" indent="0">
              <a:buNone/>
            </a:pPr>
            <a:r>
              <a:rPr lang="en-US" sz="1800">
                <a:solidFill>
                  <a:schemeClr val="accent1"/>
                </a:solidFill>
                <a:latin typeface="Consolas" panose="020B0609020204030204" pitchFamily="49" charset="0"/>
              </a:rPr>
              <a:t>public class </a:t>
            </a:r>
            <a:r>
              <a:rPr lang="en-US" sz="1800">
                <a:latin typeface="Consolas" panose="020B0609020204030204" pitchFamily="49" charset="0"/>
              </a:rPr>
              <a:t>Mammal </a:t>
            </a:r>
            <a:r>
              <a:rPr lang="en-US" sz="1800">
                <a:solidFill>
                  <a:srgbClr val="C00000"/>
                </a:solidFill>
                <a:latin typeface="Consolas" panose="020B0609020204030204" pitchFamily="49" charset="0"/>
              </a:rPr>
              <a:t>extends</a:t>
            </a:r>
            <a:r>
              <a:rPr lang="en-US" sz="1800">
                <a:latin typeface="Consolas" panose="020B0609020204030204" pitchFamily="49" charset="0"/>
              </a:rPr>
              <a:t> Animal {</a:t>
            </a:r>
          </a:p>
          <a:p>
            <a:pPr marL="0" indent="0">
              <a:buNone/>
            </a:pPr>
            <a:r>
              <a:rPr lang="en-US" sz="1800">
                <a:latin typeface="Consolas" panose="020B0609020204030204" pitchFamily="49" charset="0"/>
              </a:rPr>
              <a:t>}</a:t>
            </a:r>
          </a:p>
          <a:p>
            <a:pPr marL="0" indent="0">
              <a:buNone/>
            </a:pPr>
            <a:endParaRPr lang="en-US" sz="1800">
              <a:latin typeface="Consolas" panose="020B0609020204030204" pitchFamily="49" charset="0"/>
            </a:endParaRPr>
          </a:p>
          <a:p>
            <a:pPr marL="0" indent="0">
              <a:buNone/>
            </a:pPr>
            <a:r>
              <a:rPr lang="en-US" sz="1800">
                <a:solidFill>
                  <a:schemeClr val="accent1"/>
                </a:solidFill>
                <a:latin typeface="Consolas" panose="020B0609020204030204" pitchFamily="49" charset="0"/>
              </a:rPr>
              <a:t>public class </a:t>
            </a:r>
            <a:r>
              <a:rPr lang="en-US" sz="1800">
                <a:latin typeface="Consolas" panose="020B0609020204030204" pitchFamily="49" charset="0"/>
              </a:rPr>
              <a:t>Reptile </a:t>
            </a:r>
            <a:r>
              <a:rPr lang="en-US" sz="1800">
                <a:solidFill>
                  <a:srgbClr val="C00000"/>
                </a:solidFill>
                <a:latin typeface="Consolas" panose="020B0609020204030204" pitchFamily="49" charset="0"/>
              </a:rPr>
              <a:t>extends</a:t>
            </a:r>
            <a:r>
              <a:rPr lang="en-US" sz="1800">
                <a:latin typeface="Consolas" panose="020B0609020204030204" pitchFamily="49" charset="0"/>
              </a:rPr>
              <a:t> Animal {</a:t>
            </a:r>
          </a:p>
          <a:p>
            <a:pPr marL="0" indent="0">
              <a:buNone/>
            </a:pPr>
            <a:r>
              <a:rPr lang="en-US" sz="1800">
                <a:latin typeface="Consolas" panose="020B0609020204030204" pitchFamily="49" charset="0"/>
              </a:rPr>
              <a:t>}</a:t>
            </a:r>
          </a:p>
          <a:p>
            <a:pPr marL="0" indent="0">
              <a:buNone/>
            </a:pPr>
            <a:endParaRPr lang="en-US" sz="1800">
              <a:latin typeface="Consolas" panose="020B0609020204030204" pitchFamily="49" charset="0"/>
            </a:endParaRPr>
          </a:p>
          <a:p>
            <a:pPr marL="0" indent="0">
              <a:buNone/>
            </a:pPr>
            <a:r>
              <a:rPr lang="en-US" sz="1800">
                <a:solidFill>
                  <a:schemeClr val="accent1"/>
                </a:solidFill>
                <a:latin typeface="Consolas" panose="020B0609020204030204" pitchFamily="49" charset="0"/>
              </a:rPr>
              <a:t>public class </a:t>
            </a:r>
            <a:r>
              <a:rPr lang="en-US" sz="1800">
                <a:latin typeface="Consolas" panose="020B0609020204030204" pitchFamily="49" charset="0"/>
              </a:rPr>
              <a:t>Dog </a:t>
            </a:r>
            <a:r>
              <a:rPr lang="en-US" sz="1800">
                <a:solidFill>
                  <a:srgbClr val="C00000"/>
                </a:solidFill>
                <a:latin typeface="Consolas" panose="020B0609020204030204" pitchFamily="49" charset="0"/>
              </a:rPr>
              <a:t>extends</a:t>
            </a:r>
            <a:r>
              <a:rPr lang="en-US" sz="1800">
                <a:latin typeface="Consolas" panose="020B0609020204030204" pitchFamily="49" charset="0"/>
              </a:rPr>
              <a:t> Mammal {</a:t>
            </a:r>
          </a:p>
          <a:p>
            <a:pPr marL="0" indent="0">
              <a:buNone/>
            </a:pPr>
            <a:r>
              <a:rPr lang="en-US" sz="1800">
                <a:latin typeface="Consolas" panose="020B0609020204030204" pitchFamily="49" charset="0"/>
              </a:rPr>
              <a:t>}</a:t>
            </a:r>
            <a:endParaRPr lang="en-IN" sz="1800">
              <a:latin typeface="Consolas" panose="020B0609020204030204" pitchFamily="49" charset="0"/>
            </a:endParaRPr>
          </a:p>
        </p:txBody>
      </p:sp>
      <p:sp>
        <p:nvSpPr>
          <p:cNvPr id="7" name="TextBox 6">
            <a:extLst>
              <a:ext uri="{FF2B5EF4-FFF2-40B4-BE49-F238E27FC236}">
                <a16:creationId xmlns:a16="http://schemas.microsoft.com/office/drawing/2014/main" id="{62EEB4D2-0BA6-46EF-94DA-7EA76A8845E2}"/>
              </a:ext>
            </a:extLst>
          </p:cNvPr>
          <p:cNvSpPr txBox="1"/>
          <p:nvPr/>
        </p:nvSpPr>
        <p:spPr>
          <a:xfrm>
            <a:off x="6170829" y="274208"/>
            <a:ext cx="5742278" cy="1477328"/>
          </a:xfrm>
          <a:prstGeom prst="rect">
            <a:avLst/>
          </a:prstGeom>
          <a:noFill/>
          <a:ln>
            <a:solidFill>
              <a:srgbClr val="FF0000"/>
            </a:solidFill>
          </a:ln>
        </p:spPr>
        <p:txBody>
          <a:bodyPr wrap="none" rtlCol="0">
            <a:spAutoFit/>
          </a:bodyPr>
          <a:lstStyle/>
          <a:p>
            <a:r>
              <a:rPr lang="en-IN">
                <a:latin typeface="Gill Sans MT" panose="020B0502020104020203" pitchFamily="34" charset="0"/>
              </a:rPr>
              <a:t>Following are true?</a:t>
            </a:r>
          </a:p>
          <a:p>
            <a:pPr marL="285750" indent="-285750">
              <a:buFont typeface="Arial" panose="020B0604020202020204" pitchFamily="34" charset="0"/>
              <a:buChar char="•"/>
            </a:pPr>
            <a:r>
              <a:rPr lang="en-US">
                <a:latin typeface="Gill Sans MT" panose="020B0502020104020203" pitchFamily="34" charset="0"/>
              </a:rPr>
              <a:t>Animal is the superclass of Mammal class.</a:t>
            </a:r>
          </a:p>
          <a:p>
            <a:pPr marL="285750" indent="-285750">
              <a:buFont typeface="Arial" panose="020B0604020202020204" pitchFamily="34" charset="0"/>
              <a:buChar char="•"/>
            </a:pPr>
            <a:r>
              <a:rPr lang="en-US">
                <a:latin typeface="Gill Sans MT" panose="020B0502020104020203" pitchFamily="34" charset="0"/>
              </a:rPr>
              <a:t>Animal is the superclass of Reptile class.</a:t>
            </a:r>
          </a:p>
          <a:p>
            <a:pPr marL="285750" indent="-285750">
              <a:buFont typeface="Arial" panose="020B0604020202020204" pitchFamily="34" charset="0"/>
              <a:buChar char="•"/>
            </a:pPr>
            <a:r>
              <a:rPr lang="en-US">
                <a:latin typeface="Gill Sans MT" panose="020B0502020104020203" pitchFamily="34" charset="0"/>
              </a:rPr>
              <a:t>Mammal and Reptile are subclasses of Animal class.</a:t>
            </a:r>
          </a:p>
          <a:p>
            <a:pPr marL="285750" indent="-285750">
              <a:buFont typeface="Arial" panose="020B0604020202020204" pitchFamily="34" charset="0"/>
              <a:buChar char="•"/>
            </a:pPr>
            <a:r>
              <a:rPr lang="en-US">
                <a:latin typeface="Gill Sans MT" panose="020B0502020104020203" pitchFamily="34" charset="0"/>
              </a:rPr>
              <a:t>Dog is the subclass of both Mammal and Animal classes.</a:t>
            </a:r>
            <a:endParaRPr lang="en-IN">
              <a:latin typeface="Gill Sans MT" panose="020B0502020104020203" pitchFamily="34" charset="0"/>
            </a:endParaRPr>
          </a:p>
        </p:txBody>
      </p:sp>
      <p:sp>
        <p:nvSpPr>
          <p:cNvPr id="11" name="TextBox 10">
            <a:extLst>
              <a:ext uri="{FF2B5EF4-FFF2-40B4-BE49-F238E27FC236}">
                <a16:creationId xmlns:a16="http://schemas.microsoft.com/office/drawing/2014/main" id="{B71D1F0F-112C-4C76-9F6B-7669D3A73E76}"/>
              </a:ext>
            </a:extLst>
          </p:cNvPr>
          <p:cNvSpPr txBox="1"/>
          <p:nvPr/>
        </p:nvSpPr>
        <p:spPr>
          <a:xfrm>
            <a:off x="6227506" y="3375462"/>
            <a:ext cx="5742278" cy="1754326"/>
          </a:xfrm>
          <a:prstGeom prst="rect">
            <a:avLst/>
          </a:prstGeom>
          <a:noFill/>
          <a:ln>
            <a:solidFill>
              <a:srgbClr val="FF0000"/>
            </a:solidFill>
          </a:ln>
        </p:spPr>
        <p:txBody>
          <a:bodyPr wrap="square">
            <a:spAutoFit/>
          </a:bodyPr>
          <a:lstStyle/>
          <a:p>
            <a:r>
              <a:rPr lang="en-US">
                <a:latin typeface="Gill Sans MT" panose="020B0502020104020203" pitchFamily="34" charset="0"/>
              </a:rPr>
              <a:t>Now, if we consider the IS-A relationship, we can say −</a:t>
            </a:r>
          </a:p>
          <a:p>
            <a:endParaRPr lang="en-US">
              <a:latin typeface="Gill Sans MT" panose="020B0502020104020203" pitchFamily="34" charset="0"/>
            </a:endParaRPr>
          </a:p>
          <a:p>
            <a:pPr marL="285750" indent="-285750">
              <a:buFont typeface="Arial" panose="020B0604020202020204" pitchFamily="34" charset="0"/>
              <a:buChar char="•"/>
            </a:pPr>
            <a:r>
              <a:rPr lang="en-US">
                <a:latin typeface="Gill Sans MT" panose="020B0502020104020203" pitchFamily="34" charset="0"/>
              </a:rPr>
              <a:t>Mammal IS-A Animal</a:t>
            </a:r>
          </a:p>
          <a:p>
            <a:pPr marL="285750" indent="-285750">
              <a:buFont typeface="Arial" panose="020B0604020202020204" pitchFamily="34" charset="0"/>
              <a:buChar char="•"/>
            </a:pPr>
            <a:r>
              <a:rPr lang="en-US">
                <a:latin typeface="Gill Sans MT" panose="020B0502020104020203" pitchFamily="34" charset="0"/>
              </a:rPr>
              <a:t>Reptile IS-A Animal</a:t>
            </a:r>
          </a:p>
          <a:p>
            <a:pPr marL="285750" indent="-285750">
              <a:buFont typeface="Arial" panose="020B0604020202020204" pitchFamily="34" charset="0"/>
              <a:buChar char="•"/>
            </a:pPr>
            <a:r>
              <a:rPr lang="en-US">
                <a:latin typeface="Gill Sans MT" panose="020B0502020104020203" pitchFamily="34" charset="0"/>
              </a:rPr>
              <a:t>Dog IS-A Mammal</a:t>
            </a:r>
          </a:p>
          <a:p>
            <a:pPr marL="285750" indent="-285750">
              <a:buFont typeface="Arial" panose="020B0604020202020204" pitchFamily="34" charset="0"/>
              <a:buChar char="•"/>
            </a:pPr>
            <a:r>
              <a:rPr lang="en-US">
                <a:latin typeface="Gill Sans MT" panose="020B0502020104020203" pitchFamily="34" charset="0"/>
              </a:rPr>
              <a:t>Hence: Dog IS-A Animal as well</a:t>
            </a:r>
            <a:endParaRPr lang="en-IN">
              <a:latin typeface="Gill Sans MT" panose="020B0502020104020203" pitchFamily="34" charset="0"/>
            </a:endParaRPr>
          </a:p>
        </p:txBody>
      </p:sp>
      <p:sp>
        <p:nvSpPr>
          <p:cNvPr id="15" name="TextBox 14">
            <a:extLst>
              <a:ext uri="{FF2B5EF4-FFF2-40B4-BE49-F238E27FC236}">
                <a16:creationId xmlns:a16="http://schemas.microsoft.com/office/drawing/2014/main" id="{1B3498BE-9D56-4597-9A0E-349DB93CAA66}"/>
              </a:ext>
            </a:extLst>
          </p:cNvPr>
          <p:cNvSpPr txBox="1"/>
          <p:nvPr/>
        </p:nvSpPr>
        <p:spPr>
          <a:xfrm>
            <a:off x="6227506" y="5433020"/>
            <a:ext cx="5757218" cy="923330"/>
          </a:xfrm>
          <a:prstGeom prst="rect">
            <a:avLst/>
          </a:prstGeom>
          <a:noFill/>
          <a:ln>
            <a:solidFill>
              <a:srgbClr val="FF0000"/>
            </a:solidFill>
          </a:ln>
        </p:spPr>
        <p:txBody>
          <a:bodyPr wrap="square">
            <a:spAutoFit/>
          </a:bodyPr>
          <a:lstStyle/>
          <a:p>
            <a:r>
              <a:rPr lang="en-US">
                <a:latin typeface="Gill Sans MT" panose="020B0502020104020203" pitchFamily="34" charset="0"/>
              </a:rPr>
              <a:t>With the use of the extends keyword, the subclasses will be able to inherit all the properties of the superclass except for the private properties of the superclass.</a:t>
            </a:r>
            <a:endParaRPr lang="en-IN">
              <a:latin typeface="Gill Sans MT" panose="020B0502020104020203" pitchFamily="34" charset="0"/>
            </a:endParaRPr>
          </a:p>
        </p:txBody>
      </p:sp>
      <p:sp>
        <p:nvSpPr>
          <p:cNvPr id="3" name="Rectangle: Rounded Corners 2">
            <a:extLst>
              <a:ext uri="{FF2B5EF4-FFF2-40B4-BE49-F238E27FC236}">
                <a16:creationId xmlns:a16="http://schemas.microsoft.com/office/drawing/2014/main" id="{51EDADEA-5986-4CCF-B7C3-CA735F69695D}"/>
              </a:ext>
            </a:extLst>
          </p:cNvPr>
          <p:cNvSpPr/>
          <p:nvPr/>
        </p:nvSpPr>
        <p:spPr>
          <a:xfrm>
            <a:off x="4602523" y="1376006"/>
            <a:ext cx="1493477" cy="441974"/>
          </a:xfrm>
          <a:prstGeom prst="roundRect">
            <a:avLst/>
          </a:prstGeom>
          <a:solidFill>
            <a:srgbClr val="2EFC4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Animal</a:t>
            </a:r>
          </a:p>
        </p:txBody>
      </p:sp>
      <p:sp>
        <p:nvSpPr>
          <p:cNvPr id="6" name="Rectangle: Rounded Corners 5">
            <a:extLst>
              <a:ext uri="{FF2B5EF4-FFF2-40B4-BE49-F238E27FC236}">
                <a16:creationId xmlns:a16="http://schemas.microsoft.com/office/drawing/2014/main" id="{0C6A2F3A-1243-499F-8324-FDA742A107AD}"/>
              </a:ext>
            </a:extLst>
          </p:cNvPr>
          <p:cNvSpPr/>
          <p:nvPr/>
        </p:nvSpPr>
        <p:spPr>
          <a:xfrm>
            <a:off x="3296478" y="2337338"/>
            <a:ext cx="1493477" cy="441974"/>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Mammal</a:t>
            </a:r>
          </a:p>
        </p:txBody>
      </p:sp>
      <p:sp>
        <p:nvSpPr>
          <p:cNvPr id="8" name="Rectangle: Rounded Corners 7">
            <a:extLst>
              <a:ext uri="{FF2B5EF4-FFF2-40B4-BE49-F238E27FC236}">
                <a16:creationId xmlns:a16="http://schemas.microsoft.com/office/drawing/2014/main" id="{6227CFC6-AD46-4367-AE2C-47622BC07587}"/>
              </a:ext>
            </a:extLst>
          </p:cNvPr>
          <p:cNvSpPr/>
          <p:nvPr/>
        </p:nvSpPr>
        <p:spPr>
          <a:xfrm>
            <a:off x="6192974" y="2795262"/>
            <a:ext cx="1493477" cy="441974"/>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Reptile</a:t>
            </a:r>
          </a:p>
        </p:txBody>
      </p:sp>
      <p:sp>
        <p:nvSpPr>
          <p:cNvPr id="10" name="Rectangle: Rounded Corners 9">
            <a:extLst>
              <a:ext uri="{FF2B5EF4-FFF2-40B4-BE49-F238E27FC236}">
                <a16:creationId xmlns:a16="http://schemas.microsoft.com/office/drawing/2014/main" id="{08CBEDB0-A283-4EA9-9F62-6C9300BDB19D}"/>
              </a:ext>
            </a:extLst>
          </p:cNvPr>
          <p:cNvSpPr/>
          <p:nvPr/>
        </p:nvSpPr>
        <p:spPr>
          <a:xfrm>
            <a:off x="3094512" y="3411102"/>
            <a:ext cx="1493477" cy="441974"/>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Dog</a:t>
            </a:r>
          </a:p>
        </p:txBody>
      </p:sp>
      <p:cxnSp>
        <p:nvCxnSpPr>
          <p:cNvPr id="16" name="Connector: Elbow 15">
            <a:extLst>
              <a:ext uri="{FF2B5EF4-FFF2-40B4-BE49-F238E27FC236}">
                <a16:creationId xmlns:a16="http://schemas.microsoft.com/office/drawing/2014/main" id="{DA9DF3ED-D77E-4993-8BBB-95E4E3F60F22}"/>
              </a:ext>
            </a:extLst>
          </p:cNvPr>
          <p:cNvCxnSpPr>
            <a:cxnSpLocks/>
            <a:stCxn id="6" idx="0"/>
            <a:endCxn id="3" idx="2"/>
          </p:cNvCxnSpPr>
          <p:nvPr/>
        </p:nvCxnSpPr>
        <p:spPr>
          <a:xfrm rot="5400000" flipH="1" flipV="1">
            <a:off x="4436560" y="1424637"/>
            <a:ext cx="519358" cy="1306045"/>
          </a:xfrm>
          <a:prstGeom prst="bentConnector3">
            <a:avLst>
              <a:gd name="adj1" fmla="val 50000"/>
            </a:avLst>
          </a:prstGeom>
          <a:ln w="38100">
            <a:solidFill>
              <a:srgbClr val="F93548"/>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615888C7-464B-45EC-81CA-B067BA52B28A}"/>
              </a:ext>
            </a:extLst>
          </p:cNvPr>
          <p:cNvCxnSpPr>
            <a:cxnSpLocks/>
          </p:cNvCxnSpPr>
          <p:nvPr/>
        </p:nvCxnSpPr>
        <p:spPr>
          <a:xfrm rot="16200000" flipV="1">
            <a:off x="5712308" y="1583128"/>
            <a:ext cx="961332" cy="1431036"/>
          </a:xfrm>
          <a:prstGeom prst="bentConnector3">
            <a:avLst>
              <a:gd name="adj1" fmla="val 72959"/>
            </a:avLst>
          </a:prstGeom>
          <a:ln w="38100">
            <a:solidFill>
              <a:srgbClr val="F93548"/>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E23248D-69A2-47A6-9F0A-66305167AA8B}"/>
              </a:ext>
            </a:extLst>
          </p:cNvPr>
          <p:cNvCxnSpPr>
            <a:cxnSpLocks/>
          </p:cNvCxnSpPr>
          <p:nvPr/>
        </p:nvCxnSpPr>
        <p:spPr>
          <a:xfrm flipV="1">
            <a:off x="3841251" y="2738045"/>
            <a:ext cx="0" cy="690955"/>
          </a:xfrm>
          <a:prstGeom prst="straightConnector1">
            <a:avLst/>
          </a:prstGeom>
          <a:ln w="38100">
            <a:solidFill>
              <a:srgbClr val="F93548"/>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6427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ircle(in)">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circle(in)">
                                      <p:cBhvr>
                                        <p:cTn id="22" dur="20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circle(in)">
                                      <p:cBhvr>
                                        <p:cTn id="27" dur="20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circle(in)">
                                      <p:cBhvr>
                                        <p:cTn id="32" dur="20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circle(in)">
                                      <p:cBhvr>
                                        <p:cTn id="37" dur="20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circle(in)">
                                      <p:cBhvr>
                                        <p:cTn id="42" dur="20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down)">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down)">
                                      <p:cBhvr>
                                        <p:cTn id="5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5" grpId="0" animBg="1"/>
      <p:bldP spid="3" grpId="0" animBg="1"/>
      <p:bldP spid="6" grpId="0" animBg="1"/>
      <p:bldP spid="8"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624BC-9AD4-4F18-9037-E8A9D6859E77}"/>
              </a:ext>
            </a:extLst>
          </p:cNvPr>
          <p:cNvSpPr>
            <a:spLocks noGrp="1"/>
          </p:cNvSpPr>
          <p:nvPr>
            <p:ph type="title"/>
          </p:nvPr>
        </p:nvSpPr>
        <p:spPr/>
        <p:txBody>
          <a:bodyPr>
            <a:noAutofit/>
          </a:bodyPr>
          <a:lstStyle/>
          <a:p>
            <a:r>
              <a:rPr lang="en-IN" sz="2800" b="1" dirty="0">
                <a:solidFill>
                  <a:srgbClr val="C00000"/>
                </a:solidFill>
                <a:latin typeface="Arial Rounded MT Bold" panose="020F0704030504030204" pitchFamily="34" charset="0"/>
              </a:rPr>
              <a:t>Proof: </a:t>
            </a:r>
            <a:r>
              <a:rPr lang="en-US" sz="2800" b="1" dirty="0">
                <a:solidFill>
                  <a:srgbClr val="C00000"/>
                </a:solidFill>
                <a:latin typeface="Arial Rounded MT Bold" panose="020F0704030504030204" pitchFamily="34" charset="0"/>
              </a:rPr>
              <a:t>We can assure that Mammal is actually an Animal with the use of the instance operator.</a:t>
            </a:r>
            <a:endParaRPr lang="en-IN" sz="2800" b="1" dirty="0">
              <a:solidFill>
                <a:srgbClr val="C00000"/>
              </a:solidFill>
              <a:latin typeface="Arial Rounded MT Bold" panose="020F0704030504030204" pitchFamily="34" charset="0"/>
            </a:endParaRPr>
          </a:p>
        </p:txBody>
      </p:sp>
      <p:sp>
        <p:nvSpPr>
          <p:cNvPr id="4" name="Slide Number Placeholder 3">
            <a:extLst>
              <a:ext uri="{FF2B5EF4-FFF2-40B4-BE49-F238E27FC236}">
                <a16:creationId xmlns:a16="http://schemas.microsoft.com/office/drawing/2014/main" id="{796A8186-9E16-42DA-A3C3-DC16FA56949B}"/>
              </a:ext>
            </a:extLst>
          </p:cNvPr>
          <p:cNvSpPr>
            <a:spLocks noGrp="1"/>
          </p:cNvSpPr>
          <p:nvPr>
            <p:ph type="sldNum" sz="quarter" idx="12"/>
          </p:nvPr>
        </p:nvSpPr>
        <p:spPr/>
        <p:txBody>
          <a:bodyPr/>
          <a:lstStyle/>
          <a:p>
            <a:fld id="{4DAC0951-10B0-4509-9BA5-FD8683A6F967}" type="slidenum">
              <a:rPr lang="en-IN" smtClean="0"/>
              <a:pPr/>
              <a:t>14</a:t>
            </a:fld>
            <a:endParaRPr lang="en-IN"/>
          </a:p>
        </p:txBody>
      </p:sp>
      <p:sp>
        <p:nvSpPr>
          <p:cNvPr id="5" name="Content Placeholder 2">
            <a:extLst>
              <a:ext uri="{FF2B5EF4-FFF2-40B4-BE49-F238E27FC236}">
                <a16:creationId xmlns:a16="http://schemas.microsoft.com/office/drawing/2014/main" id="{870520AA-AF13-4BDC-B879-E51681AC87E7}"/>
              </a:ext>
            </a:extLst>
          </p:cNvPr>
          <p:cNvSpPr txBox="1">
            <a:spLocks/>
          </p:cNvSpPr>
          <p:nvPr/>
        </p:nvSpPr>
        <p:spPr>
          <a:xfrm>
            <a:off x="291280" y="1690688"/>
            <a:ext cx="5632658" cy="2585323"/>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solidFill>
                  <a:srgbClr val="0070C0"/>
                </a:solidFill>
                <a:latin typeface="Consolas" panose="020B0609020204030204" pitchFamily="49" charset="0"/>
              </a:rPr>
              <a:t>class</a:t>
            </a:r>
            <a:r>
              <a:rPr lang="en-US" sz="1800" dirty="0">
                <a:latin typeface="Consolas" panose="020B0609020204030204" pitchFamily="49" charset="0"/>
              </a:rPr>
              <a:t> Animal {</a:t>
            </a:r>
          </a:p>
          <a:p>
            <a:pPr marL="0" indent="0">
              <a:lnSpc>
                <a:spcPct val="100000"/>
              </a:lnSpc>
              <a:buNone/>
            </a:pPr>
            <a:r>
              <a:rPr lang="en-US" sz="1800" dirty="0">
                <a:latin typeface="Consolas" panose="020B0609020204030204" pitchFamily="49" charset="0"/>
              </a:rPr>
              <a:t>}</a:t>
            </a:r>
          </a:p>
          <a:p>
            <a:pPr marL="0" indent="0">
              <a:lnSpc>
                <a:spcPct val="100000"/>
              </a:lnSpc>
              <a:buNone/>
            </a:pPr>
            <a:r>
              <a:rPr lang="en-US" sz="1800" dirty="0">
                <a:solidFill>
                  <a:srgbClr val="0070C0"/>
                </a:solidFill>
                <a:latin typeface="Consolas" panose="020B0609020204030204" pitchFamily="49" charset="0"/>
              </a:rPr>
              <a:t>class</a:t>
            </a:r>
            <a:r>
              <a:rPr lang="en-US" sz="1800" dirty="0">
                <a:latin typeface="Consolas" panose="020B0609020204030204" pitchFamily="49" charset="0"/>
              </a:rPr>
              <a:t> Mammal </a:t>
            </a:r>
            <a:r>
              <a:rPr lang="en-US" sz="1800" dirty="0">
                <a:solidFill>
                  <a:srgbClr val="C00000"/>
                </a:solidFill>
                <a:latin typeface="Consolas" panose="020B0609020204030204" pitchFamily="49" charset="0"/>
              </a:rPr>
              <a:t>extends</a:t>
            </a:r>
            <a:r>
              <a:rPr lang="en-US" sz="1800" dirty="0">
                <a:latin typeface="Consolas" panose="020B0609020204030204" pitchFamily="49" charset="0"/>
              </a:rPr>
              <a:t> Animal {</a:t>
            </a:r>
          </a:p>
          <a:p>
            <a:pPr marL="0" indent="0">
              <a:lnSpc>
                <a:spcPct val="100000"/>
              </a:lnSpc>
              <a:buNone/>
            </a:pPr>
            <a:r>
              <a:rPr lang="en-US" sz="1800" dirty="0">
                <a:latin typeface="Consolas" panose="020B0609020204030204" pitchFamily="49" charset="0"/>
              </a:rPr>
              <a:t>}</a:t>
            </a:r>
          </a:p>
          <a:p>
            <a:pPr marL="0" indent="0">
              <a:lnSpc>
                <a:spcPct val="100000"/>
              </a:lnSpc>
              <a:buNone/>
            </a:pPr>
            <a:r>
              <a:rPr lang="en-US" sz="1800" dirty="0">
                <a:solidFill>
                  <a:srgbClr val="0070C0"/>
                </a:solidFill>
                <a:latin typeface="Consolas" panose="020B0609020204030204" pitchFamily="49" charset="0"/>
              </a:rPr>
              <a:t>class</a:t>
            </a:r>
            <a:r>
              <a:rPr lang="en-US" sz="1800" dirty="0">
                <a:latin typeface="Consolas" panose="020B0609020204030204" pitchFamily="49" charset="0"/>
              </a:rPr>
              <a:t> Reptile </a:t>
            </a:r>
            <a:r>
              <a:rPr lang="en-US" sz="1800" dirty="0">
                <a:solidFill>
                  <a:srgbClr val="C00000"/>
                </a:solidFill>
                <a:latin typeface="Consolas" panose="020B0609020204030204" pitchFamily="49" charset="0"/>
              </a:rPr>
              <a:t>extends</a:t>
            </a:r>
            <a:r>
              <a:rPr lang="en-US" sz="1800" dirty="0">
                <a:latin typeface="Consolas" panose="020B0609020204030204" pitchFamily="49" charset="0"/>
              </a:rPr>
              <a:t> Animal {</a:t>
            </a:r>
          </a:p>
          <a:p>
            <a:pPr marL="0" indent="0">
              <a:lnSpc>
                <a:spcPct val="100000"/>
              </a:lnSpc>
              <a:buNone/>
            </a:pPr>
            <a:r>
              <a:rPr lang="en-US" sz="1800" dirty="0">
                <a:latin typeface="Consolas" panose="020B0609020204030204" pitchFamily="49" charset="0"/>
              </a:rPr>
              <a:t>}</a:t>
            </a:r>
            <a:endParaRPr lang="en-IN" sz="1800" dirty="0">
              <a:latin typeface="Consolas" panose="020B0609020204030204" pitchFamily="49" charset="0"/>
            </a:endParaRPr>
          </a:p>
        </p:txBody>
      </p:sp>
      <p:sp>
        <p:nvSpPr>
          <p:cNvPr id="9" name="Content Placeholder 2">
            <a:extLst>
              <a:ext uri="{FF2B5EF4-FFF2-40B4-BE49-F238E27FC236}">
                <a16:creationId xmlns:a16="http://schemas.microsoft.com/office/drawing/2014/main" id="{EDE3123A-370B-486C-9BA5-CA2BAD8C559C}"/>
              </a:ext>
            </a:extLst>
          </p:cNvPr>
          <p:cNvSpPr txBox="1">
            <a:spLocks/>
          </p:cNvSpPr>
          <p:nvPr/>
        </p:nvSpPr>
        <p:spPr>
          <a:xfrm>
            <a:off x="6268062" y="1554163"/>
            <a:ext cx="5632658" cy="5167312"/>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70C0"/>
                </a:solidFill>
                <a:latin typeface="Consolas" panose="020B0609020204030204" pitchFamily="49" charset="0"/>
              </a:rPr>
              <a:t>public class </a:t>
            </a:r>
            <a:r>
              <a:rPr lang="en-US" sz="1800" dirty="0">
                <a:latin typeface="Consolas" panose="020B0609020204030204" pitchFamily="49" charset="0"/>
              </a:rPr>
              <a:t>Dog </a:t>
            </a:r>
            <a:r>
              <a:rPr lang="en-US" sz="1800" dirty="0">
                <a:solidFill>
                  <a:srgbClr val="C00000"/>
                </a:solidFill>
                <a:latin typeface="Consolas" panose="020B0609020204030204" pitchFamily="49" charset="0"/>
              </a:rPr>
              <a:t>extends</a:t>
            </a:r>
            <a:r>
              <a:rPr lang="en-US" sz="1800" dirty="0">
                <a:latin typeface="Consolas" panose="020B0609020204030204" pitchFamily="49" charset="0"/>
              </a:rPr>
              <a:t> Mammal {</a:t>
            </a:r>
          </a:p>
          <a:p>
            <a:pPr marL="0" indent="0">
              <a:buNone/>
            </a:pP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r>
              <a:rPr lang="en-US" sz="1800" dirty="0">
                <a:solidFill>
                  <a:srgbClr val="0070C0"/>
                </a:solidFill>
                <a:latin typeface="Consolas" panose="020B0609020204030204" pitchFamily="49" charset="0"/>
              </a:rPr>
              <a:t>public static void </a:t>
            </a:r>
            <a:r>
              <a:rPr lang="en-US" sz="1800" dirty="0">
                <a:latin typeface="Consolas" panose="020B0609020204030204" pitchFamily="49" charset="0"/>
              </a:rPr>
              <a:t>main(</a:t>
            </a:r>
            <a:r>
              <a:rPr lang="en-US" sz="1800" dirty="0">
                <a:solidFill>
                  <a:srgbClr val="C00000"/>
                </a:solidFill>
                <a:latin typeface="Consolas" panose="020B0609020204030204" pitchFamily="49" charset="0"/>
              </a:rPr>
              <a:t>String</a:t>
            </a:r>
            <a:r>
              <a:rPr lang="en-US" sz="1800" dirty="0">
                <a:latin typeface="Consolas" panose="020B0609020204030204" pitchFamily="49" charset="0"/>
              </a:rPr>
              <a:t> </a:t>
            </a:r>
            <a:r>
              <a:rPr lang="en-US" sz="1800" dirty="0" err="1">
                <a:latin typeface="Consolas" panose="020B0609020204030204" pitchFamily="49" charset="0"/>
              </a:rPr>
              <a:t>args</a:t>
            </a:r>
            <a:r>
              <a:rPr lang="en-US" sz="1800" dirty="0">
                <a:latin typeface="Consolas" panose="020B0609020204030204" pitchFamily="49" charset="0"/>
              </a:rPr>
              <a:t>[]) {</a:t>
            </a:r>
          </a:p>
          <a:p>
            <a:pPr marL="0" indent="0">
              <a:buNone/>
            </a:pPr>
            <a:r>
              <a:rPr lang="en-US" sz="1800" dirty="0">
                <a:latin typeface="Consolas" panose="020B0609020204030204" pitchFamily="49" charset="0"/>
              </a:rPr>
              <a:t>      Animal a = </a:t>
            </a:r>
            <a:r>
              <a:rPr lang="en-US" sz="1800" dirty="0">
                <a:solidFill>
                  <a:srgbClr val="0070C0"/>
                </a:solidFill>
                <a:latin typeface="Consolas" panose="020B0609020204030204" pitchFamily="49" charset="0"/>
              </a:rPr>
              <a:t>new</a:t>
            </a:r>
            <a:r>
              <a:rPr lang="en-US" sz="1800" dirty="0">
                <a:latin typeface="Consolas" panose="020B0609020204030204" pitchFamily="49" charset="0"/>
              </a:rPr>
              <a:t> Animal();</a:t>
            </a:r>
          </a:p>
          <a:p>
            <a:pPr marL="0" indent="0">
              <a:buNone/>
            </a:pPr>
            <a:r>
              <a:rPr lang="en-US" sz="1800" dirty="0">
                <a:latin typeface="Consolas" panose="020B0609020204030204" pitchFamily="49" charset="0"/>
              </a:rPr>
              <a:t>      Mammal m = </a:t>
            </a:r>
            <a:r>
              <a:rPr lang="en-US" sz="1800" dirty="0">
                <a:solidFill>
                  <a:srgbClr val="0070C0"/>
                </a:solidFill>
                <a:latin typeface="Consolas" panose="020B0609020204030204" pitchFamily="49" charset="0"/>
              </a:rPr>
              <a:t>new</a:t>
            </a:r>
            <a:r>
              <a:rPr lang="en-US" sz="1800" dirty="0">
                <a:latin typeface="Consolas" panose="020B0609020204030204" pitchFamily="49" charset="0"/>
              </a:rPr>
              <a:t> Mammal();</a:t>
            </a:r>
          </a:p>
          <a:p>
            <a:pPr marL="0" indent="0">
              <a:buNone/>
            </a:pPr>
            <a:r>
              <a:rPr lang="en-US" sz="1800" dirty="0">
                <a:latin typeface="Consolas" panose="020B0609020204030204" pitchFamily="49" charset="0"/>
              </a:rPr>
              <a:t>      Dog d = </a:t>
            </a:r>
            <a:r>
              <a:rPr lang="en-US" sz="1800" dirty="0">
                <a:solidFill>
                  <a:srgbClr val="0070C0"/>
                </a:solidFill>
                <a:latin typeface="Consolas" panose="020B0609020204030204" pitchFamily="49" charset="0"/>
              </a:rPr>
              <a:t>new</a:t>
            </a:r>
            <a:r>
              <a:rPr lang="en-US" sz="1800" dirty="0">
                <a:latin typeface="Consolas" panose="020B0609020204030204" pitchFamily="49" charset="0"/>
              </a:rPr>
              <a:t> Dog();</a:t>
            </a:r>
          </a:p>
          <a:p>
            <a:pPr marL="0" indent="0">
              <a:buNone/>
            </a:pP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r>
              <a:rPr lang="en-US" sz="1800" dirty="0" err="1">
                <a:solidFill>
                  <a:srgbClr val="0070C0"/>
                </a:solidFill>
                <a:latin typeface="Consolas" panose="020B0609020204030204" pitchFamily="49" charset="0"/>
              </a:rPr>
              <a:t>System.out.println</a:t>
            </a:r>
            <a:r>
              <a:rPr lang="en-US" sz="1800" dirty="0">
                <a:latin typeface="Consolas" panose="020B0609020204030204" pitchFamily="49" charset="0"/>
              </a:rPr>
              <a:t>(m </a:t>
            </a:r>
            <a:r>
              <a:rPr lang="en-US" sz="1800" dirty="0" err="1">
                <a:solidFill>
                  <a:srgbClr val="C00000"/>
                </a:solidFill>
                <a:latin typeface="Consolas" panose="020B0609020204030204" pitchFamily="49" charset="0"/>
              </a:rPr>
              <a:t>instanceof</a:t>
            </a:r>
            <a:r>
              <a:rPr lang="en-US" sz="1800" dirty="0">
                <a:latin typeface="Consolas" panose="020B0609020204030204" pitchFamily="49" charset="0"/>
              </a:rPr>
              <a:t> Animal);</a:t>
            </a:r>
          </a:p>
          <a:p>
            <a:pPr marL="0" indent="0">
              <a:buNone/>
            </a:pPr>
            <a:r>
              <a:rPr lang="en-US" sz="1800" dirty="0">
                <a:latin typeface="Consolas" panose="020B0609020204030204" pitchFamily="49" charset="0"/>
              </a:rPr>
              <a:t>      </a:t>
            </a:r>
            <a:r>
              <a:rPr lang="en-US" sz="1800" dirty="0" err="1">
                <a:solidFill>
                  <a:srgbClr val="0070C0"/>
                </a:solidFill>
                <a:latin typeface="Consolas" panose="020B0609020204030204" pitchFamily="49" charset="0"/>
              </a:rPr>
              <a:t>System.out.println</a:t>
            </a:r>
            <a:r>
              <a:rPr lang="en-US" sz="1800" dirty="0">
                <a:latin typeface="Consolas" panose="020B0609020204030204" pitchFamily="49" charset="0"/>
              </a:rPr>
              <a:t>(d </a:t>
            </a:r>
            <a:r>
              <a:rPr lang="en-US" sz="1800" dirty="0" err="1">
                <a:solidFill>
                  <a:srgbClr val="C00000"/>
                </a:solidFill>
                <a:latin typeface="Consolas" panose="020B0609020204030204" pitchFamily="49" charset="0"/>
              </a:rPr>
              <a:t>instanceof</a:t>
            </a:r>
            <a:r>
              <a:rPr lang="en-US" sz="1800" dirty="0">
                <a:latin typeface="Consolas" panose="020B0609020204030204" pitchFamily="49" charset="0"/>
              </a:rPr>
              <a:t> Mammal);</a:t>
            </a:r>
          </a:p>
          <a:p>
            <a:pPr marL="0" indent="0">
              <a:buNone/>
            </a:pPr>
            <a:r>
              <a:rPr lang="en-US" sz="1800" dirty="0">
                <a:latin typeface="Consolas" panose="020B0609020204030204" pitchFamily="49" charset="0"/>
              </a:rPr>
              <a:t>      </a:t>
            </a:r>
            <a:r>
              <a:rPr lang="en-US" sz="1800" dirty="0" err="1">
                <a:solidFill>
                  <a:srgbClr val="0070C0"/>
                </a:solidFill>
                <a:latin typeface="Consolas" panose="020B0609020204030204" pitchFamily="49" charset="0"/>
              </a:rPr>
              <a:t>System.out.println</a:t>
            </a:r>
            <a:r>
              <a:rPr lang="en-US" sz="1800" dirty="0">
                <a:latin typeface="Consolas" panose="020B0609020204030204" pitchFamily="49" charset="0"/>
              </a:rPr>
              <a:t>(d </a:t>
            </a:r>
            <a:r>
              <a:rPr lang="en-US" sz="1800" dirty="0" err="1">
                <a:solidFill>
                  <a:srgbClr val="C00000"/>
                </a:solidFill>
                <a:latin typeface="Consolas" panose="020B0609020204030204" pitchFamily="49" charset="0"/>
              </a:rPr>
              <a:t>instanceof</a:t>
            </a:r>
            <a:r>
              <a:rPr lang="en-US" sz="1800" dirty="0">
                <a:latin typeface="Consolas" panose="020B0609020204030204" pitchFamily="49" charset="0"/>
              </a:rPr>
              <a:t> Animal);</a:t>
            </a:r>
          </a:p>
          <a:p>
            <a:pPr marL="0" indent="0">
              <a:buNone/>
            </a:pPr>
            <a:r>
              <a:rPr lang="en-US" sz="1800" dirty="0">
                <a:latin typeface="Consolas" panose="020B0609020204030204" pitchFamily="49" charset="0"/>
              </a:rPr>
              <a:t>   }</a:t>
            </a:r>
          </a:p>
          <a:p>
            <a:pPr marL="0" indent="0">
              <a:buNone/>
            </a:pPr>
            <a:r>
              <a:rPr lang="en-US" sz="1800" dirty="0">
                <a:latin typeface="Consolas" panose="020B0609020204030204" pitchFamily="49" charset="0"/>
              </a:rPr>
              <a:t>}</a:t>
            </a:r>
            <a:endParaRPr lang="en-IN" sz="1800" dirty="0">
              <a:latin typeface="Consolas" panose="020B0609020204030204" pitchFamily="49" charset="0"/>
            </a:endParaRPr>
          </a:p>
        </p:txBody>
      </p:sp>
      <p:sp>
        <p:nvSpPr>
          <p:cNvPr id="12" name="Rectangle: Rounded Corners 11">
            <a:extLst>
              <a:ext uri="{FF2B5EF4-FFF2-40B4-BE49-F238E27FC236}">
                <a16:creationId xmlns:a16="http://schemas.microsoft.com/office/drawing/2014/main" id="{028BBB6D-A478-4FAF-BD81-AE0F1818315E}"/>
              </a:ext>
            </a:extLst>
          </p:cNvPr>
          <p:cNvSpPr/>
          <p:nvPr/>
        </p:nvSpPr>
        <p:spPr>
          <a:xfrm>
            <a:off x="8610600" y="5860117"/>
            <a:ext cx="2241556" cy="972801"/>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true</a:t>
            </a:r>
          </a:p>
          <a:p>
            <a:r>
              <a:rPr lang="en-US" dirty="0"/>
              <a:t>true</a:t>
            </a:r>
          </a:p>
          <a:p>
            <a:r>
              <a:rPr lang="en-US" dirty="0"/>
              <a:t>true</a:t>
            </a:r>
            <a:endParaRPr lang="en-IN" dirty="0"/>
          </a:p>
        </p:txBody>
      </p:sp>
      <p:sp>
        <p:nvSpPr>
          <p:cNvPr id="10" name="Title 1">
            <a:extLst>
              <a:ext uri="{FF2B5EF4-FFF2-40B4-BE49-F238E27FC236}">
                <a16:creationId xmlns:a16="http://schemas.microsoft.com/office/drawing/2014/main" id="{702FB55D-10FC-40D6-A20D-BF65E6CE859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b="1">
              <a:solidFill>
                <a:srgbClr val="C00000"/>
              </a:solidFill>
              <a:latin typeface="Arial Rounded MT Bold" panose="020F0704030504030204" pitchFamily="34" charset="0"/>
            </a:endParaRPr>
          </a:p>
        </p:txBody>
      </p:sp>
      <p:sp>
        <p:nvSpPr>
          <p:cNvPr id="6" name="TextBox 5">
            <a:extLst>
              <a:ext uri="{FF2B5EF4-FFF2-40B4-BE49-F238E27FC236}">
                <a16:creationId xmlns:a16="http://schemas.microsoft.com/office/drawing/2014/main" id="{780473DE-534C-7254-826E-0D249F689870}"/>
              </a:ext>
            </a:extLst>
          </p:cNvPr>
          <p:cNvSpPr txBox="1"/>
          <p:nvPr/>
        </p:nvSpPr>
        <p:spPr>
          <a:xfrm>
            <a:off x="143793" y="4407171"/>
            <a:ext cx="3409338" cy="1754326"/>
          </a:xfrm>
          <a:prstGeom prst="rect">
            <a:avLst/>
          </a:prstGeom>
          <a:noFill/>
        </p:spPr>
        <p:txBody>
          <a:bodyPr wrap="square">
            <a:spAutoFit/>
          </a:bodyPr>
          <a:lstStyle/>
          <a:p>
            <a:pPr>
              <a:buNone/>
            </a:pPr>
            <a:r>
              <a:rPr lang="en-US" b="1" dirty="0"/>
              <a:t>Why only </a:t>
            </a:r>
            <a:r>
              <a:rPr lang="en-US" b="1" dirty="0">
                <a:latin typeface="Courier New" panose="02070309020205020404" pitchFamily="49" charset="0"/>
              </a:rPr>
              <a:t>Dog</a:t>
            </a:r>
            <a:r>
              <a:rPr lang="en-US" b="1" dirty="0"/>
              <a:t> is </a:t>
            </a:r>
            <a:r>
              <a:rPr lang="en-US" b="1" dirty="0">
                <a:latin typeface="Courier New" panose="02070309020205020404" pitchFamily="49" charset="0"/>
              </a:rPr>
              <a:t>public</a:t>
            </a:r>
            <a:r>
              <a:rPr lang="en-US" b="1" dirty="0"/>
              <a:t>?</a:t>
            </a:r>
          </a:p>
          <a:p>
            <a:pPr>
              <a:buNone/>
            </a:pPr>
            <a:r>
              <a:rPr lang="en-US" dirty="0"/>
              <a:t>In Java:</a:t>
            </a:r>
          </a:p>
          <a:p>
            <a:pPr>
              <a:buNone/>
            </a:pPr>
            <a:r>
              <a:rPr lang="en-US" b="1" dirty="0"/>
              <a:t>Only one public class is allowed per </a:t>
            </a:r>
            <a:r>
              <a:rPr lang="en-US" b="1" dirty="0">
                <a:latin typeface="Courier New" panose="02070309020205020404" pitchFamily="49" charset="0"/>
              </a:rPr>
              <a:t>.java</a:t>
            </a:r>
            <a:r>
              <a:rPr lang="en-US" b="1" dirty="0"/>
              <a:t> file, and the filename must match that public class name.</a:t>
            </a:r>
            <a:endParaRPr lang="en-US" dirty="0"/>
          </a:p>
        </p:txBody>
      </p:sp>
      <p:sp>
        <p:nvSpPr>
          <p:cNvPr id="8" name="TextBox 7">
            <a:extLst>
              <a:ext uri="{FF2B5EF4-FFF2-40B4-BE49-F238E27FC236}">
                <a16:creationId xmlns:a16="http://schemas.microsoft.com/office/drawing/2014/main" id="{51A5380A-8084-93D9-0635-8BB23A78AED3}"/>
              </a:ext>
            </a:extLst>
          </p:cNvPr>
          <p:cNvSpPr txBox="1"/>
          <p:nvPr/>
        </p:nvSpPr>
        <p:spPr>
          <a:xfrm>
            <a:off x="3383329" y="4407171"/>
            <a:ext cx="2712671" cy="2031325"/>
          </a:xfrm>
          <a:prstGeom prst="rect">
            <a:avLst/>
          </a:prstGeom>
          <a:noFill/>
        </p:spPr>
        <p:txBody>
          <a:bodyPr wrap="square">
            <a:spAutoFit/>
          </a:bodyPr>
          <a:lstStyle/>
          <a:p>
            <a:pPr>
              <a:buNone/>
            </a:pPr>
            <a:r>
              <a:rPr lang="en-US" dirty="0"/>
              <a:t>Other classes are </a:t>
            </a:r>
            <a:r>
              <a:rPr lang="en-US" b="1" dirty="0"/>
              <a:t>not private</a:t>
            </a:r>
            <a:r>
              <a:rPr lang="en-US" dirty="0"/>
              <a:t>, they have </a:t>
            </a:r>
            <a:r>
              <a:rPr lang="en-US" b="1" dirty="0"/>
              <a:t>default (package-private) access</a:t>
            </a:r>
            <a:r>
              <a:rPr lang="en-US" dirty="0"/>
              <a:t>.</a:t>
            </a:r>
          </a:p>
          <a:p>
            <a:r>
              <a:rPr lang="en-US" dirty="0"/>
              <a:t>Classes without public are visible </a:t>
            </a:r>
            <a:r>
              <a:rPr lang="en-US" b="1" dirty="0"/>
              <a:t>inside the same package only</a:t>
            </a:r>
            <a:r>
              <a:rPr lang="en-US" dirty="0"/>
              <a:t>, not outside.</a:t>
            </a:r>
          </a:p>
          <a:p>
            <a:pPr>
              <a:buNone/>
            </a:pPr>
            <a:endParaRPr lang="en-US" dirty="0"/>
          </a:p>
        </p:txBody>
      </p:sp>
    </p:spTree>
    <p:extLst>
      <p:ext uri="{BB962C8B-B14F-4D97-AF65-F5344CB8AC3E}">
        <p14:creationId xmlns:p14="http://schemas.microsoft.com/office/powerpoint/2010/main" val="56067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9">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type="wd">
                                    <p:tmAbs val="500"/>
                                  </p:iterate>
                                  <p:childTnLst>
                                    <p:set>
                                      <p:cBhvr>
                                        <p:cTn id="66"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type="wd">
                                    <p:tmAbs val="500"/>
                                  </p:iterate>
                                  <p:childTnLst>
                                    <p:set>
                                      <p:cBhvr>
                                        <p:cTn id="70"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type="wd">
                                    <p:tmAbs val="500"/>
                                  </p:iterate>
                                  <p:childTnLst>
                                    <p:set>
                                      <p:cBhvr>
                                        <p:cTn id="74"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6" presetClass="entr" presetSubtype="16" fill="hold" grpId="0" nodeType="click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circle(in)">
                                      <p:cBhvr>
                                        <p:cTn id="79"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9" grpId="0" build="p"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B8FBF4-53F1-8C01-A724-9BAB51E35E6E}"/>
              </a:ext>
            </a:extLst>
          </p:cNvPr>
          <p:cNvSpPr>
            <a:spLocks noGrp="1"/>
          </p:cNvSpPr>
          <p:nvPr>
            <p:ph type="sldNum" sz="quarter" idx="12"/>
          </p:nvPr>
        </p:nvSpPr>
        <p:spPr/>
        <p:txBody>
          <a:bodyPr/>
          <a:lstStyle/>
          <a:p>
            <a:fld id="{4DAC0951-10B0-4509-9BA5-FD8683A6F967}" type="slidenum">
              <a:rPr lang="en-IN" smtClean="0"/>
              <a:pPr/>
              <a:t>15</a:t>
            </a:fld>
            <a:endParaRPr lang="en-IN"/>
          </a:p>
        </p:txBody>
      </p:sp>
      <p:pic>
        <p:nvPicPr>
          <p:cNvPr id="6" name="Picture 5">
            <a:extLst>
              <a:ext uri="{FF2B5EF4-FFF2-40B4-BE49-F238E27FC236}">
                <a16:creationId xmlns:a16="http://schemas.microsoft.com/office/drawing/2014/main" id="{533687BE-48F0-9149-DAAF-8577803FCE1E}"/>
              </a:ext>
            </a:extLst>
          </p:cNvPr>
          <p:cNvPicPr>
            <a:picLocks noChangeAspect="1"/>
          </p:cNvPicPr>
          <p:nvPr/>
        </p:nvPicPr>
        <p:blipFill>
          <a:blip r:embed="rId2"/>
          <a:stretch>
            <a:fillRect/>
          </a:stretch>
        </p:blipFill>
        <p:spPr>
          <a:xfrm>
            <a:off x="838200" y="365125"/>
            <a:ext cx="3898283" cy="1575225"/>
          </a:xfrm>
          <a:prstGeom prst="rect">
            <a:avLst/>
          </a:prstGeom>
        </p:spPr>
      </p:pic>
      <p:sp>
        <p:nvSpPr>
          <p:cNvPr id="8" name="TextBox 7">
            <a:extLst>
              <a:ext uri="{FF2B5EF4-FFF2-40B4-BE49-F238E27FC236}">
                <a16:creationId xmlns:a16="http://schemas.microsoft.com/office/drawing/2014/main" id="{86951313-50AC-E14B-D3F6-51171CDAFC25}"/>
              </a:ext>
            </a:extLst>
          </p:cNvPr>
          <p:cNvSpPr txBox="1"/>
          <p:nvPr/>
        </p:nvSpPr>
        <p:spPr>
          <a:xfrm>
            <a:off x="786373" y="2044368"/>
            <a:ext cx="4021601" cy="369332"/>
          </a:xfrm>
          <a:prstGeom prst="rect">
            <a:avLst/>
          </a:prstGeom>
          <a:noFill/>
        </p:spPr>
        <p:txBody>
          <a:bodyPr wrap="square">
            <a:spAutoFit/>
          </a:bodyPr>
          <a:lstStyle/>
          <a:p>
            <a:r>
              <a:rPr lang="en-IN" b="1" dirty="0"/>
              <a:t>Objects created in main()</a:t>
            </a:r>
          </a:p>
        </p:txBody>
      </p:sp>
      <p:sp>
        <p:nvSpPr>
          <p:cNvPr id="10" name="TextBox 9">
            <a:extLst>
              <a:ext uri="{FF2B5EF4-FFF2-40B4-BE49-F238E27FC236}">
                <a16:creationId xmlns:a16="http://schemas.microsoft.com/office/drawing/2014/main" id="{99C2B60D-D1F1-A467-9E17-C3013333BE61}"/>
              </a:ext>
            </a:extLst>
          </p:cNvPr>
          <p:cNvSpPr txBox="1"/>
          <p:nvPr/>
        </p:nvSpPr>
        <p:spPr>
          <a:xfrm>
            <a:off x="838200" y="2645328"/>
            <a:ext cx="6096000" cy="1295868"/>
          </a:xfrm>
          <a:prstGeom prst="rect">
            <a:avLst/>
          </a:prstGeom>
          <a:noFill/>
        </p:spPr>
        <p:txBody>
          <a:bodyPr wrap="square">
            <a:spAutoFit/>
          </a:bodyPr>
          <a:lstStyle/>
          <a:p>
            <a:pPr>
              <a:lnSpc>
                <a:spcPct val="150000"/>
              </a:lnSpc>
              <a:buNone/>
            </a:pPr>
            <a:r>
              <a:rPr lang="en-US" b="1" dirty="0"/>
              <a:t>What </a:t>
            </a:r>
            <a:r>
              <a:rPr lang="en-US" b="1" dirty="0" err="1">
                <a:latin typeface="Courier New" panose="02070309020205020404" pitchFamily="49" charset="0"/>
              </a:rPr>
              <a:t>instanceof</a:t>
            </a:r>
            <a:r>
              <a:rPr lang="en-US" b="1" dirty="0"/>
              <a:t> means</a:t>
            </a:r>
          </a:p>
          <a:p>
            <a:pPr>
              <a:lnSpc>
                <a:spcPct val="150000"/>
              </a:lnSpc>
              <a:buNone/>
            </a:pPr>
            <a:r>
              <a:rPr lang="en-US" dirty="0" err="1">
                <a:latin typeface="Courier New" panose="02070309020205020404" pitchFamily="49" charset="0"/>
              </a:rPr>
              <a:t>instanceof</a:t>
            </a:r>
            <a:r>
              <a:rPr lang="en-US" dirty="0"/>
              <a:t> checks:</a:t>
            </a:r>
          </a:p>
          <a:p>
            <a:pPr>
              <a:lnSpc>
                <a:spcPct val="150000"/>
              </a:lnSpc>
              <a:buNone/>
            </a:pPr>
            <a:r>
              <a:rPr lang="en-US" dirty="0"/>
              <a:t>Is this object part of this class </a:t>
            </a:r>
            <a:r>
              <a:rPr lang="en-US" b="1" dirty="0"/>
              <a:t>or any of its parent classes</a:t>
            </a:r>
            <a:r>
              <a:rPr lang="en-US" dirty="0"/>
              <a:t>?</a:t>
            </a:r>
          </a:p>
        </p:txBody>
      </p:sp>
      <p:sp>
        <p:nvSpPr>
          <p:cNvPr id="12" name="TextBox 11">
            <a:extLst>
              <a:ext uri="{FF2B5EF4-FFF2-40B4-BE49-F238E27FC236}">
                <a16:creationId xmlns:a16="http://schemas.microsoft.com/office/drawing/2014/main" id="{A0F9B5EA-E4C6-6CC9-BA03-C33D39CF992A}"/>
              </a:ext>
            </a:extLst>
          </p:cNvPr>
          <p:cNvSpPr txBox="1"/>
          <p:nvPr/>
        </p:nvSpPr>
        <p:spPr>
          <a:xfrm>
            <a:off x="838200" y="4172824"/>
            <a:ext cx="6096000" cy="369332"/>
          </a:xfrm>
          <a:prstGeom prst="rect">
            <a:avLst/>
          </a:prstGeom>
          <a:noFill/>
        </p:spPr>
        <p:txBody>
          <a:bodyPr wrap="square">
            <a:spAutoFit/>
          </a:bodyPr>
          <a:lstStyle/>
          <a:p>
            <a:r>
              <a:rPr lang="en-US" dirty="0"/>
              <a:t>Why all outputs are </a:t>
            </a:r>
            <a:r>
              <a:rPr lang="en-US" b="1" dirty="0">
                <a:latin typeface="Courier New" panose="02070309020205020404" pitchFamily="49" charset="0"/>
              </a:rPr>
              <a:t>true</a:t>
            </a:r>
            <a:endParaRPr lang="en-IN" b="1" dirty="0"/>
          </a:p>
        </p:txBody>
      </p:sp>
      <p:sp>
        <p:nvSpPr>
          <p:cNvPr id="14" name="TextBox 13">
            <a:extLst>
              <a:ext uri="{FF2B5EF4-FFF2-40B4-BE49-F238E27FC236}">
                <a16:creationId xmlns:a16="http://schemas.microsoft.com/office/drawing/2014/main" id="{FD05832B-8C4F-6996-B226-F20EB20F6F5F}"/>
              </a:ext>
            </a:extLst>
          </p:cNvPr>
          <p:cNvSpPr txBox="1"/>
          <p:nvPr/>
        </p:nvSpPr>
        <p:spPr>
          <a:xfrm>
            <a:off x="838200" y="4705409"/>
            <a:ext cx="2839065" cy="1477328"/>
          </a:xfrm>
          <a:prstGeom prst="rect">
            <a:avLst/>
          </a:prstGeom>
          <a:noFill/>
        </p:spPr>
        <p:txBody>
          <a:bodyPr wrap="square">
            <a:spAutoFit/>
          </a:bodyPr>
          <a:lstStyle/>
          <a:p>
            <a:pPr>
              <a:buNone/>
            </a:pPr>
            <a:r>
              <a:rPr lang="en-US" b="1" dirty="0">
                <a:latin typeface="Courier New" panose="02070309020205020404" pitchFamily="49" charset="0"/>
              </a:rPr>
              <a:t>m </a:t>
            </a:r>
            <a:r>
              <a:rPr lang="en-US" b="1" dirty="0" err="1">
                <a:latin typeface="Courier New" panose="02070309020205020404" pitchFamily="49" charset="0"/>
              </a:rPr>
              <a:t>instanceof</a:t>
            </a:r>
            <a:r>
              <a:rPr lang="en-US" b="1" dirty="0">
                <a:latin typeface="Courier New" panose="02070309020205020404" pitchFamily="49" charset="0"/>
              </a:rPr>
              <a:t> Animal</a:t>
            </a:r>
            <a:endParaRPr lang="en-US" b="1" dirty="0"/>
          </a:p>
          <a:p>
            <a:pPr>
              <a:buFont typeface="Arial" panose="020B0604020202020204" pitchFamily="34" charset="0"/>
              <a:buChar char="•"/>
            </a:pPr>
            <a:r>
              <a:rPr lang="en-US" dirty="0">
                <a:latin typeface="Courier New" panose="02070309020205020404" pitchFamily="49" charset="0"/>
              </a:rPr>
              <a:t>m</a:t>
            </a:r>
            <a:r>
              <a:rPr lang="en-US" dirty="0"/>
              <a:t> is a Mammal</a:t>
            </a:r>
          </a:p>
          <a:p>
            <a:pPr>
              <a:buFont typeface="Arial" panose="020B0604020202020204" pitchFamily="34" charset="0"/>
              <a:buChar char="•"/>
            </a:pPr>
            <a:r>
              <a:rPr lang="en-US" dirty="0"/>
              <a:t>Mammal extends Animal</a:t>
            </a:r>
            <a:br>
              <a:rPr lang="en-US" dirty="0"/>
            </a:br>
            <a:r>
              <a:rPr lang="en-US" dirty="0"/>
              <a:t>So Mammal </a:t>
            </a:r>
            <a:r>
              <a:rPr lang="en-US" b="1" dirty="0"/>
              <a:t>is an Animal</a:t>
            </a:r>
            <a:br>
              <a:rPr lang="en-US" dirty="0"/>
            </a:br>
            <a:r>
              <a:rPr lang="en-US" dirty="0"/>
              <a:t>→ </a:t>
            </a:r>
            <a:r>
              <a:rPr lang="en-US" b="1" dirty="0"/>
              <a:t>true</a:t>
            </a:r>
            <a:endParaRPr lang="en-US" dirty="0"/>
          </a:p>
        </p:txBody>
      </p:sp>
      <p:sp>
        <p:nvSpPr>
          <p:cNvPr id="16" name="TextBox 15">
            <a:extLst>
              <a:ext uri="{FF2B5EF4-FFF2-40B4-BE49-F238E27FC236}">
                <a16:creationId xmlns:a16="http://schemas.microsoft.com/office/drawing/2014/main" id="{5EE1901B-179A-D9D1-5B32-32DDDF83631C}"/>
              </a:ext>
            </a:extLst>
          </p:cNvPr>
          <p:cNvSpPr txBox="1"/>
          <p:nvPr/>
        </p:nvSpPr>
        <p:spPr>
          <a:xfrm>
            <a:off x="3834373" y="4773784"/>
            <a:ext cx="3409335" cy="1477328"/>
          </a:xfrm>
          <a:prstGeom prst="rect">
            <a:avLst/>
          </a:prstGeom>
          <a:noFill/>
        </p:spPr>
        <p:txBody>
          <a:bodyPr wrap="square">
            <a:spAutoFit/>
          </a:bodyPr>
          <a:lstStyle/>
          <a:p>
            <a:pPr>
              <a:buNone/>
            </a:pPr>
            <a:r>
              <a:rPr lang="en-US" b="1" dirty="0">
                <a:latin typeface="Courier New" panose="02070309020205020404" pitchFamily="49" charset="0"/>
              </a:rPr>
              <a:t>d </a:t>
            </a:r>
            <a:r>
              <a:rPr lang="en-US" b="1" dirty="0" err="1">
                <a:latin typeface="Courier New" panose="02070309020205020404" pitchFamily="49" charset="0"/>
              </a:rPr>
              <a:t>instanceof</a:t>
            </a:r>
            <a:r>
              <a:rPr lang="en-US" b="1" dirty="0">
                <a:latin typeface="Courier New" panose="02070309020205020404" pitchFamily="49" charset="0"/>
              </a:rPr>
              <a:t> Mammal</a:t>
            </a:r>
            <a:endParaRPr lang="en-US" b="1" dirty="0"/>
          </a:p>
          <a:p>
            <a:pPr>
              <a:buFont typeface="Arial" panose="020B0604020202020204" pitchFamily="34" charset="0"/>
              <a:buChar char="•"/>
            </a:pPr>
            <a:r>
              <a:rPr lang="en-US" dirty="0">
                <a:latin typeface="Courier New" panose="02070309020205020404" pitchFamily="49" charset="0"/>
              </a:rPr>
              <a:t>d</a:t>
            </a:r>
            <a:r>
              <a:rPr lang="en-US" dirty="0"/>
              <a:t> is a Dog</a:t>
            </a:r>
          </a:p>
          <a:p>
            <a:pPr>
              <a:buFont typeface="Arial" panose="020B0604020202020204" pitchFamily="34" charset="0"/>
              <a:buChar char="•"/>
            </a:pPr>
            <a:r>
              <a:rPr lang="en-US" dirty="0"/>
              <a:t>Dog extends Mammal</a:t>
            </a:r>
            <a:br>
              <a:rPr lang="en-US" dirty="0"/>
            </a:br>
            <a:r>
              <a:rPr lang="en-US" dirty="0"/>
              <a:t>So Dog </a:t>
            </a:r>
            <a:r>
              <a:rPr lang="en-US" b="1" dirty="0"/>
              <a:t>is a Mammal</a:t>
            </a:r>
            <a:br>
              <a:rPr lang="en-US" dirty="0"/>
            </a:br>
            <a:r>
              <a:rPr lang="en-US" dirty="0"/>
              <a:t>→ </a:t>
            </a:r>
            <a:r>
              <a:rPr lang="en-US" b="1" dirty="0"/>
              <a:t>true</a:t>
            </a:r>
            <a:endParaRPr lang="en-US" dirty="0"/>
          </a:p>
        </p:txBody>
      </p:sp>
      <p:sp>
        <p:nvSpPr>
          <p:cNvPr id="18" name="TextBox 17">
            <a:extLst>
              <a:ext uri="{FF2B5EF4-FFF2-40B4-BE49-F238E27FC236}">
                <a16:creationId xmlns:a16="http://schemas.microsoft.com/office/drawing/2014/main" id="{E9739E42-0EF1-512F-BD9B-D8CFDFFB8544}"/>
              </a:ext>
            </a:extLst>
          </p:cNvPr>
          <p:cNvSpPr txBox="1"/>
          <p:nvPr/>
        </p:nvSpPr>
        <p:spPr>
          <a:xfrm>
            <a:off x="6934200" y="4843908"/>
            <a:ext cx="3982065" cy="1200329"/>
          </a:xfrm>
          <a:prstGeom prst="rect">
            <a:avLst/>
          </a:prstGeom>
          <a:noFill/>
        </p:spPr>
        <p:txBody>
          <a:bodyPr wrap="square">
            <a:spAutoFit/>
          </a:bodyPr>
          <a:lstStyle/>
          <a:p>
            <a:pPr>
              <a:buNone/>
            </a:pPr>
            <a:r>
              <a:rPr lang="en-US" b="1" dirty="0">
                <a:latin typeface="Courier New" panose="02070309020205020404" pitchFamily="49" charset="0"/>
              </a:rPr>
              <a:t>d </a:t>
            </a:r>
            <a:r>
              <a:rPr lang="en-US" b="1" dirty="0" err="1">
                <a:latin typeface="Courier New" panose="02070309020205020404" pitchFamily="49" charset="0"/>
              </a:rPr>
              <a:t>instanceof</a:t>
            </a:r>
            <a:r>
              <a:rPr lang="en-US" b="1" dirty="0">
                <a:latin typeface="Courier New" panose="02070309020205020404" pitchFamily="49" charset="0"/>
              </a:rPr>
              <a:t> Animal</a:t>
            </a:r>
            <a:endParaRPr lang="en-US" b="1" dirty="0"/>
          </a:p>
          <a:p>
            <a:pPr>
              <a:buFont typeface="Arial" panose="020B0604020202020204" pitchFamily="34" charset="0"/>
              <a:buChar char="•"/>
            </a:pPr>
            <a:r>
              <a:rPr lang="en-US" dirty="0"/>
              <a:t>Dog → Mammal → Animal</a:t>
            </a:r>
            <a:br>
              <a:rPr lang="en-US" dirty="0"/>
            </a:br>
            <a:r>
              <a:rPr lang="en-US" dirty="0"/>
              <a:t>So Dog </a:t>
            </a:r>
            <a:r>
              <a:rPr lang="en-US" b="1" dirty="0"/>
              <a:t>is also an Animal</a:t>
            </a:r>
            <a:br>
              <a:rPr lang="en-US" dirty="0"/>
            </a:br>
            <a:r>
              <a:rPr lang="en-US" dirty="0"/>
              <a:t>→ </a:t>
            </a:r>
            <a:r>
              <a:rPr lang="en-US" b="1" dirty="0"/>
              <a:t>true</a:t>
            </a:r>
            <a:endParaRPr lang="en-US" dirty="0"/>
          </a:p>
        </p:txBody>
      </p:sp>
      <p:pic>
        <p:nvPicPr>
          <p:cNvPr id="20" name="Picture 19">
            <a:extLst>
              <a:ext uri="{FF2B5EF4-FFF2-40B4-BE49-F238E27FC236}">
                <a16:creationId xmlns:a16="http://schemas.microsoft.com/office/drawing/2014/main" id="{23A1C81B-4E90-7204-FC7A-B354D05D783B}"/>
              </a:ext>
            </a:extLst>
          </p:cNvPr>
          <p:cNvPicPr>
            <a:picLocks noChangeAspect="1"/>
          </p:cNvPicPr>
          <p:nvPr/>
        </p:nvPicPr>
        <p:blipFill>
          <a:blip r:embed="rId3"/>
          <a:stretch>
            <a:fillRect/>
          </a:stretch>
        </p:blipFill>
        <p:spPr>
          <a:xfrm>
            <a:off x="5048886" y="351737"/>
            <a:ext cx="4389643" cy="2061963"/>
          </a:xfrm>
          <a:prstGeom prst="rect">
            <a:avLst/>
          </a:prstGeom>
        </p:spPr>
      </p:pic>
      <p:pic>
        <p:nvPicPr>
          <p:cNvPr id="22" name="Picture 21">
            <a:extLst>
              <a:ext uri="{FF2B5EF4-FFF2-40B4-BE49-F238E27FC236}">
                <a16:creationId xmlns:a16="http://schemas.microsoft.com/office/drawing/2014/main" id="{D381F8A4-0579-8BCD-1E31-136417BA80BA}"/>
              </a:ext>
            </a:extLst>
          </p:cNvPr>
          <p:cNvPicPr>
            <a:picLocks noChangeAspect="1"/>
          </p:cNvPicPr>
          <p:nvPr/>
        </p:nvPicPr>
        <p:blipFill>
          <a:blip r:embed="rId4"/>
          <a:stretch>
            <a:fillRect/>
          </a:stretch>
        </p:blipFill>
        <p:spPr>
          <a:xfrm>
            <a:off x="9589592" y="438866"/>
            <a:ext cx="2220199" cy="1575226"/>
          </a:xfrm>
          <a:prstGeom prst="rect">
            <a:avLst/>
          </a:prstGeom>
        </p:spPr>
      </p:pic>
    </p:spTree>
    <p:extLst>
      <p:ext uri="{BB962C8B-B14F-4D97-AF65-F5344CB8AC3E}">
        <p14:creationId xmlns:p14="http://schemas.microsoft.com/office/powerpoint/2010/main" val="987042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03652D-865A-7ADA-C6D5-95567708BA70}"/>
              </a:ext>
            </a:extLst>
          </p:cNvPr>
          <p:cNvSpPr>
            <a:spLocks noGrp="1"/>
          </p:cNvSpPr>
          <p:nvPr>
            <p:ph type="sldNum" sz="quarter" idx="12"/>
          </p:nvPr>
        </p:nvSpPr>
        <p:spPr/>
        <p:txBody>
          <a:bodyPr/>
          <a:lstStyle/>
          <a:p>
            <a:fld id="{4DAC0951-10B0-4509-9BA5-FD8683A6F967}" type="slidenum">
              <a:rPr lang="en-IN" smtClean="0"/>
              <a:pPr/>
              <a:t>16</a:t>
            </a:fld>
            <a:endParaRPr lang="en-IN"/>
          </a:p>
        </p:txBody>
      </p:sp>
      <p:sp>
        <p:nvSpPr>
          <p:cNvPr id="6" name="TextBox 5">
            <a:extLst>
              <a:ext uri="{FF2B5EF4-FFF2-40B4-BE49-F238E27FC236}">
                <a16:creationId xmlns:a16="http://schemas.microsoft.com/office/drawing/2014/main" id="{ECA94DBE-C881-6EB2-567C-7DCC831F62DD}"/>
              </a:ext>
            </a:extLst>
          </p:cNvPr>
          <p:cNvSpPr txBox="1"/>
          <p:nvPr/>
        </p:nvSpPr>
        <p:spPr>
          <a:xfrm>
            <a:off x="698090" y="680572"/>
            <a:ext cx="6096000" cy="369332"/>
          </a:xfrm>
          <a:prstGeom prst="rect">
            <a:avLst/>
          </a:prstGeom>
          <a:noFill/>
        </p:spPr>
        <p:txBody>
          <a:bodyPr wrap="square">
            <a:spAutoFit/>
          </a:bodyPr>
          <a:lstStyle/>
          <a:p>
            <a:pPr>
              <a:buNone/>
            </a:pPr>
            <a:r>
              <a:rPr lang="en-IN" dirty="0"/>
              <a:t>If you wrote:</a:t>
            </a:r>
          </a:p>
        </p:txBody>
      </p:sp>
      <p:pic>
        <p:nvPicPr>
          <p:cNvPr id="8" name="Picture 7">
            <a:extLst>
              <a:ext uri="{FF2B5EF4-FFF2-40B4-BE49-F238E27FC236}">
                <a16:creationId xmlns:a16="http://schemas.microsoft.com/office/drawing/2014/main" id="{79327026-204C-93DD-8140-A7717BCCC6A7}"/>
              </a:ext>
            </a:extLst>
          </p:cNvPr>
          <p:cNvPicPr>
            <a:picLocks noChangeAspect="1"/>
          </p:cNvPicPr>
          <p:nvPr/>
        </p:nvPicPr>
        <p:blipFill>
          <a:blip r:embed="rId2"/>
          <a:stretch>
            <a:fillRect/>
          </a:stretch>
        </p:blipFill>
        <p:spPr>
          <a:xfrm>
            <a:off x="698090" y="1223298"/>
            <a:ext cx="5944161" cy="1008625"/>
          </a:xfrm>
          <a:prstGeom prst="rect">
            <a:avLst/>
          </a:prstGeom>
        </p:spPr>
      </p:pic>
      <p:sp>
        <p:nvSpPr>
          <p:cNvPr id="10" name="TextBox 9">
            <a:extLst>
              <a:ext uri="{FF2B5EF4-FFF2-40B4-BE49-F238E27FC236}">
                <a16:creationId xmlns:a16="http://schemas.microsoft.com/office/drawing/2014/main" id="{B75E289E-C711-D7FF-D7FD-A2ED77C27FD4}"/>
              </a:ext>
            </a:extLst>
          </p:cNvPr>
          <p:cNvSpPr txBox="1"/>
          <p:nvPr/>
        </p:nvSpPr>
        <p:spPr>
          <a:xfrm>
            <a:off x="698090" y="2833837"/>
            <a:ext cx="6096000" cy="369332"/>
          </a:xfrm>
          <a:prstGeom prst="rect">
            <a:avLst/>
          </a:prstGeom>
          <a:noFill/>
        </p:spPr>
        <p:txBody>
          <a:bodyPr wrap="square">
            <a:spAutoFit/>
          </a:bodyPr>
          <a:lstStyle/>
          <a:p>
            <a:pPr>
              <a:buNone/>
            </a:pPr>
            <a:r>
              <a:rPr lang="en-US" dirty="0"/>
              <a:t>Output would be </a:t>
            </a:r>
            <a:r>
              <a:rPr lang="en-US" b="1" dirty="0"/>
              <a:t>false</a:t>
            </a:r>
            <a:r>
              <a:rPr lang="en-US" dirty="0"/>
              <a:t>, because not every Animal is a Dog.</a:t>
            </a:r>
          </a:p>
        </p:txBody>
      </p:sp>
      <p:sp>
        <p:nvSpPr>
          <p:cNvPr id="12" name="TextBox 11">
            <a:extLst>
              <a:ext uri="{FF2B5EF4-FFF2-40B4-BE49-F238E27FC236}">
                <a16:creationId xmlns:a16="http://schemas.microsoft.com/office/drawing/2014/main" id="{494282AA-11E5-347D-70FE-00EEA8942191}"/>
              </a:ext>
            </a:extLst>
          </p:cNvPr>
          <p:cNvSpPr txBox="1"/>
          <p:nvPr/>
        </p:nvSpPr>
        <p:spPr>
          <a:xfrm>
            <a:off x="622170" y="3580241"/>
            <a:ext cx="6096000" cy="646331"/>
          </a:xfrm>
          <a:prstGeom prst="rect">
            <a:avLst/>
          </a:prstGeom>
          <a:noFill/>
        </p:spPr>
        <p:txBody>
          <a:bodyPr wrap="square">
            <a:spAutoFit/>
          </a:bodyPr>
          <a:lstStyle/>
          <a:p>
            <a:r>
              <a:rPr lang="en-US" b="1" dirty="0">
                <a:latin typeface="Courier New" panose="02070309020205020404" pitchFamily="49" charset="0"/>
              </a:rPr>
              <a:t>Remember: </a:t>
            </a:r>
            <a:r>
              <a:rPr lang="en-US" dirty="0" err="1">
                <a:latin typeface="Courier New" panose="02070309020205020404" pitchFamily="49" charset="0"/>
              </a:rPr>
              <a:t>instanceof</a:t>
            </a:r>
            <a:r>
              <a:rPr lang="en-US" dirty="0"/>
              <a:t> returns true if the object belongs to that class </a:t>
            </a:r>
            <a:r>
              <a:rPr lang="en-US" b="1" dirty="0"/>
              <a:t>or any of its parent classes</a:t>
            </a:r>
            <a:r>
              <a:rPr lang="en-US" dirty="0"/>
              <a:t>.</a:t>
            </a:r>
            <a:endParaRPr lang="en-IN" dirty="0"/>
          </a:p>
        </p:txBody>
      </p:sp>
    </p:spTree>
    <p:extLst>
      <p:ext uri="{BB962C8B-B14F-4D97-AF65-F5344CB8AC3E}">
        <p14:creationId xmlns:p14="http://schemas.microsoft.com/office/powerpoint/2010/main" val="969549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7C880-6E24-47FC-9736-95089FE333AC}"/>
              </a:ext>
            </a:extLst>
          </p:cNvPr>
          <p:cNvSpPr>
            <a:spLocks noGrp="1"/>
          </p:cNvSpPr>
          <p:nvPr>
            <p:ph type="title"/>
          </p:nvPr>
        </p:nvSpPr>
        <p:spPr/>
        <p:txBody>
          <a:bodyPr/>
          <a:lstStyle/>
          <a:p>
            <a:r>
              <a:rPr lang="en-IN" b="1">
                <a:solidFill>
                  <a:srgbClr val="C00000"/>
                </a:solidFill>
                <a:latin typeface="Arial Rounded MT Bold" panose="020F0704030504030204" pitchFamily="34" charset="0"/>
              </a:rPr>
              <a:t>HAS – A Relationship</a:t>
            </a:r>
          </a:p>
        </p:txBody>
      </p:sp>
      <p:sp>
        <p:nvSpPr>
          <p:cNvPr id="3" name="Content Placeholder 2">
            <a:extLst>
              <a:ext uri="{FF2B5EF4-FFF2-40B4-BE49-F238E27FC236}">
                <a16:creationId xmlns:a16="http://schemas.microsoft.com/office/drawing/2014/main" id="{6D73A6A8-5A4F-41FE-BD0B-C488AD6AB772}"/>
              </a:ext>
            </a:extLst>
          </p:cNvPr>
          <p:cNvSpPr>
            <a:spLocks noGrp="1"/>
          </p:cNvSpPr>
          <p:nvPr>
            <p:ph idx="1"/>
          </p:nvPr>
        </p:nvSpPr>
        <p:spPr>
          <a:xfrm>
            <a:off x="838200" y="1825625"/>
            <a:ext cx="10515600" cy="873330"/>
          </a:xfrm>
          <a:ln>
            <a:solidFill>
              <a:srgbClr val="F93548"/>
            </a:solidFill>
          </a:ln>
        </p:spPr>
        <p:txBody>
          <a:bodyPr>
            <a:normAutofit lnSpcReduction="10000"/>
          </a:bodyPr>
          <a:lstStyle/>
          <a:p>
            <a:pPr algn="just">
              <a:lnSpc>
                <a:spcPct val="100000"/>
              </a:lnSpc>
            </a:pPr>
            <a:r>
              <a:rPr lang="en-US">
                <a:latin typeface="Gill Sans MT" panose="020B0502020104020203" pitchFamily="34" charset="0"/>
              </a:rPr>
              <a:t>This determines whether a certain class HAS-A certain thing. This relationship helps to reduce duplication of code as well as bugs.</a:t>
            </a:r>
            <a:endParaRPr lang="en-IN">
              <a:latin typeface="Gill Sans MT" panose="020B0502020104020203" pitchFamily="34" charset="0"/>
            </a:endParaRPr>
          </a:p>
        </p:txBody>
      </p:sp>
      <p:sp>
        <p:nvSpPr>
          <p:cNvPr id="4" name="Slide Number Placeholder 3">
            <a:extLst>
              <a:ext uri="{FF2B5EF4-FFF2-40B4-BE49-F238E27FC236}">
                <a16:creationId xmlns:a16="http://schemas.microsoft.com/office/drawing/2014/main" id="{CAFAAE3D-CA8D-4CB8-8AB0-327969B78A6D}"/>
              </a:ext>
            </a:extLst>
          </p:cNvPr>
          <p:cNvSpPr>
            <a:spLocks noGrp="1"/>
          </p:cNvSpPr>
          <p:nvPr>
            <p:ph type="sldNum" sz="quarter" idx="12"/>
          </p:nvPr>
        </p:nvSpPr>
        <p:spPr/>
        <p:txBody>
          <a:bodyPr/>
          <a:lstStyle/>
          <a:p>
            <a:fld id="{4DAC0951-10B0-4509-9BA5-FD8683A6F967}" type="slidenum">
              <a:rPr lang="en-IN" smtClean="0"/>
              <a:pPr/>
              <a:t>17</a:t>
            </a:fld>
            <a:endParaRPr lang="en-IN"/>
          </a:p>
        </p:txBody>
      </p:sp>
      <p:sp>
        <p:nvSpPr>
          <p:cNvPr id="8" name="TextBox 7">
            <a:extLst>
              <a:ext uri="{FF2B5EF4-FFF2-40B4-BE49-F238E27FC236}">
                <a16:creationId xmlns:a16="http://schemas.microsoft.com/office/drawing/2014/main" id="{B7FBE616-F5D5-4C26-9E4D-640FA3DF62A7}"/>
              </a:ext>
            </a:extLst>
          </p:cNvPr>
          <p:cNvSpPr txBox="1"/>
          <p:nvPr/>
        </p:nvSpPr>
        <p:spPr>
          <a:xfrm>
            <a:off x="1058197" y="2784618"/>
            <a:ext cx="2079141" cy="584775"/>
          </a:xfrm>
          <a:prstGeom prst="rect">
            <a:avLst/>
          </a:prstGeom>
          <a:noFill/>
          <a:ln>
            <a:noFill/>
          </a:ln>
        </p:spPr>
        <p:txBody>
          <a:bodyPr wrap="square">
            <a:spAutoFit/>
          </a:bodyPr>
          <a:lstStyle/>
          <a:p>
            <a:r>
              <a:rPr lang="en-IN" sz="3200">
                <a:latin typeface="Gill Sans MT" panose="020B0502020104020203" pitchFamily="34" charset="0"/>
              </a:rPr>
              <a:t>Example:</a:t>
            </a:r>
          </a:p>
        </p:txBody>
      </p:sp>
      <p:sp>
        <p:nvSpPr>
          <p:cNvPr id="9" name="Content Placeholder 2">
            <a:extLst>
              <a:ext uri="{FF2B5EF4-FFF2-40B4-BE49-F238E27FC236}">
                <a16:creationId xmlns:a16="http://schemas.microsoft.com/office/drawing/2014/main" id="{2B718B5A-6E6E-4FFD-A8F0-877B141D0C12}"/>
              </a:ext>
            </a:extLst>
          </p:cNvPr>
          <p:cNvSpPr txBox="1">
            <a:spLocks/>
          </p:cNvSpPr>
          <p:nvPr/>
        </p:nvSpPr>
        <p:spPr>
          <a:xfrm>
            <a:off x="1058197" y="3488607"/>
            <a:ext cx="5632658" cy="3073041"/>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solidFill>
                  <a:srgbClr val="0070C0"/>
                </a:solidFill>
                <a:latin typeface="Consolas" panose="020B0609020204030204" pitchFamily="49" charset="0"/>
              </a:rPr>
              <a:t>public class </a:t>
            </a:r>
            <a:r>
              <a:rPr lang="en-US" sz="1800">
                <a:latin typeface="Consolas" panose="020B0609020204030204" pitchFamily="49" charset="0"/>
              </a:rPr>
              <a:t>Vehicle{}</a:t>
            </a:r>
          </a:p>
          <a:p>
            <a:pPr marL="0" indent="0">
              <a:buNone/>
            </a:pPr>
            <a:r>
              <a:rPr lang="en-US" sz="1800">
                <a:solidFill>
                  <a:srgbClr val="0070C0"/>
                </a:solidFill>
                <a:latin typeface="Consolas" panose="020B0609020204030204" pitchFamily="49" charset="0"/>
              </a:rPr>
              <a:t>public class </a:t>
            </a:r>
            <a:r>
              <a:rPr lang="en-US" sz="1800">
                <a:latin typeface="Consolas" panose="020B0609020204030204" pitchFamily="49" charset="0"/>
              </a:rPr>
              <a:t>Speed{}</a:t>
            </a:r>
          </a:p>
          <a:p>
            <a:pPr marL="0" indent="0">
              <a:buNone/>
            </a:pPr>
            <a:endParaRPr lang="en-US" sz="1800">
              <a:latin typeface="Consolas" panose="020B0609020204030204" pitchFamily="49" charset="0"/>
            </a:endParaRPr>
          </a:p>
          <a:p>
            <a:pPr marL="0" indent="0">
              <a:buNone/>
            </a:pPr>
            <a:r>
              <a:rPr lang="en-US" sz="1800">
                <a:solidFill>
                  <a:srgbClr val="0070C0"/>
                </a:solidFill>
                <a:latin typeface="Consolas" panose="020B0609020204030204" pitchFamily="49" charset="0"/>
              </a:rPr>
              <a:t>public class </a:t>
            </a:r>
            <a:r>
              <a:rPr lang="en-US" sz="1800">
                <a:latin typeface="Consolas" panose="020B0609020204030204" pitchFamily="49" charset="0"/>
              </a:rPr>
              <a:t>Van </a:t>
            </a:r>
            <a:r>
              <a:rPr lang="en-US" sz="1800">
                <a:solidFill>
                  <a:srgbClr val="C00000"/>
                </a:solidFill>
                <a:latin typeface="Consolas" panose="020B0609020204030204" pitchFamily="49" charset="0"/>
              </a:rPr>
              <a:t>extends</a:t>
            </a:r>
            <a:r>
              <a:rPr lang="en-US" sz="1800">
                <a:latin typeface="Consolas" panose="020B0609020204030204" pitchFamily="49" charset="0"/>
              </a:rPr>
              <a:t> Vehicle {</a:t>
            </a:r>
          </a:p>
          <a:p>
            <a:pPr marL="0" indent="0">
              <a:buNone/>
            </a:pPr>
            <a:r>
              <a:rPr lang="en-US" sz="1800">
                <a:latin typeface="Consolas" panose="020B0609020204030204" pitchFamily="49" charset="0"/>
              </a:rPr>
              <a:t>   </a:t>
            </a:r>
            <a:r>
              <a:rPr lang="en-US" sz="1800">
                <a:solidFill>
                  <a:srgbClr val="0070C0"/>
                </a:solidFill>
                <a:latin typeface="Consolas" panose="020B0609020204030204" pitchFamily="49" charset="0"/>
              </a:rPr>
              <a:t>private</a:t>
            </a:r>
            <a:r>
              <a:rPr lang="en-US" sz="1800">
                <a:latin typeface="Consolas" panose="020B0609020204030204" pitchFamily="49" charset="0"/>
              </a:rPr>
              <a:t> Speed </a:t>
            </a:r>
            <a:r>
              <a:rPr lang="en-US" sz="1800" err="1">
                <a:latin typeface="Consolas" panose="020B0609020204030204" pitchFamily="49" charset="0"/>
              </a:rPr>
              <a:t>sp</a:t>
            </a:r>
            <a:r>
              <a:rPr lang="en-US" sz="1800">
                <a:latin typeface="Consolas" panose="020B0609020204030204" pitchFamily="49" charset="0"/>
              </a:rPr>
              <a:t>;</a:t>
            </a:r>
          </a:p>
          <a:p>
            <a:pPr marL="0" indent="0">
              <a:buNone/>
            </a:pPr>
            <a:r>
              <a:rPr lang="en-US" sz="1800">
                <a:latin typeface="Consolas" panose="020B0609020204030204" pitchFamily="49" charset="0"/>
              </a:rPr>
              <a:t>} </a:t>
            </a:r>
            <a:endParaRPr lang="en-IN" sz="1800">
              <a:latin typeface="Consolas" panose="020B0609020204030204" pitchFamily="49" charset="0"/>
            </a:endParaRPr>
          </a:p>
        </p:txBody>
      </p:sp>
      <p:sp>
        <p:nvSpPr>
          <p:cNvPr id="14" name="TextBox 13">
            <a:extLst>
              <a:ext uri="{FF2B5EF4-FFF2-40B4-BE49-F238E27FC236}">
                <a16:creationId xmlns:a16="http://schemas.microsoft.com/office/drawing/2014/main" id="{BE9690C8-BCE2-466F-AEBA-FB83C1B611DC}"/>
              </a:ext>
            </a:extLst>
          </p:cNvPr>
          <p:cNvSpPr txBox="1"/>
          <p:nvPr/>
        </p:nvSpPr>
        <p:spPr>
          <a:xfrm>
            <a:off x="7156655" y="3327323"/>
            <a:ext cx="4538816" cy="2677656"/>
          </a:xfrm>
          <a:prstGeom prst="rect">
            <a:avLst/>
          </a:prstGeom>
          <a:noFill/>
          <a:ln>
            <a:solidFill>
              <a:srgbClr val="F93548"/>
            </a:solidFill>
          </a:ln>
        </p:spPr>
        <p:txBody>
          <a:bodyPr wrap="square">
            <a:spAutoFit/>
          </a:bodyPr>
          <a:lstStyle/>
          <a:p>
            <a:pPr algn="just"/>
            <a:r>
              <a:rPr lang="en-US" sz="2400">
                <a:solidFill>
                  <a:srgbClr val="C00000"/>
                </a:solidFill>
                <a:latin typeface="Gill Sans MT" panose="020B0502020104020203" pitchFamily="34" charset="0"/>
              </a:rPr>
              <a:t>Class Van </a:t>
            </a:r>
            <a:r>
              <a:rPr lang="en-US" sz="2400">
                <a:latin typeface="Gill Sans MT" panose="020B0502020104020203" pitchFamily="34" charset="0"/>
              </a:rPr>
              <a:t>HAS-A </a:t>
            </a:r>
            <a:r>
              <a:rPr lang="en-US" sz="2400">
                <a:solidFill>
                  <a:srgbClr val="C00000"/>
                </a:solidFill>
                <a:latin typeface="Gill Sans MT" panose="020B0502020104020203" pitchFamily="34" charset="0"/>
              </a:rPr>
              <a:t>Speed</a:t>
            </a:r>
            <a:r>
              <a:rPr lang="en-US" sz="2400">
                <a:latin typeface="Gill Sans MT" panose="020B0502020104020203" pitchFamily="34" charset="0"/>
              </a:rPr>
              <a:t>. By having a separate class for Speed, we do not have to put the entire code that belongs to speed inside the Van class, which makes it possible to reuse the Speed class in multiple applications.</a:t>
            </a:r>
            <a:endParaRPr lang="en-IN" sz="2400">
              <a:latin typeface="Gill Sans MT" panose="020B0502020104020203" pitchFamily="34" charset="0"/>
            </a:endParaRPr>
          </a:p>
        </p:txBody>
      </p:sp>
    </p:spTree>
    <p:extLst>
      <p:ext uri="{BB962C8B-B14F-4D97-AF65-F5344CB8AC3E}">
        <p14:creationId xmlns:p14="http://schemas.microsoft.com/office/powerpoint/2010/main" val="4184056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9">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0188D-B313-4300-AD0A-070050BE213E}"/>
              </a:ext>
            </a:extLst>
          </p:cNvPr>
          <p:cNvSpPr>
            <a:spLocks noGrp="1"/>
          </p:cNvSpPr>
          <p:nvPr>
            <p:ph type="title"/>
          </p:nvPr>
        </p:nvSpPr>
        <p:spPr/>
        <p:txBody>
          <a:bodyPr/>
          <a:lstStyle/>
          <a:p>
            <a:r>
              <a:rPr lang="en-IN" b="1">
                <a:solidFill>
                  <a:srgbClr val="C00000"/>
                </a:solidFill>
                <a:latin typeface="Arial Rounded MT Bold" panose="020F0704030504030204" pitchFamily="34" charset="0"/>
              </a:rPr>
              <a:t>Types of Inheritance</a:t>
            </a:r>
          </a:p>
        </p:txBody>
      </p:sp>
      <p:sp>
        <p:nvSpPr>
          <p:cNvPr id="4" name="Slide Number Placeholder 3">
            <a:extLst>
              <a:ext uri="{FF2B5EF4-FFF2-40B4-BE49-F238E27FC236}">
                <a16:creationId xmlns:a16="http://schemas.microsoft.com/office/drawing/2014/main" id="{BDFF3B39-D4C5-4DAF-BF8E-FD317BC1E890}"/>
              </a:ext>
            </a:extLst>
          </p:cNvPr>
          <p:cNvSpPr>
            <a:spLocks noGrp="1"/>
          </p:cNvSpPr>
          <p:nvPr>
            <p:ph type="sldNum" sz="quarter" idx="12"/>
          </p:nvPr>
        </p:nvSpPr>
        <p:spPr/>
        <p:txBody>
          <a:bodyPr/>
          <a:lstStyle/>
          <a:p>
            <a:fld id="{4DAC0951-10B0-4509-9BA5-FD8683A6F967}" type="slidenum">
              <a:rPr lang="en-IN" smtClean="0"/>
              <a:pPr/>
              <a:t>18</a:t>
            </a:fld>
            <a:endParaRPr lang="en-IN"/>
          </a:p>
        </p:txBody>
      </p:sp>
      <p:sp>
        <p:nvSpPr>
          <p:cNvPr id="6" name="Thought Bubble: Cloud 5">
            <a:extLst>
              <a:ext uri="{FF2B5EF4-FFF2-40B4-BE49-F238E27FC236}">
                <a16:creationId xmlns:a16="http://schemas.microsoft.com/office/drawing/2014/main" id="{4A5441BE-6745-403C-9D65-2D26536FA209}"/>
              </a:ext>
            </a:extLst>
          </p:cNvPr>
          <p:cNvSpPr/>
          <p:nvPr/>
        </p:nvSpPr>
        <p:spPr>
          <a:xfrm>
            <a:off x="8610600" y="136525"/>
            <a:ext cx="2686665" cy="1962714"/>
          </a:xfrm>
          <a:prstGeom prst="cloudCallout">
            <a:avLst>
              <a:gd name="adj1" fmla="val -63055"/>
              <a:gd name="adj2" fmla="val 5615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6000"/>
              <a:t>4</a:t>
            </a:r>
          </a:p>
        </p:txBody>
      </p:sp>
      <p:graphicFrame>
        <p:nvGraphicFramePr>
          <p:cNvPr id="7" name="Diagram 6">
            <a:extLst>
              <a:ext uri="{FF2B5EF4-FFF2-40B4-BE49-F238E27FC236}">
                <a16:creationId xmlns:a16="http://schemas.microsoft.com/office/drawing/2014/main" id="{B8690056-8176-47B2-BA64-DC84AA6E94B8}"/>
              </a:ext>
            </a:extLst>
          </p:cNvPr>
          <p:cNvGraphicFramePr/>
          <p:nvPr>
            <p:extLst>
              <p:ext uri="{D42A27DB-BD31-4B8C-83A1-F6EECF244321}">
                <p14:modId xmlns:p14="http://schemas.microsoft.com/office/powerpoint/2010/main" val="835369290"/>
              </p:ext>
            </p:extLst>
          </p:nvPr>
        </p:nvGraphicFramePr>
        <p:xfrm>
          <a:off x="1338826" y="1910702"/>
          <a:ext cx="6578600" cy="42190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9207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F7217-AA5A-4AB9-99CA-A640DA0D1281}"/>
              </a:ext>
            </a:extLst>
          </p:cNvPr>
          <p:cNvSpPr>
            <a:spLocks noGrp="1"/>
          </p:cNvSpPr>
          <p:nvPr>
            <p:ph type="title"/>
          </p:nvPr>
        </p:nvSpPr>
        <p:spPr/>
        <p:txBody>
          <a:bodyPr/>
          <a:lstStyle/>
          <a:p>
            <a:r>
              <a:rPr lang="en-IN" b="1">
                <a:solidFill>
                  <a:srgbClr val="C00000"/>
                </a:solidFill>
                <a:latin typeface="Arial Rounded MT Bold" panose="020F0704030504030204" pitchFamily="34" charset="0"/>
              </a:rPr>
              <a:t>Single Inheritance</a:t>
            </a:r>
          </a:p>
        </p:txBody>
      </p:sp>
      <p:sp>
        <p:nvSpPr>
          <p:cNvPr id="4" name="Slide Number Placeholder 3">
            <a:extLst>
              <a:ext uri="{FF2B5EF4-FFF2-40B4-BE49-F238E27FC236}">
                <a16:creationId xmlns:a16="http://schemas.microsoft.com/office/drawing/2014/main" id="{6AB053C2-28B5-40A2-8B27-3325C9D346B0}"/>
              </a:ext>
            </a:extLst>
          </p:cNvPr>
          <p:cNvSpPr>
            <a:spLocks noGrp="1"/>
          </p:cNvSpPr>
          <p:nvPr>
            <p:ph type="sldNum" sz="quarter" idx="12"/>
          </p:nvPr>
        </p:nvSpPr>
        <p:spPr/>
        <p:txBody>
          <a:bodyPr/>
          <a:lstStyle/>
          <a:p>
            <a:fld id="{4DAC0951-10B0-4509-9BA5-FD8683A6F967}" type="slidenum">
              <a:rPr lang="en-IN" smtClean="0"/>
              <a:pPr/>
              <a:t>19</a:t>
            </a:fld>
            <a:endParaRPr lang="en-IN"/>
          </a:p>
        </p:txBody>
      </p:sp>
      <p:pic>
        <p:nvPicPr>
          <p:cNvPr id="13" name="Picture 12">
            <a:extLst>
              <a:ext uri="{FF2B5EF4-FFF2-40B4-BE49-F238E27FC236}">
                <a16:creationId xmlns:a16="http://schemas.microsoft.com/office/drawing/2014/main" id="{C452E406-6661-4FD7-A28C-329EE65D8718}"/>
              </a:ext>
            </a:extLst>
          </p:cNvPr>
          <p:cNvPicPr>
            <a:picLocks noChangeAspect="1"/>
          </p:cNvPicPr>
          <p:nvPr/>
        </p:nvPicPr>
        <p:blipFill rotWithShape="1">
          <a:blip r:embed="rId2">
            <a:extLst>
              <a:ext uri="{28A0092B-C50C-407E-A947-70E740481C1C}">
                <a14:useLocalDpi xmlns:a14="http://schemas.microsoft.com/office/drawing/2010/main" val="0"/>
              </a:ext>
            </a:extLst>
          </a:blip>
          <a:srcRect t="496"/>
          <a:stretch/>
        </p:blipFill>
        <p:spPr>
          <a:xfrm>
            <a:off x="266259" y="1357902"/>
            <a:ext cx="6197602" cy="5193132"/>
          </a:xfrm>
          <a:prstGeom prst="rect">
            <a:avLst/>
          </a:prstGeom>
        </p:spPr>
      </p:pic>
      <p:sp>
        <p:nvSpPr>
          <p:cNvPr id="14" name="Rectangle 13">
            <a:extLst>
              <a:ext uri="{FF2B5EF4-FFF2-40B4-BE49-F238E27FC236}">
                <a16:creationId xmlns:a16="http://schemas.microsoft.com/office/drawing/2014/main" id="{6EFDAD43-EE4A-4D71-BC7A-F67C825A766D}"/>
              </a:ext>
            </a:extLst>
          </p:cNvPr>
          <p:cNvSpPr/>
          <p:nvPr/>
        </p:nvSpPr>
        <p:spPr>
          <a:xfrm>
            <a:off x="5163354" y="1357902"/>
            <a:ext cx="1865292"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A</a:t>
            </a:r>
          </a:p>
        </p:txBody>
      </p:sp>
      <p:sp>
        <p:nvSpPr>
          <p:cNvPr id="15" name="Rectangle 14">
            <a:extLst>
              <a:ext uri="{FF2B5EF4-FFF2-40B4-BE49-F238E27FC236}">
                <a16:creationId xmlns:a16="http://schemas.microsoft.com/office/drawing/2014/main" id="{79ED7984-2D11-4173-AC61-6A3A3E00211A}"/>
              </a:ext>
            </a:extLst>
          </p:cNvPr>
          <p:cNvSpPr/>
          <p:nvPr/>
        </p:nvSpPr>
        <p:spPr>
          <a:xfrm>
            <a:off x="5205903" y="2710236"/>
            <a:ext cx="1865292"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C00000"/>
                </a:solidFill>
                <a:latin typeface="Gill Sans MT" panose="020B0502020104020203" pitchFamily="34" charset="0"/>
              </a:rPr>
              <a:t>Class B</a:t>
            </a:r>
          </a:p>
        </p:txBody>
      </p:sp>
      <p:cxnSp>
        <p:nvCxnSpPr>
          <p:cNvPr id="16" name="Straight Arrow Connector 15">
            <a:extLst>
              <a:ext uri="{FF2B5EF4-FFF2-40B4-BE49-F238E27FC236}">
                <a16:creationId xmlns:a16="http://schemas.microsoft.com/office/drawing/2014/main" id="{63D2DD5B-67E1-4C3A-B5AE-F6EEF19EB750}"/>
              </a:ext>
            </a:extLst>
          </p:cNvPr>
          <p:cNvCxnSpPr>
            <a:cxnSpLocks/>
          </p:cNvCxnSpPr>
          <p:nvPr/>
        </p:nvCxnSpPr>
        <p:spPr>
          <a:xfrm flipV="1">
            <a:off x="6138549" y="1801618"/>
            <a:ext cx="0" cy="88184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F6E5E8F-CAA6-4FAA-9ABB-4821831E9C78}"/>
              </a:ext>
            </a:extLst>
          </p:cNvPr>
          <p:cNvSpPr txBox="1"/>
          <p:nvPr/>
        </p:nvSpPr>
        <p:spPr>
          <a:xfrm>
            <a:off x="7915349" y="1457711"/>
            <a:ext cx="3849329" cy="1569660"/>
          </a:xfrm>
          <a:prstGeom prst="rect">
            <a:avLst/>
          </a:prstGeom>
          <a:noFill/>
          <a:ln>
            <a:solidFill>
              <a:srgbClr val="00B050"/>
            </a:solidFill>
          </a:ln>
        </p:spPr>
        <p:txBody>
          <a:bodyPr wrap="square" rtlCol="0">
            <a:spAutoFit/>
          </a:bodyPr>
          <a:lstStyle/>
          <a:p>
            <a:pPr algn="just"/>
            <a:r>
              <a:rPr lang="en-IN" sz="2400">
                <a:latin typeface="Gill Sans MT" panose="020B0502020104020203" pitchFamily="34" charset="0"/>
              </a:rPr>
              <a:t>Process where a sub class inherits all the properties and behaviour of a single super class.</a:t>
            </a:r>
          </a:p>
        </p:txBody>
      </p:sp>
      <p:sp>
        <p:nvSpPr>
          <p:cNvPr id="22" name="Content Placeholder 2">
            <a:extLst>
              <a:ext uri="{FF2B5EF4-FFF2-40B4-BE49-F238E27FC236}">
                <a16:creationId xmlns:a16="http://schemas.microsoft.com/office/drawing/2014/main" id="{9D725075-BDD6-4FA7-AC22-53DF60B41BF3}"/>
              </a:ext>
            </a:extLst>
          </p:cNvPr>
          <p:cNvSpPr>
            <a:spLocks noGrp="1"/>
          </p:cNvSpPr>
          <p:nvPr>
            <p:ph idx="1"/>
          </p:nvPr>
        </p:nvSpPr>
        <p:spPr>
          <a:xfrm>
            <a:off x="6463861" y="3601788"/>
            <a:ext cx="5168081" cy="2279552"/>
          </a:xfrm>
          <a:ln>
            <a:solidFill>
              <a:srgbClr val="F93548"/>
            </a:solidFill>
          </a:ln>
        </p:spPr>
        <p:txBody>
          <a:bodyPr>
            <a:noAutofit/>
          </a:bodyPr>
          <a:lstStyle/>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class </a:t>
            </a:r>
            <a:r>
              <a:rPr lang="en-IN" sz="1800">
                <a:latin typeface="Consolas" panose="020B0609020204030204" pitchFamily="49" charset="0"/>
              </a:rPr>
              <a:t>A {</a:t>
            </a:r>
          </a:p>
          <a:p>
            <a:pPr marL="0" indent="0">
              <a:buNone/>
            </a:pPr>
            <a:r>
              <a:rPr lang="en-IN" sz="1800">
                <a:latin typeface="Consolas" panose="020B0609020204030204" pitchFamily="49" charset="0"/>
              </a:rPr>
              <a:t>  ------------------</a:t>
            </a:r>
            <a:br>
              <a:rPr lang="en-IN" sz="1800">
                <a:latin typeface="Consolas" panose="020B0609020204030204" pitchFamily="49" charset="0"/>
              </a:rPr>
            </a:br>
            <a:r>
              <a:rPr lang="en-IN" sz="1800">
                <a:latin typeface="Consolas" panose="020B0609020204030204" pitchFamily="49" charset="0"/>
              </a:rPr>
              <a:t> }</a:t>
            </a:r>
          </a:p>
          <a:p>
            <a:pPr marL="0" indent="0">
              <a:buNone/>
            </a:pPr>
            <a:r>
              <a:rPr lang="en-IN" sz="1800">
                <a:solidFill>
                  <a:srgbClr val="0070C0"/>
                </a:solidFill>
                <a:latin typeface="Consolas" panose="020B0609020204030204" pitchFamily="49" charset="0"/>
              </a:rPr>
              <a:t> public class </a:t>
            </a:r>
            <a:r>
              <a:rPr lang="en-IN" sz="1800">
                <a:latin typeface="Consolas" panose="020B0609020204030204" pitchFamily="49" charset="0"/>
              </a:rPr>
              <a:t>B</a:t>
            </a:r>
            <a:r>
              <a:rPr lang="en-IN" sz="1800">
                <a:solidFill>
                  <a:srgbClr val="0070C0"/>
                </a:solidFill>
                <a:latin typeface="Consolas" panose="020B0609020204030204" pitchFamily="49" charset="0"/>
              </a:rPr>
              <a:t> </a:t>
            </a:r>
            <a:r>
              <a:rPr lang="en-IN" sz="1800">
                <a:solidFill>
                  <a:srgbClr val="C00000"/>
                </a:solidFill>
                <a:latin typeface="Consolas" panose="020B0609020204030204" pitchFamily="49" charset="0"/>
              </a:rPr>
              <a:t>extends</a:t>
            </a:r>
            <a:r>
              <a:rPr lang="en-IN" sz="1800">
                <a:solidFill>
                  <a:srgbClr val="0070C0"/>
                </a:solidFill>
                <a:latin typeface="Consolas" panose="020B0609020204030204" pitchFamily="49" charset="0"/>
              </a:rPr>
              <a:t> </a:t>
            </a:r>
            <a:r>
              <a:rPr lang="en-IN" sz="1800">
                <a:latin typeface="Consolas" panose="020B0609020204030204" pitchFamily="49" charset="0"/>
              </a:rPr>
              <a:t>A {</a:t>
            </a:r>
          </a:p>
          <a:p>
            <a:pPr marL="0" indent="0">
              <a:buNone/>
            </a:pPr>
            <a:r>
              <a:rPr lang="en-IN" sz="1800">
                <a:latin typeface="Consolas" panose="020B0609020204030204" pitchFamily="49" charset="0"/>
              </a:rPr>
              <a:t>  ------------------</a:t>
            </a:r>
            <a:br>
              <a:rPr lang="en-IN" sz="1800">
                <a:latin typeface="Consolas" panose="020B0609020204030204" pitchFamily="49" charset="0"/>
              </a:rPr>
            </a:br>
            <a:r>
              <a:rPr lang="en-IN" sz="1800">
                <a:latin typeface="Consolas" panose="020B0609020204030204" pitchFamily="49" charset="0"/>
              </a:rPr>
              <a:t> }</a:t>
            </a:r>
          </a:p>
          <a:p>
            <a:pPr marL="0" indent="0">
              <a:buNone/>
            </a:pPr>
            <a:endParaRPr lang="en-IN" sz="1800">
              <a:latin typeface="Consolas" panose="020B0609020204030204" pitchFamily="49" charset="0"/>
            </a:endParaRPr>
          </a:p>
        </p:txBody>
      </p:sp>
    </p:spTree>
    <p:extLst>
      <p:ext uri="{BB962C8B-B14F-4D97-AF65-F5344CB8AC3E}">
        <p14:creationId xmlns:p14="http://schemas.microsoft.com/office/powerpoint/2010/main" val="3888154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2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4FB94C7-7D09-4B1F-A0E7-C3E502046981}"/>
              </a:ext>
            </a:extLst>
          </p:cNvPr>
          <p:cNvSpPr>
            <a:spLocks noGrp="1"/>
          </p:cNvSpPr>
          <p:nvPr>
            <p:ph type="sldNum" sz="quarter" idx="12"/>
          </p:nvPr>
        </p:nvSpPr>
        <p:spPr/>
        <p:txBody>
          <a:bodyPr/>
          <a:lstStyle/>
          <a:p>
            <a:fld id="{4DAC0951-10B0-4509-9BA5-FD8683A6F967}" type="slidenum">
              <a:rPr lang="en-IN" smtClean="0"/>
              <a:pPr/>
              <a:t>20</a:t>
            </a:fld>
            <a:endParaRPr lang="en-IN"/>
          </a:p>
        </p:txBody>
      </p:sp>
      <p:sp>
        <p:nvSpPr>
          <p:cNvPr id="5" name="Content Placeholder 2">
            <a:extLst>
              <a:ext uri="{FF2B5EF4-FFF2-40B4-BE49-F238E27FC236}">
                <a16:creationId xmlns:a16="http://schemas.microsoft.com/office/drawing/2014/main" id="{C2CF354D-A379-4562-95B1-BD7857E840A0}"/>
              </a:ext>
            </a:extLst>
          </p:cNvPr>
          <p:cNvSpPr>
            <a:spLocks noGrp="1"/>
          </p:cNvSpPr>
          <p:nvPr>
            <p:ph idx="1"/>
          </p:nvPr>
        </p:nvSpPr>
        <p:spPr>
          <a:xfrm>
            <a:off x="6485603" y="753758"/>
            <a:ext cx="5168081" cy="5967717"/>
          </a:xfrm>
          <a:ln>
            <a:solidFill>
              <a:srgbClr val="F93548"/>
            </a:solidFill>
          </a:ln>
        </p:spPr>
        <p:txBody>
          <a:bodyPr>
            <a:noAutofit/>
          </a:bodyPr>
          <a:lstStyle/>
          <a:p>
            <a:pPr marL="0" indent="0">
              <a:buNone/>
            </a:pPr>
            <a:r>
              <a:rPr lang="en-IN" sz="1800" dirty="0">
                <a:solidFill>
                  <a:srgbClr val="0070C0"/>
                </a:solidFill>
                <a:latin typeface="Consolas" panose="020B0609020204030204" pitchFamily="49" charset="0"/>
              </a:rPr>
              <a:t>class</a:t>
            </a:r>
            <a:r>
              <a:rPr lang="en-IN" sz="1800" dirty="0">
                <a:latin typeface="Consolas" panose="020B0609020204030204" pitchFamily="49" charset="0"/>
              </a:rPr>
              <a:t> Animal{</a:t>
            </a:r>
          </a:p>
          <a:p>
            <a:pPr marL="0" indent="0">
              <a:buNone/>
            </a:pPr>
            <a:r>
              <a:rPr lang="en-IN" sz="1800" dirty="0">
                <a:solidFill>
                  <a:srgbClr val="0070C0"/>
                </a:solidFill>
                <a:latin typeface="Consolas" panose="020B0609020204030204" pitchFamily="49" charset="0"/>
              </a:rPr>
              <a:t>   void</a:t>
            </a:r>
            <a:r>
              <a:rPr lang="en-IN" sz="1800" dirty="0">
                <a:latin typeface="Consolas" panose="020B0609020204030204" pitchFamily="49" charset="0"/>
              </a:rPr>
              <a:t> eat(){  </a:t>
            </a:r>
          </a:p>
          <a:p>
            <a:pPr marL="0" indent="0">
              <a:buNone/>
            </a:pPr>
            <a:r>
              <a:rPr lang="en-IN" sz="1800" dirty="0">
                <a:latin typeface="Consolas" panose="020B0609020204030204" pitchFamily="49" charset="0"/>
              </a:rPr>
              <a:t>      </a:t>
            </a:r>
            <a:r>
              <a:rPr lang="en-IN" sz="1800" dirty="0" err="1">
                <a:solidFill>
                  <a:srgbClr val="C00000"/>
                </a:solidFill>
                <a:latin typeface="Consolas" panose="020B0609020204030204" pitchFamily="49" charset="0"/>
              </a:rPr>
              <a:t>System.out.println</a:t>
            </a:r>
            <a:r>
              <a:rPr lang="en-IN" sz="1800" dirty="0">
                <a:latin typeface="Consolas" panose="020B0609020204030204" pitchFamily="49" charset="0"/>
              </a:rPr>
              <a:t>(“</a:t>
            </a:r>
            <a:r>
              <a:rPr lang="en-IN" sz="1800" dirty="0">
                <a:solidFill>
                  <a:srgbClr val="00B050"/>
                </a:solidFill>
                <a:latin typeface="Consolas" panose="020B0609020204030204" pitchFamily="49" charset="0"/>
              </a:rPr>
              <a:t>eating</a:t>
            </a:r>
            <a:r>
              <a:rPr lang="en-IN" sz="1800" dirty="0">
                <a:latin typeface="Consolas" panose="020B0609020204030204" pitchFamily="49" charset="0"/>
              </a:rPr>
              <a:t>”);}</a:t>
            </a:r>
          </a:p>
          <a:p>
            <a:pPr marL="0" indent="0">
              <a:buNone/>
            </a:pPr>
            <a:r>
              <a:rPr lang="en-IN" sz="1800" dirty="0">
                <a:latin typeface="Consolas" panose="020B0609020204030204" pitchFamily="49" charset="0"/>
              </a:rPr>
              <a:t>}</a:t>
            </a:r>
          </a:p>
          <a:p>
            <a:pPr marL="0" indent="0">
              <a:buNone/>
            </a:pPr>
            <a:r>
              <a:rPr lang="en-IN" sz="1800" dirty="0">
                <a:solidFill>
                  <a:srgbClr val="0070C0"/>
                </a:solidFill>
                <a:latin typeface="Consolas" panose="020B0609020204030204" pitchFamily="49" charset="0"/>
              </a:rPr>
              <a:t>class</a:t>
            </a:r>
            <a:r>
              <a:rPr lang="en-IN" sz="1800" dirty="0">
                <a:latin typeface="Consolas" panose="020B0609020204030204" pitchFamily="49" charset="0"/>
              </a:rPr>
              <a:t> Dog </a:t>
            </a:r>
            <a:r>
              <a:rPr lang="en-IN" sz="1800" dirty="0">
                <a:solidFill>
                  <a:srgbClr val="C00000"/>
                </a:solidFill>
                <a:latin typeface="Consolas" panose="020B0609020204030204" pitchFamily="49" charset="0"/>
              </a:rPr>
              <a:t>extends</a:t>
            </a:r>
            <a:r>
              <a:rPr lang="en-IN" sz="1800" dirty="0">
                <a:latin typeface="Consolas" panose="020B0609020204030204" pitchFamily="49" charset="0"/>
              </a:rPr>
              <a:t> Animal{</a:t>
            </a:r>
          </a:p>
          <a:p>
            <a:pPr marL="0" indent="0">
              <a:buNone/>
            </a:pPr>
            <a:r>
              <a:rPr lang="en-IN" sz="1800" dirty="0">
                <a:latin typeface="Consolas" panose="020B0609020204030204" pitchFamily="49" charset="0"/>
              </a:rPr>
              <a:t>   </a:t>
            </a:r>
            <a:r>
              <a:rPr lang="en-IN" sz="1800" dirty="0">
                <a:solidFill>
                  <a:srgbClr val="0070C0"/>
                </a:solidFill>
                <a:latin typeface="Consolas" panose="020B0609020204030204" pitchFamily="49" charset="0"/>
              </a:rPr>
              <a:t>void</a:t>
            </a:r>
            <a:r>
              <a:rPr lang="en-IN" sz="1800" dirty="0">
                <a:latin typeface="Consolas" panose="020B0609020204030204" pitchFamily="49" charset="0"/>
              </a:rPr>
              <a:t> bark(){</a:t>
            </a:r>
          </a:p>
          <a:p>
            <a:pPr marL="0" indent="0">
              <a:buNone/>
            </a:pPr>
            <a:r>
              <a:rPr lang="en-IN" sz="1800" dirty="0">
                <a:latin typeface="Consolas" panose="020B0609020204030204" pitchFamily="49" charset="0"/>
              </a:rPr>
              <a:t>   </a:t>
            </a:r>
            <a:r>
              <a:rPr lang="en-IN" sz="1800" dirty="0" err="1">
                <a:solidFill>
                  <a:srgbClr val="C00000"/>
                </a:solidFill>
                <a:latin typeface="Consolas" panose="020B0609020204030204" pitchFamily="49" charset="0"/>
              </a:rPr>
              <a:t>System.out.println</a:t>
            </a:r>
            <a:r>
              <a:rPr lang="en-IN" sz="1800" dirty="0">
                <a:latin typeface="Consolas" panose="020B0609020204030204" pitchFamily="49" charset="0"/>
              </a:rPr>
              <a:t>(“</a:t>
            </a:r>
            <a:r>
              <a:rPr lang="en-IN" sz="1800" dirty="0">
                <a:solidFill>
                  <a:srgbClr val="00B050"/>
                </a:solidFill>
                <a:latin typeface="Consolas" panose="020B0609020204030204" pitchFamily="49" charset="0"/>
              </a:rPr>
              <a:t>barking</a:t>
            </a:r>
            <a:r>
              <a:rPr lang="en-IN" sz="1800" dirty="0">
                <a:latin typeface="Consolas" panose="020B0609020204030204" pitchFamily="49" charset="0"/>
              </a:rPr>
              <a:t>”);}</a:t>
            </a:r>
          </a:p>
          <a:p>
            <a:pPr marL="0" indent="0">
              <a:buNone/>
            </a:pPr>
            <a:r>
              <a:rPr lang="en-IN" sz="1800" dirty="0">
                <a:latin typeface="Consolas" panose="020B0609020204030204" pitchFamily="49" charset="0"/>
              </a:rPr>
              <a:t>}</a:t>
            </a:r>
          </a:p>
          <a:p>
            <a:pPr marL="0" indent="0">
              <a:buNone/>
            </a:pPr>
            <a:r>
              <a:rPr lang="en-IN" sz="1800" dirty="0">
                <a:solidFill>
                  <a:srgbClr val="0070C0"/>
                </a:solidFill>
                <a:latin typeface="Consolas" panose="020B0609020204030204" pitchFamily="49" charset="0"/>
              </a:rPr>
              <a:t>clas</a:t>
            </a:r>
            <a:r>
              <a:rPr lang="en-IN" sz="1800" dirty="0">
                <a:latin typeface="Consolas" panose="020B0609020204030204" pitchFamily="49" charset="0"/>
              </a:rPr>
              <a:t>s </a:t>
            </a:r>
            <a:r>
              <a:rPr lang="en-IN" sz="1800" dirty="0" err="1">
                <a:latin typeface="Consolas" panose="020B0609020204030204" pitchFamily="49" charset="0"/>
              </a:rPr>
              <a:t>TestInheritance</a:t>
            </a:r>
            <a:r>
              <a:rPr lang="en-IN" sz="1800" dirty="0">
                <a:latin typeface="Consolas" panose="020B0609020204030204" pitchFamily="49" charset="0"/>
              </a:rPr>
              <a:t>{</a:t>
            </a:r>
          </a:p>
          <a:p>
            <a:pPr marL="0" indent="0">
              <a:buNone/>
            </a:pPr>
            <a:r>
              <a:rPr lang="en-IN" sz="1800" dirty="0">
                <a:solidFill>
                  <a:srgbClr val="0070C0"/>
                </a:solidFill>
                <a:latin typeface="Consolas" panose="020B0609020204030204" pitchFamily="49" charset="0"/>
              </a:rPr>
              <a:t>    public static void </a:t>
            </a:r>
            <a:r>
              <a:rPr lang="en-IN" sz="1800" dirty="0">
                <a:latin typeface="Consolas" panose="020B0609020204030204" pitchFamily="49" charset="0"/>
              </a:rPr>
              <a:t>main(</a:t>
            </a:r>
            <a:r>
              <a:rPr lang="en-IN" sz="1800" dirty="0">
                <a:solidFill>
                  <a:srgbClr val="C00000"/>
                </a:solidFill>
                <a:latin typeface="Consolas" panose="020B0609020204030204" pitchFamily="49" charset="0"/>
              </a:rPr>
              <a:t>String</a:t>
            </a:r>
            <a:r>
              <a:rPr lang="en-IN" sz="1800" dirty="0">
                <a:latin typeface="Consolas" panose="020B0609020204030204" pitchFamily="49" charset="0"/>
              </a:rPr>
              <a:t> </a:t>
            </a:r>
            <a:r>
              <a:rPr lang="en-IN" sz="1800" dirty="0" err="1">
                <a:latin typeface="Consolas" panose="020B0609020204030204" pitchFamily="49" charset="0"/>
              </a:rPr>
              <a:t>args</a:t>
            </a:r>
            <a:r>
              <a:rPr lang="en-IN" sz="1800" dirty="0">
                <a:latin typeface="Consolas" panose="020B0609020204030204" pitchFamily="49" charset="0"/>
              </a:rPr>
              <a:t>[]){</a:t>
            </a:r>
          </a:p>
          <a:p>
            <a:pPr marL="0" indent="0">
              <a:buNone/>
            </a:pPr>
            <a:r>
              <a:rPr lang="en-IN" sz="1800" dirty="0">
                <a:latin typeface="Consolas" panose="020B0609020204030204" pitchFamily="49" charset="0"/>
              </a:rPr>
              <a:t>    Dog d=</a:t>
            </a:r>
            <a:r>
              <a:rPr lang="en-IN" sz="1800" dirty="0">
                <a:solidFill>
                  <a:srgbClr val="0070C0"/>
                </a:solidFill>
                <a:latin typeface="Consolas" panose="020B0609020204030204" pitchFamily="49" charset="0"/>
              </a:rPr>
              <a:t>new</a:t>
            </a:r>
            <a:r>
              <a:rPr lang="en-IN" sz="1800" dirty="0">
                <a:latin typeface="Consolas" panose="020B0609020204030204" pitchFamily="49" charset="0"/>
              </a:rPr>
              <a:t> Dog();</a:t>
            </a:r>
          </a:p>
          <a:p>
            <a:pPr marL="0" indent="0">
              <a:buNone/>
            </a:pPr>
            <a:r>
              <a:rPr lang="en-IN" sz="1800" dirty="0">
                <a:latin typeface="Consolas" panose="020B0609020204030204" pitchFamily="49" charset="0"/>
              </a:rPr>
              <a:t>    </a:t>
            </a:r>
            <a:r>
              <a:rPr lang="en-IN" sz="1800" dirty="0" err="1">
                <a:latin typeface="Consolas" panose="020B0609020204030204" pitchFamily="49" charset="0"/>
              </a:rPr>
              <a:t>d.bark</a:t>
            </a:r>
            <a:r>
              <a:rPr lang="en-IN" sz="1800" dirty="0">
                <a:latin typeface="Consolas" panose="020B0609020204030204" pitchFamily="49" charset="0"/>
              </a:rPr>
              <a:t>();</a:t>
            </a:r>
          </a:p>
          <a:p>
            <a:pPr marL="0" indent="0">
              <a:buNone/>
            </a:pPr>
            <a:r>
              <a:rPr lang="en-IN" sz="1800" dirty="0">
                <a:latin typeface="Consolas" panose="020B0609020204030204" pitchFamily="49" charset="0"/>
              </a:rPr>
              <a:t>    </a:t>
            </a:r>
            <a:r>
              <a:rPr lang="en-IN" sz="1800" dirty="0" err="1">
                <a:latin typeface="Consolas" panose="020B0609020204030204" pitchFamily="49" charset="0"/>
              </a:rPr>
              <a:t>d.eat</a:t>
            </a:r>
            <a:r>
              <a:rPr lang="en-IN" sz="1800" dirty="0">
                <a:latin typeface="Consolas" panose="020B0609020204030204" pitchFamily="49" charset="0"/>
              </a:rPr>
              <a:t>();</a:t>
            </a:r>
          </a:p>
          <a:p>
            <a:pPr marL="0" indent="0">
              <a:buNone/>
            </a:pPr>
            <a:r>
              <a:rPr lang="en-IN" sz="1800" dirty="0">
                <a:latin typeface="Consolas" panose="020B0609020204030204" pitchFamily="49" charset="0"/>
              </a:rPr>
              <a:t>}</a:t>
            </a:r>
          </a:p>
          <a:p>
            <a:pPr marL="0" indent="0">
              <a:buNone/>
            </a:pPr>
            <a:r>
              <a:rPr lang="en-IN" sz="1800" dirty="0">
                <a:latin typeface="Consolas" panose="020B0609020204030204" pitchFamily="49" charset="0"/>
              </a:rPr>
              <a:t>}</a:t>
            </a:r>
          </a:p>
        </p:txBody>
      </p:sp>
      <p:sp>
        <p:nvSpPr>
          <p:cNvPr id="8" name="Rectangle 7">
            <a:extLst>
              <a:ext uri="{FF2B5EF4-FFF2-40B4-BE49-F238E27FC236}">
                <a16:creationId xmlns:a16="http://schemas.microsoft.com/office/drawing/2014/main" id="{CBB788F5-4FA5-4B2C-AD2B-2A834F5CD8F2}"/>
              </a:ext>
            </a:extLst>
          </p:cNvPr>
          <p:cNvSpPr/>
          <p:nvPr/>
        </p:nvSpPr>
        <p:spPr>
          <a:xfrm>
            <a:off x="1313176" y="2790967"/>
            <a:ext cx="2934360"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Animal</a:t>
            </a:r>
          </a:p>
        </p:txBody>
      </p:sp>
      <p:sp>
        <p:nvSpPr>
          <p:cNvPr id="9" name="Rectangle 8">
            <a:extLst>
              <a:ext uri="{FF2B5EF4-FFF2-40B4-BE49-F238E27FC236}">
                <a16:creationId xmlns:a16="http://schemas.microsoft.com/office/drawing/2014/main" id="{BDD32630-31CB-4C4F-8411-B24FBBA113C8}"/>
              </a:ext>
            </a:extLst>
          </p:cNvPr>
          <p:cNvSpPr/>
          <p:nvPr/>
        </p:nvSpPr>
        <p:spPr>
          <a:xfrm>
            <a:off x="1313176" y="4116530"/>
            <a:ext cx="2934360"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Dog</a:t>
            </a:r>
          </a:p>
        </p:txBody>
      </p:sp>
      <p:cxnSp>
        <p:nvCxnSpPr>
          <p:cNvPr id="10" name="Straight Arrow Connector 9">
            <a:extLst>
              <a:ext uri="{FF2B5EF4-FFF2-40B4-BE49-F238E27FC236}">
                <a16:creationId xmlns:a16="http://schemas.microsoft.com/office/drawing/2014/main" id="{A2CAA0C1-45E6-4A3A-A75D-096278DD3C38}"/>
              </a:ext>
            </a:extLst>
          </p:cNvPr>
          <p:cNvCxnSpPr>
            <a:cxnSpLocks/>
            <a:stCxn id="9" idx="0"/>
          </p:cNvCxnSpPr>
          <p:nvPr/>
        </p:nvCxnSpPr>
        <p:spPr>
          <a:xfrm flipV="1">
            <a:off x="2780356" y="3234684"/>
            <a:ext cx="0" cy="88184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Speech Bubble: Oval 11">
            <a:extLst>
              <a:ext uri="{FF2B5EF4-FFF2-40B4-BE49-F238E27FC236}">
                <a16:creationId xmlns:a16="http://schemas.microsoft.com/office/drawing/2014/main" id="{97FC5980-E9D1-452C-88C6-84C3E1B37118}"/>
              </a:ext>
            </a:extLst>
          </p:cNvPr>
          <p:cNvSpPr/>
          <p:nvPr/>
        </p:nvSpPr>
        <p:spPr>
          <a:xfrm>
            <a:off x="3059060" y="1430594"/>
            <a:ext cx="2799737" cy="754673"/>
          </a:xfrm>
          <a:prstGeom prst="wedgeEllipseCallout">
            <a:avLst>
              <a:gd name="adj1" fmla="val -27479"/>
              <a:gd name="adj2" fmla="val 94372"/>
            </a:avLst>
          </a:prstGeom>
          <a:solidFill>
            <a:srgbClr val="2EFC4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a:solidFill>
                  <a:schemeClr val="tx1"/>
                </a:solidFill>
                <a:latin typeface="Gill Sans MT" panose="020B0502020104020203" pitchFamily="34" charset="0"/>
              </a:rPr>
              <a:t>1 parent</a:t>
            </a:r>
          </a:p>
        </p:txBody>
      </p:sp>
      <p:sp>
        <p:nvSpPr>
          <p:cNvPr id="14" name="Speech Bubble: Oval 13">
            <a:extLst>
              <a:ext uri="{FF2B5EF4-FFF2-40B4-BE49-F238E27FC236}">
                <a16:creationId xmlns:a16="http://schemas.microsoft.com/office/drawing/2014/main" id="{B0C59F80-D281-40CC-B962-B23DCA552930}"/>
              </a:ext>
            </a:extLst>
          </p:cNvPr>
          <p:cNvSpPr/>
          <p:nvPr/>
        </p:nvSpPr>
        <p:spPr>
          <a:xfrm>
            <a:off x="3486763" y="4901381"/>
            <a:ext cx="2609237" cy="741973"/>
          </a:xfrm>
          <a:prstGeom prst="wedgeEllipseCallout">
            <a:avLst>
              <a:gd name="adj1" fmla="val -36094"/>
              <a:gd name="adj2" fmla="val -72665"/>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a:solidFill>
                  <a:schemeClr val="tx1"/>
                </a:solidFill>
                <a:latin typeface="Gill Sans MT" panose="020B0502020104020203" pitchFamily="34" charset="0"/>
              </a:rPr>
              <a:t>1 Child</a:t>
            </a:r>
          </a:p>
        </p:txBody>
      </p:sp>
      <p:sp>
        <p:nvSpPr>
          <p:cNvPr id="7" name="Title 6">
            <a:extLst>
              <a:ext uri="{FF2B5EF4-FFF2-40B4-BE49-F238E27FC236}">
                <a16:creationId xmlns:a16="http://schemas.microsoft.com/office/drawing/2014/main" id="{0A769200-5DF8-44F4-8A22-A618B84A5235}"/>
              </a:ext>
            </a:extLst>
          </p:cNvPr>
          <p:cNvSpPr>
            <a:spLocks noGrp="1"/>
          </p:cNvSpPr>
          <p:nvPr>
            <p:ph type="title"/>
          </p:nvPr>
        </p:nvSpPr>
        <p:spPr>
          <a:xfrm>
            <a:off x="838200" y="365125"/>
            <a:ext cx="8416159" cy="1325563"/>
          </a:xfrm>
        </p:spPr>
        <p:txBody>
          <a:bodyPr/>
          <a:lstStyle/>
          <a:p>
            <a:r>
              <a:rPr lang="en-IN" sz="4400" b="1">
                <a:solidFill>
                  <a:srgbClr val="C00000"/>
                </a:solidFill>
                <a:latin typeface="Arial Rounded MT Bold" panose="020F0704030504030204" pitchFamily="34" charset="0"/>
                <a:ea typeface="+mj-ea"/>
                <a:cs typeface="+mj-cs"/>
              </a:rPr>
              <a:t>TestInheritance.java</a:t>
            </a:r>
            <a:endParaRPr lang="en-IN"/>
          </a:p>
        </p:txBody>
      </p:sp>
    </p:spTree>
    <p:extLst>
      <p:ext uri="{BB962C8B-B14F-4D97-AF65-F5344CB8AC3E}">
        <p14:creationId xmlns:p14="http://schemas.microsoft.com/office/powerpoint/2010/main" val="2183703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type="wd">
                                    <p:tmAbs val="500"/>
                                  </p:iterate>
                                  <p:childTnLst>
                                    <p:set>
                                      <p:cBhvr>
                                        <p:cTn id="66"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7C6C2-4ED9-4A05-95E5-D3B8F60907D6}"/>
              </a:ext>
            </a:extLst>
          </p:cNvPr>
          <p:cNvSpPr>
            <a:spLocks noGrp="1"/>
          </p:cNvSpPr>
          <p:nvPr>
            <p:ph type="title"/>
          </p:nvPr>
        </p:nvSpPr>
        <p:spPr/>
        <p:txBody>
          <a:bodyPr>
            <a:normAutofit/>
          </a:bodyPr>
          <a:lstStyle/>
          <a:p>
            <a:r>
              <a:rPr lang="en-IN" b="1">
                <a:solidFill>
                  <a:srgbClr val="C00000"/>
                </a:solidFill>
                <a:latin typeface="Arial Rounded MT Bold" panose="020F0704030504030204" pitchFamily="34" charset="0"/>
              </a:rPr>
              <a:t>Example</a:t>
            </a:r>
          </a:p>
        </p:txBody>
      </p:sp>
      <p:sp>
        <p:nvSpPr>
          <p:cNvPr id="4" name="Slide Number Placeholder 3">
            <a:extLst>
              <a:ext uri="{FF2B5EF4-FFF2-40B4-BE49-F238E27FC236}">
                <a16:creationId xmlns:a16="http://schemas.microsoft.com/office/drawing/2014/main" id="{930CEEF0-9D4F-4F30-B72B-37127FA20EFF}"/>
              </a:ext>
            </a:extLst>
          </p:cNvPr>
          <p:cNvSpPr>
            <a:spLocks noGrp="1"/>
          </p:cNvSpPr>
          <p:nvPr>
            <p:ph type="sldNum" sz="quarter" idx="12"/>
          </p:nvPr>
        </p:nvSpPr>
        <p:spPr/>
        <p:txBody>
          <a:bodyPr/>
          <a:lstStyle/>
          <a:p>
            <a:fld id="{4DAC0951-10B0-4509-9BA5-FD8683A6F967}" type="slidenum">
              <a:rPr lang="en-IN" smtClean="0"/>
              <a:pPr/>
              <a:t>21</a:t>
            </a:fld>
            <a:endParaRPr lang="en-IN"/>
          </a:p>
        </p:txBody>
      </p:sp>
      <p:sp>
        <p:nvSpPr>
          <p:cNvPr id="5" name="Rectangle 4">
            <a:extLst>
              <a:ext uri="{FF2B5EF4-FFF2-40B4-BE49-F238E27FC236}">
                <a16:creationId xmlns:a16="http://schemas.microsoft.com/office/drawing/2014/main" id="{13F3F4AB-339C-45BE-8ED5-3F4FE7460328}"/>
              </a:ext>
            </a:extLst>
          </p:cNvPr>
          <p:cNvSpPr/>
          <p:nvPr/>
        </p:nvSpPr>
        <p:spPr>
          <a:xfrm>
            <a:off x="3360175" y="253696"/>
            <a:ext cx="3834580" cy="468975"/>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a:solidFill>
                  <a:schemeClr val="tx1"/>
                </a:solidFill>
                <a:latin typeface="Gill Sans MT" panose="020B0502020104020203" pitchFamily="34" charset="0"/>
              </a:rPr>
              <a:t>Person</a:t>
            </a:r>
          </a:p>
        </p:txBody>
      </p:sp>
      <p:sp>
        <p:nvSpPr>
          <p:cNvPr id="6" name="Rectangle 5">
            <a:extLst>
              <a:ext uri="{FF2B5EF4-FFF2-40B4-BE49-F238E27FC236}">
                <a16:creationId xmlns:a16="http://schemas.microsoft.com/office/drawing/2014/main" id="{42438398-49C6-4ADF-A01E-4A7CC07AC46B}"/>
              </a:ext>
            </a:extLst>
          </p:cNvPr>
          <p:cNvSpPr/>
          <p:nvPr/>
        </p:nvSpPr>
        <p:spPr>
          <a:xfrm>
            <a:off x="3360175" y="722671"/>
            <a:ext cx="3834580" cy="838941"/>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a:solidFill>
                  <a:schemeClr val="tx1"/>
                </a:solidFill>
                <a:latin typeface="Gill Sans MT" panose="020B0502020104020203" pitchFamily="34" charset="0"/>
              </a:rPr>
              <a:t>-age</a:t>
            </a:r>
            <a:r>
              <a:rPr lang="en-IN" sz="2000">
                <a:solidFill>
                  <a:schemeClr val="tx1"/>
                </a:solidFill>
                <a:latin typeface="Consolas" panose="020B0609020204030204" pitchFamily="49" charset="0"/>
              </a:rPr>
              <a:t> : int</a:t>
            </a:r>
          </a:p>
          <a:p>
            <a:r>
              <a:rPr lang="en-IN" sz="2000">
                <a:solidFill>
                  <a:schemeClr val="tx1"/>
                </a:solidFill>
                <a:latin typeface="Consolas" panose="020B0609020204030204" pitchFamily="49" charset="0"/>
              </a:rPr>
              <a:t>-name: string</a:t>
            </a:r>
          </a:p>
        </p:txBody>
      </p:sp>
      <p:sp>
        <p:nvSpPr>
          <p:cNvPr id="7" name="Rectangle 6">
            <a:extLst>
              <a:ext uri="{FF2B5EF4-FFF2-40B4-BE49-F238E27FC236}">
                <a16:creationId xmlns:a16="http://schemas.microsoft.com/office/drawing/2014/main" id="{7CA2E14A-8B57-4056-9947-E44B9B7323F7}"/>
              </a:ext>
            </a:extLst>
          </p:cNvPr>
          <p:cNvSpPr/>
          <p:nvPr/>
        </p:nvSpPr>
        <p:spPr>
          <a:xfrm>
            <a:off x="3360175" y="1550460"/>
            <a:ext cx="3834580" cy="1505041"/>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setage</a:t>
            </a:r>
            <a:r>
              <a:rPr lang="en-IN" sz="2000">
                <a:solidFill>
                  <a:schemeClr val="tx1"/>
                </a:solidFill>
                <a:latin typeface="Consolas" panose="020B0609020204030204" pitchFamily="49" charset="0"/>
              </a:rPr>
              <a:t>(int)</a:t>
            </a:r>
          </a:p>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setname</a:t>
            </a:r>
            <a:r>
              <a:rPr lang="en-IN" sz="2000">
                <a:solidFill>
                  <a:schemeClr val="tx1"/>
                </a:solidFill>
                <a:latin typeface="Consolas" panose="020B0609020204030204" pitchFamily="49" charset="0"/>
              </a:rPr>
              <a:t>(string)</a:t>
            </a:r>
          </a:p>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getage</a:t>
            </a:r>
            <a:r>
              <a:rPr lang="en-IN" sz="2000">
                <a:solidFill>
                  <a:schemeClr val="tx1"/>
                </a:solidFill>
                <a:latin typeface="Consolas" panose="020B0609020204030204" pitchFamily="49" charset="0"/>
              </a:rPr>
              <a:t>()</a:t>
            </a:r>
          </a:p>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getname</a:t>
            </a:r>
            <a:r>
              <a:rPr lang="en-IN" sz="2000">
                <a:solidFill>
                  <a:schemeClr val="tx1"/>
                </a:solidFill>
                <a:latin typeface="Consolas" panose="020B0609020204030204" pitchFamily="49" charset="0"/>
              </a:rPr>
              <a:t>()</a:t>
            </a:r>
          </a:p>
        </p:txBody>
      </p:sp>
      <p:sp>
        <p:nvSpPr>
          <p:cNvPr id="8" name="Rectangle 7">
            <a:extLst>
              <a:ext uri="{FF2B5EF4-FFF2-40B4-BE49-F238E27FC236}">
                <a16:creationId xmlns:a16="http://schemas.microsoft.com/office/drawing/2014/main" id="{1EE7B36A-2546-4C84-A2A2-9EE91623CC26}"/>
              </a:ext>
            </a:extLst>
          </p:cNvPr>
          <p:cNvSpPr/>
          <p:nvPr/>
        </p:nvSpPr>
        <p:spPr>
          <a:xfrm>
            <a:off x="3360175" y="4672448"/>
            <a:ext cx="3834580" cy="468975"/>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a:solidFill>
                  <a:schemeClr val="tx1"/>
                </a:solidFill>
                <a:latin typeface="Gill Sans MT" panose="020B0502020104020203" pitchFamily="34" charset="0"/>
              </a:rPr>
              <a:t>Employee</a:t>
            </a:r>
          </a:p>
        </p:txBody>
      </p:sp>
      <p:sp>
        <p:nvSpPr>
          <p:cNvPr id="9" name="Rectangle 8">
            <a:extLst>
              <a:ext uri="{FF2B5EF4-FFF2-40B4-BE49-F238E27FC236}">
                <a16:creationId xmlns:a16="http://schemas.microsoft.com/office/drawing/2014/main" id="{9FB3D0F5-D57B-4E18-A80E-E05EFBD348BF}"/>
              </a:ext>
            </a:extLst>
          </p:cNvPr>
          <p:cNvSpPr/>
          <p:nvPr/>
        </p:nvSpPr>
        <p:spPr>
          <a:xfrm>
            <a:off x="3360175" y="5141423"/>
            <a:ext cx="3834580" cy="512511"/>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a:solidFill>
                  <a:schemeClr val="tx1"/>
                </a:solidFill>
                <a:latin typeface="Gill Sans MT" panose="020B0502020104020203" pitchFamily="34" charset="0"/>
              </a:rPr>
              <a:t>-</a:t>
            </a:r>
            <a:r>
              <a:rPr lang="en-IN" sz="2000" err="1">
                <a:solidFill>
                  <a:schemeClr val="tx1"/>
                </a:solidFill>
                <a:latin typeface="Gill Sans MT" panose="020B0502020104020203" pitchFamily="34" charset="0"/>
              </a:rPr>
              <a:t>empID</a:t>
            </a:r>
            <a:r>
              <a:rPr lang="en-IN" sz="2000">
                <a:solidFill>
                  <a:schemeClr val="tx1"/>
                </a:solidFill>
                <a:latin typeface="Consolas" panose="020B0609020204030204" pitchFamily="49" charset="0"/>
              </a:rPr>
              <a:t> : string</a:t>
            </a:r>
          </a:p>
        </p:txBody>
      </p:sp>
      <p:sp>
        <p:nvSpPr>
          <p:cNvPr id="10" name="Rectangle 9">
            <a:extLst>
              <a:ext uri="{FF2B5EF4-FFF2-40B4-BE49-F238E27FC236}">
                <a16:creationId xmlns:a16="http://schemas.microsoft.com/office/drawing/2014/main" id="{1AD82D7D-E125-4B8F-A754-156C892B07F7}"/>
              </a:ext>
            </a:extLst>
          </p:cNvPr>
          <p:cNvSpPr/>
          <p:nvPr/>
        </p:nvSpPr>
        <p:spPr>
          <a:xfrm>
            <a:off x="3360175" y="5653934"/>
            <a:ext cx="3834580" cy="838941"/>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setempID</a:t>
            </a:r>
            <a:r>
              <a:rPr lang="en-IN" sz="2000">
                <a:solidFill>
                  <a:schemeClr val="tx1"/>
                </a:solidFill>
                <a:latin typeface="Consolas" panose="020B0609020204030204" pitchFamily="49" charset="0"/>
              </a:rPr>
              <a:t>(string)</a:t>
            </a:r>
          </a:p>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getempID</a:t>
            </a:r>
            <a:r>
              <a:rPr lang="en-IN" sz="2000">
                <a:solidFill>
                  <a:schemeClr val="tx1"/>
                </a:solidFill>
                <a:latin typeface="Consolas" panose="020B0609020204030204" pitchFamily="49" charset="0"/>
              </a:rPr>
              <a:t>()</a:t>
            </a:r>
          </a:p>
        </p:txBody>
      </p:sp>
      <p:cxnSp>
        <p:nvCxnSpPr>
          <p:cNvPr id="12" name="Straight Arrow Connector 11">
            <a:extLst>
              <a:ext uri="{FF2B5EF4-FFF2-40B4-BE49-F238E27FC236}">
                <a16:creationId xmlns:a16="http://schemas.microsoft.com/office/drawing/2014/main" id="{C18D447F-15A8-47C7-A9F1-F8816E72BB84}"/>
              </a:ext>
            </a:extLst>
          </p:cNvPr>
          <p:cNvCxnSpPr>
            <a:stCxn id="8" idx="0"/>
            <a:endCxn id="7" idx="2"/>
          </p:cNvCxnSpPr>
          <p:nvPr/>
        </p:nvCxnSpPr>
        <p:spPr>
          <a:xfrm flipV="1">
            <a:off x="5277465" y="3055501"/>
            <a:ext cx="0" cy="1616947"/>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EC56229-5ACF-4223-B77A-49B6564CA799}"/>
              </a:ext>
            </a:extLst>
          </p:cNvPr>
          <p:cNvSpPr txBox="1"/>
          <p:nvPr/>
        </p:nvSpPr>
        <p:spPr>
          <a:xfrm>
            <a:off x="7799452" y="2084527"/>
            <a:ext cx="3834555" cy="1938992"/>
          </a:xfrm>
          <a:prstGeom prst="rect">
            <a:avLst/>
          </a:prstGeom>
          <a:noFill/>
          <a:ln>
            <a:solidFill>
              <a:srgbClr val="00B050"/>
            </a:solidFill>
          </a:ln>
        </p:spPr>
        <p:txBody>
          <a:bodyPr wrap="square" rtlCol="0">
            <a:spAutoFit/>
          </a:bodyPr>
          <a:lstStyle/>
          <a:p>
            <a:pPr algn="just"/>
            <a:r>
              <a:rPr lang="en-IN" sz="2000">
                <a:latin typeface="Gill Sans MT" panose="020B0502020104020203" pitchFamily="34" charset="0"/>
              </a:rPr>
              <a:t>In another class : </a:t>
            </a:r>
            <a:r>
              <a:rPr lang="en-IN" sz="2000" err="1">
                <a:latin typeface="Gill Sans MT" panose="020B0502020104020203" pitchFamily="34" charset="0"/>
              </a:rPr>
              <a:t>empData</a:t>
            </a:r>
            <a:r>
              <a:rPr lang="en-IN" sz="2000">
                <a:latin typeface="Gill Sans MT" panose="020B0502020104020203" pitchFamily="34" charset="0"/>
              </a:rPr>
              <a:t>, create object for  employee.</a:t>
            </a:r>
          </a:p>
          <a:p>
            <a:pPr algn="just"/>
            <a:r>
              <a:rPr lang="en-IN" sz="2000">
                <a:latin typeface="Gill Sans MT" panose="020B0502020104020203" pitchFamily="34" charset="0"/>
              </a:rPr>
              <a:t>With that object call </a:t>
            </a:r>
            <a:r>
              <a:rPr lang="en-IN" sz="2000" err="1">
                <a:latin typeface="Gill Sans MT" panose="020B0502020104020203" pitchFamily="34" charset="0"/>
              </a:rPr>
              <a:t>setname</a:t>
            </a:r>
            <a:r>
              <a:rPr lang="en-IN" sz="2000">
                <a:latin typeface="Gill Sans MT" panose="020B0502020104020203" pitchFamily="34" charset="0"/>
              </a:rPr>
              <a:t>(), </a:t>
            </a:r>
            <a:r>
              <a:rPr lang="en-IN" sz="2000" err="1">
                <a:latin typeface="Gill Sans MT" panose="020B0502020104020203" pitchFamily="34" charset="0"/>
              </a:rPr>
              <a:t>setage</a:t>
            </a:r>
            <a:r>
              <a:rPr lang="en-IN" sz="2000">
                <a:latin typeface="Gill Sans MT" panose="020B0502020104020203" pitchFamily="34" charset="0"/>
              </a:rPr>
              <a:t>(), </a:t>
            </a:r>
            <a:r>
              <a:rPr lang="en-IN" sz="2000" err="1">
                <a:latin typeface="Gill Sans MT" panose="020B0502020104020203" pitchFamily="34" charset="0"/>
              </a:rPr>
              <a:t>setempID</a:t>
            </a:r>
            <a:r>
              <a:rPr lang="en-IN" sz="2000">
                <a:latin typeface="Gill Sans MT" panose="020B0502020104020203" pitchFamily="34" charset="0"/>
              </a:rPr>
              <a:t>().</a:t>
            </a:r>
          </a:p>
          <a:p>
            <a:pPr algn="just"/>
            <a:r>
              <a:rPr lang="en-IN" sz="2000">
                <a:latin typeface="Gill Sans MT" panose="020B0502020104020203" pitchFamily="34" charset="0"/>
              </a:rPr>
              <a:t>Print the same using </a:t>
            </a:r>
            <a:r>
              <a:rPr lang="en-IN" sz="2000" err="1">
                <a:latin typeface="Gill Sans MT" panose="020B0502020104020203" pitchFamily="34" charset="0"/>
              </a:rPr>
              <a:t>getage</a:t>
            </a:r>
            <a:r>
              <a:rPr lang="en-IN" sz="2000">
                <a:latin typeface="Gill Sans MT" panose="020B0502020104020203" pitchFamily="34" charset="0"/>
              </a:rPr>
              <a:t>, </a:t>
            </a:r>
            <a:r>
              <a:rPr lang="en-IN" sz="2000" err="1">
                <a:latin typeface="Gill Sans MT" panose="020B0502020104020203" pitchFamily="34" charset="0"/>
              </a:rPr>
              <a:t>getname</a:t>
            </a:r>
            <a:r>
              <a:rPr lang="en-IN" sz="2000">
                <a:latin typeface="Gill Sans MT" panose="020B0502020104020203" pitchFamily="34" charset="0"/>
              </a:rPr>
              <a:t>, </a:t>
            </a:r>
            <a:r>
              <a:rPr lang="en-IN" sz="2000" err="1">
                <a:latin typeface="Gill Sans MT" panose="020B0502020104020203" pitchFamily="34" charset="0"/>
              </a:rPr>
              <a:t>getID</a:t>
            </a:r>
            <a:r>
              <a:rPr lang="en-IN" sz="2000">
                <a:latin typeface="Gill Sans MT" panose="020B0502020104020203" pitchFamily="34" charset="0"/>
              </a:rPr>
              <a:t> functions.</a:t>
            </a:r>
          </a:p>
        </p:txBody>
      </p:sp>
    </p:spTree>
    <p:extLst>
      <p:ext uri="{BB962C8B-B14F-4D97-AF65-F5344CB8AC3E}">
        <p14:creationId xmlns:p14="http://schemas.microsoft.com/office/powerpoint/2010/main" val="2136265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circle(in)">
                                      <p:cBhvr>
                                        <p:cTn id="23" dur="20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0CEEF0-9D4F-4F30-B72B-37127FA20EFF}"/>
              </a:ext>
            </a:extLst>
          </p:cNvPr>
          <p:cNvSpPr>
            <a:spLocks noGrp="1"/>
          </p:cNvSpPr>
          <p:nvPr>
            <p:ph type="sldNum" sz="quarter" idx="12"/>
          </p:nvPr>
        </p:nvSpPr>
        <p:spPr/>
        <p:txBody>
          <a:bodyPr/>
          <a:lstStyle/>
          <a:p>
            <a:fld id="{4DAC0951-10B0-4509-9BA5-FD8683A6F967}" type="slidenum">
              <a:rPr lang="en-IN" smtClean="0"/>
              <a:pPr/>
              <a:t>22</a:t>
            </a:fld>
            <a:endParaRPr lang="en-IN"/>
          </a:p>
        </p:txBody>
      </p:sp>
      <p:sp>
        <p:nvSpPr>
          <p:cNvPr id="5" name="Rectangle 4">
            <a:extLst>
              <a:ext uri="{FF2B5EF4-FFF2-40B4-BE49-F238E27FC236}">
                <a16:creationId xmlns:a16="http://schemas.microsoft.com/office/drawing/2014/main" id="{13F3F4AB-339C-45BE-8ED5-3F4FE7460328}"/>
              </a:ext>
            </a:extLst>
          </p:cNvPr>
          <p:cNvSpPr/>
          <p:nvPr/>
        </p:nvSpPr>
        <p:spPr>
          <a:xfrm>
            <a:off x="333682" y="445141"/>
            <a:ext cx="3834580" cy="468975"/>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a:solidFill>
                  <a:schemeClr val="tx1"/>
                </a:solidFill>
                <a:latin typeface="Gill Sans MT" panose="020B0502020104020203" pitchFamily="34" charset="0"/>
              </a:rPr>
              <a:t>Person</a:t>
            </a:r>
          </a:p>
        </p:txBody>
      </p:sp>
      <p:sp>
        <p:nvSpPr>
          <p:cNvPr id="6" name="Rectangle 5">
            <a:extLst>
              <a:ext uri="{FF2B5EF4-FFF2-40B4-BE49-F238E27FC236}">
                <a16:creationId xmlns:a16="http://schemas.microsoft.com/office/drawing/2014/main" id="{42438398-49C6-4ADF-A01E-4A7CC07AC46B}"/>
              </a:ext>
            </a:extLst>
          </p:cNvPr>
          <p:cNvSpPr/>
          <p:nvPr/>
        </p:nvSpPr>
        <p:spPr>
          <a:xfrm>
            <a:off x="333682" y="914116"/>
            <a:ext cx="3834580" cy="838941"/>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a:solidFill>
                  <a:schemeClr val="tx1"/>
                </a:solidFill>
                <a:latin typeface="Gill Sans MT" panose="020B0502020104020203" pitchFamily="34" charset="0"/>
              </a:rPr>
              <a:t>-age</a:t>
            </a:r>
            <a:r>
              <a:rPr lang="en-IN" sz="2000">
                <a:solidFill>
                  <a:schemeClr val="tx1"/>
                </a:solidFill>
                <a:latin typeface="Consolas" panose="020B0609020204030204" pitchFamily="49" charset="0"/>
              </a:rPr>
              <a:t> : int</a:t>
            </a:r>
          </a:p>
          <a:p>
            <a:r>
              <a:rPr lang="en-IN" sz="2000">
                <a:solidFill>
                  <a:schemeClr val="tx1"/>
                </a:solidFill>
                <a:latin typeface="Consolas" panose="020B0609020204030204" pitchFamily="49" charset="0"/>
              </a:rPr>
              <a:t>-name: string</a:t>
            </a:r>
          </a:p>
        </p:txBody>
      </p:sp>
      <p:sp>
        <p:nvSpPr>
          <p:cNvPr id="7" name="Rectangle 6">
            <a:extLst>
              <a:ext uri="{FF2B5EF4-FFF2-40B4-BE49-F238E27FC236}">
                <a16:creationId xmlns:a16="http://schemas.microsoft.com/office/drawing/2014/main" id="{7CA2E14A-8B57-4056-9947-E44B9B7323F7}"/>
              </a:ext>
            </a:extLst>
          </p:cNvPr>
          <p:cNvSpPr/>
          <p:nvPr/>
        </p:nvSpPr>
        <p:spPr>
          <a:xfrm>
            <a:off x="333682" y="1741905"/>
            <a:ext cx="3834580" cy="1505041"/>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setage</a:t>
            </a:r>
            <a:r>
              <a:rPr lang="en-IN" sz="2000">
                <a:solidFill>
                  <a:schemeClr val="tx1"/>
                </a:solidFill>
                <a:latin typeface="Consolas" panose="020B0609020204030204" pitchFamily="49" charset="0"/>
              </a:rPr>
              <a:t>(int)</a:t>
            </a:r>
          </a:p>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setname</a:t>
            </a:r>
            <a:r>
              <a:rPr lang="en-IN" sz="2000">
                <a:solidFill>
                  <a:schemeClr val="tx1"/>
                </a:solidFill>
                <a:latin typeface="Consolas" panose="020B0609020204030204" pitchFamily="49" charset="0"/>
              </a:rPr>
              <a:t>(string)</a:t>
            </a:r>
          </a:p>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getage</a:t>
            </a:r>
            <a:r>
              <a:rPr lang="en-IN" sz="2000">
                <a:solidFill>
                  <a:schemeClr val="tx1"/>
                </a:solidFill>
                <a:latin typeface="Consolas" panose="020B0609020204030204" pitchFamily="49" charset="0"/>
              </a:rPr>
              <a:t>()</a:t>
            </a:r>
          </a:p>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getname</a:t>
            </a:r>
            <a:r>
              <a:rPr lang="en-IN" sz="2000">
                <a:solidFill>
                  <a:schemeClr val="tx1"/>
                </a:solidFill>
                <a:latin typeface="Consolas" panose="020B0609020204030204" pitchFamily="49" charset="0"/>
              </a:rPr>
              <a:t>()</a:t>
            </a:r>
          </a:p>
        </p:txBody>
      </p:sp>
      <p:sp>
        <p:nvSpPr>
          <p:cNvPr id="8" name="Rectangle 7">
            <a:extLst>
              <a:ext uri="{FF2B5EF4-FFF2-40B4-BE49-F238E27FC236}">
                <a16:creationId xmlns:a16="http://schemas.microsoft.com/office/drawing/2014/main" id="{1EE7B36A-2546-4C84-A2A2-9EE91623CC26}"/>
              </a:ext>
            </a:extLst>
          </p:cNvPr>
          <p:cNvSpPr/>
          <p:nvPr/>
        </p:nvSpPr>
        <p:spPr>
          <a:xfrm>
            <a:off x="333682" y="4863893"/>
            <a:ext cx="3834580" cy="468975"/>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a:solidFill>
                  <a:schemeClr val="tx1"/>
                </a:solidFill>
                <a:latin typeface="Gill Sans MT" panose="020B0502020104020203" pitchFamily="34" charset="0"/>
              </a:rPr>
              <a:t>Employee</a:t>
            </a:r>
          </a:p>
        </p:txBody>
      </p:sp>
      <p:sp>
        <p:nvSpPr>
          <p:cNvPr id="9" name="Rectangle 8">
            <a:extLst>
              <a:ext uri="{FF2B5EF4-FFF2-40B4-BE49-F238E27FC236}">
                <a16:creationId xmlns:a16="http://schemas.microsoft.com/office/drawing/2014/main" id="{9FB3D0F5-D57B-4E18-A80E-E05EFBD348BF}"/>
              </a:ext>
            </a:extLst>
          </p:cNvPr>
          <p:cNvSpPr/>
          <p:nvPr/>
        </p:nvSpPr>
        <p:spPr>
          <a:xfrm>
            <a:off x="333682" y="5332868"/>
            <a:ext cx="3834580" cy="512511"/>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a:solidFill>
                  <a:schemeClr val="tx1"/>
                </a:solidFill>
                <a:latin typeface="Gill Sans MT" panose="020B0502020104020203" pitchFamily="34" charset="0"/>
              </a:rPr>
              <a:t>-</a:t>
            </a:r>
            <a:r>
              <a:rPr lang="en-IN" sz="2000" err="1">
                <a:solidFill>
                  <a:schemeClr val="tx1"/>
                </a:solidFill>
                <a:latin typeface="Gill Sans MT" panose="020B0502020104020203" pitchFamily="34" charset="0"/>
              </a:rPr>
              <a:t>empID</a:t>
            </a:r>
            <a:r>
              <a:rPr lang="en-IN" sz="2000">
                <a:solidFill>
                  <a:schemeClr val="tx1"/>
                </a:solidFill>
                <a:latin typeface="Consolas" panose="020B0609020204030204" pitchFamily="49" charset="0"/>
              </a:rPr>
              <a:t> : string</a:t>
            </a:r>
          </a:p>
        </p:txBody>
      </p:sp>
      <p:sp>
        <p:nvSpPr>
          <p:cNvPr id="10" name="Rectangle 9">
            <a:extLst>
              <a:ext uri="{FF2B5EF4-FFF2-40B4-BE49-F238E27FC236}">
                <a16:creationId xmlns:a16="http://schemas.microsoft.com/office/drawing/2014/main" id="{1AD82D7D-E125-4B8F-A754-156C892B07F7}"/>
              </a:ext>
            </a:extLst>
          </p:cNvPr>
          <p:cNvSpPr/>
          <p:nvPr/>
        </p:nvSpPr>
        <p:spPr>
          <a:xfrm>
            <a:off x="333682" y="5845379"/>
            <a:ext cx="3834580" cy="838941"/>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setempID</a:t>
            </a:r>
            <a:r>
              <a:rPr lang="en-IN" sz="2000">
                <a:solidFill>
                  <a:schemeClr val="tx1"/>
                </a:solidFill>
                <a:latin typeface="Consolas" panose="020B0609020204030204" pitchFamily="49" charset="0"/>
              </a:rPr>
              <a:t>(string)</a:t>
            </a:r>
          </a:p>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getempID</a:t>
            </a:r>
            <a:r>
              <a:rPr lang="en-IN" sz="2000">
                <a:solidFill>
                  <a:schemeClr val="tx1"/>
                </a:solidFill>
                <a:latin typeface="Consolas" panose="020B0609020204030204" pitchFamily="49" charset="0"/>
              </a:rPr>
              <a:t>()</a:t>
            </a:r>
          </a:p>
        </p:txBody>
      </p:sp>
      <p:cxnSp>
        <p:nvCxnSpPr>
          <p:cNvPr id="12" name="Straight Arrow Connector 11">
            <a:extLst>
              <a:ext uri="{FF2B5EF4-FFF2-40B4-BE49-F238E27FC236}">
                <a16:creationId xmlns:a16="http://schemas.microsoft.com/office/drawing/2014/main" id="{C18D447F-15A8-47C7-A9F1-F8816E72BB84}"/>
              </a:ext>
            </a:extLst>
          </p:cNvPr>
          <p:cNvCxnSpPr>
            <a:stCxn id="8" idx="0"/>
            <a:endCxn id="7" idx="2"/>
          </p:cNvCxnSpPr>
          <p:nvPr/>
        </p:nvCxnSpPr>
        <p:spPr>
          <a:xfrm flipV="1">
            <a:off x="2250972" y="3246946"/>
            <a:ext cx="0" cy="1616947"/>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A098FDBE-4E31-4810-832D-5727EEDD5D0A}"/>
              </a:ext>
            </a:extLst>
          </p:cNvPr>
          <p:cNvSpPr>
            <a:spLocks noGrp="1"/>
          </p:cNvSpPr>
          <p:nvPr>
            <p:ph idx="1"/>
          </p:nvPr>
        </p:nvSpPr>
        <p:spPr>
          <a:xfrm>
            <a:off x="5003327" y="571195"/>
            <a:ext cx="5168081" cy="5967717"/>
          </a:xfrm>
          <a:ln>
            <a:solidFill>
              <a:srgbClr val="F93548"/>
            </a:solidFill>
          </a:ln>
        </p:spPr>
        <p:txBody>
          <a:bodyPr>
            <a:noAutofit/>
          </a:bodyPr>
          <a:lstStyle/>
          <a:p>
            <a:pPr marL="0" indent="0">
              <a:buNone/>
            </a:pPr>
            <a:r>
              <a:rPr lang="en-IN" sz="1800">
                <a:solidFill>
                  <a:srgbClr val="0070C0"/>
                </a:solidFill>
                <a:latin typeface="Consolas" panose="020B0609020204030204" pitchFamily="49" charset="0"/>
              </a:rPr>
              <a:t>public class</a:t>
            </a:r>
            <a:r>
              <a:rPr lang="en-IN" sz="1800">
                <a:latin typeface="Consolas" panose="020B0609020204030204" pitchFamily="49" charset="0"/>
              </a:rPr>
              <a:t> Person{</a:t>
            </a:r>
          </a:p>
          <a:p>
            <a:pPr marL="0" indent="0">
              <a:buNone/>
            </a:pPr>
            <a:r>
              <a:rPr lang="en-IN" sz="1800">
                <a:solidFill>
                  <a:srgbClr val="0070C0"/>
                </a:solidFill>
                <a:latin typeface="Consolas" panose="020B0609020204030204" pitchFamily="49" charset="0"/>
              </a:rPr>
              <a:t>   private int </a:t>
            </a:r>
            <a:r>
              <a:rPr lang="en-IN" sz="1800">
                <a:latin typeface="Consolas" panose="020B0609020204030204" pitchFamily="49" charset="0"/>
              </a:rPr>
              <a:t>age;</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 private </a:t>
            </a:r>
            <a:r>
              <a:rPr lang="en-IN" sz="1800">
                <a:solidFill>
                  <a:srgbClr val="C00000"/>
                </a:solidFill>
                <a:latin typeface="Consolas" panose="020B0609020204030204" pitchFamily="49" charset="0"/>
              </a:rPr>
              <a:t>String</a:t>
            </a:r>
            <a:r>
              <a:rPr lang="en-IN" sz="1800">
                <a:latin typeface="Consolas" panose="020B0609020204030204" pitchFamily="49" charset="0"/>
              </a:rPr>
              <a:t> name;</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void </a:t>
            </a:r>
            <a:r>
              <a:rPr lang="en-IN" sz="1800" err="1">
                <a:latin typeface="Consolas" panose="020B0609020204030204" pitchFamily="49" charset="0"/>
              </a:rPr>
              <a:t>setage</a:t>
            </a:r>
            <a:r>
              <a:rPr lang="en-IN" sz="1800">
                <a:latin typeface="Consolas" panose="020B0609020204030204" pitchFamily="49" charset="0"/>
              </a:rPr>
              <a:t>(</a:t>
            </a:r>
            <a:r>
              <a:rPr lang="en-IN" sz="1800">
                <a:solidFill>
                  <a:srgbClr val="0070C0"/>
                </a:solidFill>
                <a:latin typeface="Consolas" panose="020B0609020204030204" pitchFamily="49" charset="0"/>
              </a:rPr>
              <a:t>int</a:t>
            </a:r>
            <a:r>
              <a:rPr lang="en-IN" sz="1800">
                <a:latin typeface="Consolas" panose="020B0609020204030204" pitchFamily="49" charset="0"/>
              </a:rPr>
              <a:t> ag){</a:t>
            </a:r>
          </a:p>
          <a:p>
            <a:pPr marL="0" indent="0">
              <a:buNone/>
            </a:pPr>
            <a:r>
              <a:rPr lang="en-IN" sz="1800">
                <a:latin typeface="Consolas" panose="020B0609020204030204" pitchFamily="49" charset="0"/>
              </a:rPr>
              <a:t>       age=ag;</a:t>
            </a:r>
          </a:p>
          <a:p>
            <a:pPr marL="0" indent="0">
              <a:buNone/>
            </a:pPr>
            <a:r>
              <a:rPr lang="en-IN" sz="1800">
                <a:latin typeface="Consolas" panose="020B0609020204030204" pitchFamily="49" charset="0"/>
              </a:rPr>
              <a:t>   }</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void </a:t>
            </a:r>
            <a:r>
              <a:rPr lang="en-IN" sz="1800" err="1">
                <a:latin typeface="Consolas" panose="020B0609020204030204" pitchFamily="49" charset="0"/>
              </a:rPr>
              <a:t>setname</a:t>
            </a:r>
            <a:r>
              <a:rPr lang="en-IN" sz="1800">
                <a:latin typeface="Consolas" panose="020B0609020204030204" pitchFamily="49" charset="0"/>
              </a:rPr>
              <a:t>(</a:t>
            </a:r>
            <a:r>
              <a:rPr lang="en-IN" sz="1800">
                <a:solidFill>
                  <a:srgbClr val="C00000"/>
                </a:solidFill>
                <a:latin typeface="Consolas" panose="020B0609020204030204" pitchFamily="49" charset="0"/>
              </a:rPr>
              <a:t>String</a:t>
            </a:r>
            <a:r>
              <a:rPr lang="en-IN" sz="1800">
                <a:latin typeface="Consolas" panose="020B0609020204030204" pitchFamily="49" charset="0"/>
              </a:rPr>
              <a:t> nm){</a:t>
            </a:r>
          </a:p>
          <a:p>
            <a:pPr marL="0" indent="0">
              <a:buNone/>
            </a:pPr>
            <a:r>
              <a:rPr lang="en-IN" sz="1800">
                <a:latin typeface="Consolas" panose="020B0609020204030204" pitchFamily="49" charset="0"/>
              </a:rPr>
              <a:t>       name=nm;</a:t>
            </a:r>
          </a:p>
          <a:p>
            <a:pPr marL="0" indent="0">
              <a:buNone/>
            </a:pPr>
            <a:r>
              <a:rPr lang="en-IN" sz="1800">
                <a:latin typeface="Consolas" panose="020B0609020204030204" pitchFamily="49" charset="0"/>
              </a:rPr>
              <a:t>   }</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int </a:t>
            </a:r>
            <a:r>
              <a:rPr lang="en-IN" sz="1800" err="1">
                <a:latin typeface="Consolas" panose="020B0609020204030204" pitchFamily="49" charset="0"/>
              </a:rPr>
              <a:t>getage</a:t>
            </a:r>
            <a:r>
              <a:rPr lang="en-IN" sz="1800">
                <a:latin typeface="Consolas" panose="020B0609020204030204" pitchFamily="49" charset="0"/>
              </a:rPr>
              <a:t>(){</a:t>
            </a:r>
          </a:p>
          <a:p>
            <a:pPr marL="0" indent="0">
              <a:buNone/>
            </a:pPr>
            <a:r>
              <a:rPr lang="en-IN" sz="1800">
                <a:latin typeface="Consolas" panose="020B0609020204030204" pitchFamily="49" charset="0"/>
              </a:rPr>
              <a:t>       </a:t>
            </a:r>
            <a:r>
              <a:rPr lang="en-IN" sz="1800">
                <a:solidFill>
                  <a:srgbClr val="C00000"/>
                </a:solidFill>
                <a:latin typeface="Consolas" panose="020B0609020204030204" pitchFamily="49" charset="0"/>
              </a:rPr>
              <a:t>return</a:t>
            </a:r>
            <a:r>
              <a:rPr lang="en-IN" sz="1800">
                <a:latin typeface="Consolas" panose="020B0609020204030204" pitchFamily="49" charset="0"/>
              </a:rPr>
              <a:t>(age);</a:t>
            </a:r>
          </a:p>
          <a:p>
            <a:pPr marL="0" indent="0">
              <a:buNone/>
            </a:pPr>
            <a:r>
              <a:rPr lang="en-IN" sz="1800">
                <a:latin typeface="Consolas" panose="020B0609020204030204" pitchFamily="49" charset="0"/>
              </a:rPr>
              <a:t>   }</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a:t>
            </a:r>
            <a:r>
              <a:rPr lang="en-IN" sz="1800">
                <a:latin typeface="Consolas" panose="020B0609020204030204" pitchFamily="49" charset="0"/>
              </a:rPr>
              <a:t> </a:t>
            </a:r>
            <a:r>
              <a:rPr lang="en-IN" sz="1800">
                <a:solidFill>
                  <a:srgbClr val="C00000"/>
                </a:solidFill>
                <a:latin typeface="Consolas" panose="020B0609020204030204" pitchFamily="49" charset="0"/>
              </a:rPr>
              <a:t>String</a:t>
            </a:r>
            <a:r>
              <a:rPr lang="en-IN" sz="1800">
                <a:latin typeface="Consolas" panose="020B0609020204030204" pitchFamily="49" charset="0"/>
              </a:rPr>
              <a:t> </a:t>
            </a:r>
            <a:r>
              <a:rPr lang="en-IN" sz="1800" err="1">
                <a:latin typeface="Consolas" panose="020B0609020204030204" pitchFamily="49" charset="0"/>
              </a:rPr>
              <a:t>getname</a:t>
            </a:r>
            <a:r>
              <a:rPr lang="en-IN" sz="1800">
                <a:latin typeface="Consolas" panose="020B0609020204030204" pitchFamily="49" charset="0"/>
              </a:rPr>
              <a:t>(){</a:t>
            </a:r>
          </a:p>
          <a:p>
            <a:pPr marL="0" indent="0">
              <a:buNone/>
            </a:pPr>
            <a:r>
              <a:rPr lang="en-IN" sz="1800">
                <a:latin typeface="Consolas" panose="020B0609020204030204" pitchFamily="49" charset="0"/>
              </a:rPr>
              <a:t>       </a:t>
            </a:r>
            <a:r>
              <a:rPr lang="en-IN" sz="1800">
                <a:solidFill>
                  <a:srgbClr val="C00000"/>
                </a:solidFill>
                <a:latin typeface="Consolas" panose="020B0609020204030204" pitchFamily="49" charset="0"/>
              </a:rPr>
              <a:t>return</a:t>
            </a:r>
            <a:r>
              <a:rPr lang="en-IN" sz="1800">
                <a:latin typeface="Consolas" panose="020B0609020204030204" pitchFamily="49" charset="0"/>
              </a:rPr>
              <a:t>(name);</a:t>
            </a:r>
          </a:p>
          <a:p>
            <a:pPr marL="0" indent="0">
              <a:buNone/>
            </a:pPr>
            <a:r>
              <a:rPr lang="en-IN" sz="1800">
                <a:latin typeface="Consolas" panose="020B0609020204030204" pitchFamily="49" charset="0"/>
              </a:rPr>
              <a:t>   }</a:t>
            </a:r>
          </a:p>
          <a:p>
            <a:pPr marL="0" indent="0">
              <a:buNone/>
            </a:pPr>
            <a:r>
              <a:rPr lang="en-IN" sz="1800">
                <a:latin typeface="Consolas" panose="020B0609020204030204" pitchFamily="49" charset="0"/>
              </a:rPr>
              <a:t>}</a:t>
            </a:r>
          </a:p>
        </p:txBody>
      </p:sp>
    </p:spTree>
    <p:extLst>
      <p:ext uri="{BB962C8B-B14F-4D97-AF65-F5344CB8AC3E}">
        <p14:creationId xmlns:p14="http://schemas.microsoft.com/office/powerpoint/2010/main" val="2373751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circle(in)">
                                      <p:cBhvr>
                                        <p:cTn id="23" dur="20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wd">
                                    <p:tmAbs val="500"/>
                                  </p:iterate>
                                  <p:childTnLst>
                                    <p:set>
                                      <p:cBhvr>
                                        <p:cTn id="27" dur="1" fill="hold">
                                          <p:stCondLst>
                                            <p:cond delay="0"/>
                                          </p:stCondLst>
                                        </p:cTn>
                                        <p:tgtEl>
                                          <p:spTgt spid="14">
                                            <p:bg/>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iterate type="wd">
                                    <p:tmAbs val="500"/>
                                  </p:iterate>
                                  <p:childTnLst>
                                    <p:set>
                                      <p:cBhvr>
                                        <p:cTn id="31"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type="wd">
                                    <p:tmAbs val="500"/>
                                  </p:iterate>
                                  <p:childTnLst>
                                    <p:set>
                                      <p:cBhvr>
                                        <p:cTn id="35"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iterate type="wd">
                                    <p:tmAbs val="500"/>
                                  </p:iterate>
                                  <p:childTnLst>
                                    <p:set>
                                      <p:cBhvr>
                                        <p:cTn id="39"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iterate type="wd">
                                    <p:tmAbs val="500"/>
                                  </p:iterate>
                                  <p:childTnLst>
                                    <p:set>
                                      <p:cBhvr>
                                        <p:cTn id="43"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iterate type="wd">
                                    <p:tmAbs val="500"/>
                                  </p:iterate>
                                  <p:childTnLst>
                                    <p:set>
                                      <p:cBhvr>
                                        <p:cTn id="47"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iterate type="wd">
                                    <p:tmAbs val="500"/>
                                  </p:iterate>
                                  <p:childTnLst>
                                    <p:set>
                                      <p:cBhvr>
                                        <p:cTn id="51"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iterate type="wd">
                                    <p:tmAbs val="500"/>
                                  </p:iterate>
                                  <p:childTnLst>
                                    <p:set>
                                      <p:cBhvr>
                                        <p:cTn id="55"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iterate type="wd">
                                    <p:tmAbs val="500"/>
                                  </p:iterate>
                                  <p:childTnLst>
                                    <p:set>
                                      <p:cBhvr>
                                        <p:cTn id="59"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iterate type="wd">
                                    <p:tmAbs val="500"/>
                                  </p:iterate>
                                  <p:childTnLst>
                                    <p:set>
                                      <p:cBhvr>
                                        <p:cTn id="63"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iterate type="wd">
                                    <p:tmAbs val="500"/>
                                  </p:iterate>
                                  <p:childTnLst>
                                    <p:set>
                                      <p:cBhvr>
                                        <p:cTn id="67"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iterate type="wd">
                                    <p:tmAbs val="500"/>
                                  </p:iterate>
                                  <p:childTnLst>
                                    <p:set>
                                      <p:cBhvr>
                                        <p:cTn id="71"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iterate type="wd">
                                    <p:tmAbs val="500"/>
                                  </p:iterate>
                                  <p:childTnLst>
                                    <p:set>
                                      <p:cBhvr>
                                        <p:cTn id="75" dur="1" fill="hold">
                                          <p:stCondLst>
                                            <p:cond delay="0"/>
                                          </p:stCondLst>
                                        </p:cTn>
                                        <p:tgtEl>
                                          <p:spTgt spid="14">
                                            <p:txEl>
                                              <p:pRg st="11" end="11"/>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iterate type="wd">
                                    <p:tmAbs val="500"/>
                                  </p:iterate>
                                  <p:childTnLst>
                                    <p:set>
                                      <p:cBhvr>
                                        <p:cTn id="79" dur="1" fill="hold">
                                          <p:stCondLst>
                                            <p:cond delay="0"/>
                                          </p:stCondLst>
                                        </p:cTn>
                                        <p:tgtEl>
                                          <p:spTgt spid="14">
                                            <p:txEl>
                                              <p:pRg st="12" end="12"/>
                                            </p:txEl>
                                          </p:spTgt>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iterate type="wd">
                                    <p:tmAbs val="500"/>
                                  </p:iterate>
                                  <p:childTnLst>
                                    <p:set>
                                      <p:cBhvr>
                                        <p:cTn id="83" dur="1" fill="hold">
                                          <p:stCondLst>
                                            <p:cond delay="0"/>
                                          </p:stCondLst>
                                        </p:cTn>
                                        <p:tgtEl>
                                          <p:spTgt spid="14">
                                            <p:txEl>
                                              <p:pRg st="13" end="13"/>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iterate type="wd">
                                    <p:tmAbs val="500"/>
                                  </p:iterate>
                                  <p:childTnLst>
                                    <p:set>
                                      <p:cBhvr>
                                        <p:cTn id="87" dur="1" fill="hold">
                                          <p:stCondLst>
                                            <p:cond delay="0"/>
                                          </p:stCondLst>
                                        </p:cTn>
                                        <p:tgtEl>
                                          <p:spTgt spid="14">
                                            <p:txEl>
                                              <p:pRg st="14" end="14"/>
                                            </p:txEl>
                                          </p:spTgt>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iterate type="wd">
                                    <p:tmAbs val="500"/>
                                  </p:iterate>
                                  <p:childTnLst>
                                    <p:set>
                                      <p:cBhvr>
                                        <p:cTn id="91" dur="1" fill="hold">
                                          <p:stCondLst>
                                            <p:cond delay="0"/>
                                          </p:stCondLst>
                                        </p:cTn>
                                        <p:tgtEl>
                                          <p:spTgt spid="1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4" grpId="0"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0CEEF0-9D4F-4F30-B72B-37127FA20EFF}"/>
              </a:ext>
            </a:extLst>
          </p:cNvPr>
          <p:cNvSpPr>
            <a:spLocks noGrp="1"/>
          </p:cNvSpPr>
          <p:nvPr>
            <p:ph type="sldNum" sz="quarter" idx="12"/>
          </p:nvPr>
        </p:nvSpPr>
        <p:spPr/>
        <p:txBody>
          <a:bodyPr/>
          <a:lstStyle/>
          <a:p>
            <a:fld id="{4DAC0951-10B0-4509-9BA5-FD8683A6F967}" type="slidenum">
              <a:rPr lang="en-IN" smtClean="0"/>
              <a:pPr/>
              <a:t>23</a:t>
            </a:fld>
            <a:endParaRPr lang="en-IN"/>
          </a:p>
        </p:txBody>
      </p:sp>
      <p:sp>
        <p:nvSpPr>
          <p:cNvPr id="5" name="Rectangle 4">
            <a:extLst>
              <a:ext uri="{FF2B5EF4-FFF2-40B4-BE49-F238E27FC236}">
                <a16:creationId xmlns:a16="http://schemas.microsoft.com/office/drawing/2014/main" id="{13F3F4AB-339C-45BE-8ED5-3F4FE7460328}"/>
              </a:ext>
            </a:extLst>
          </p:cNvPr>
          <p:cNvSpPr/>
          <p:nvPr/>
        </p:nvSpPr>
        <p:spPr>
          <a:xfrm>
            <a:off x="333682" y="445141"/>
            <a:ext cx="3834580" cy="468975"/>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a:solidFill>
                  <a:schemeClr val="tx1"/>
                </a:solidFill>
                <a:latin typeface="Gill Sans MT" panose="020B0502020104020203" pitchFamily="34" charset="0"/>
              </a:rPr>
              <a:t>Person</a:t>
            </a:r>
          </a:p>
        </p:txBody>
      </p:sp>
      <p:sp>
        <p:nvSpPr>
          <p:cNvPr id="6" name="Rectangle 5">
            <a:extLst>
              <a:ext uri="{FF2B5EF4-FFF2-40B4-BE49-F238E27FC236}">
                <a16:creationId xmlns:a16="http://schemas.microsoft.com/office/drawing/2014/main" id="{42438398-49C6-4ADF-A01E-4A7CC07AC46B}"/>
              </a:ext>
            </a:extLst>
          </p:cNvPr>
          <p:cNvSpPr/>
          <p:nvPr/>
        </p:nvSpPr>
        <p:spPr>
          <a:xfrm>
            <a:off x="333682" y="914116"/>
            <a:ext cx="3834580" cy="838941"/>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a:solidFill>
                  <a:schemeClr val="tx1"/>
                </a:solidFill>
                <a:latin typeface="Gill Sans MT" panose="020B0502020104020203" pitchFamily="34" charset="0"/>
              </a:rPr>
              <a:t>-age</a:t>
            </a:r>
            <a:r>
              <a:rPr lang="en-IN" sz="2000">
                <a:solidFill>
                  <a:schemeClr val="tx1"/>
                </a:solidFill>
                <a:latin typeface="Consolas" panose="020B0609020204030204" pitchFamily="49" charset="0"/>
              </a:rPr>
              <a:t> : int</a:t>
            </a:r>
          </a:p>
          <a:p>
            <a:r>
              <a:rPr lang="en-IN" sz="2000">
                <a:solidFill>
                  <a:schemeClr val="tx1"/>
                </a:solidFill>
                <a:latin typeface="Consolas" panose="020B0609020204030204" pitchFamily="49" charset="0"/>
              </a:rPr>
              <a:t>-name: string</a:t>
            </a:r>
          </a:p>
        </p:txBody>
      </p:sp>
      <p:sp>
        <p:nvSpPr>
          <p:cNvPr id="7" name="Rectangle 6">
            <a:extLst>
              <a:ext uri="{FF2B5EF4-FFF2-40B4-BE49-F238E27FC236}">
                <a16:creationId xmlns:a16="http://schemas.microsoft.com/office/drawing/2014/main" id="{7CA2E14A-8B57-4056-9947-E44B9B7323F7}"/>
              </a:ext>
            </a:extLst>
          </p:cNvPr>
          <p:cNvSpPr/>
          <p:nvPr/>
        </p:nvSpPr>
        <p:spPr>
          <a:xfrm>
            <a:off x="333682" y="1741905"/>
            <a:ext cx="3834580" cy="1505041"/>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setage</a:t>
            </a:r>
            <a:r>
              <a:rPr lang="en-IN" sz="2000">
                <a:solidFill>
                  <a:schemeClr val="tx1"/>
                </a:solidFill>
                <a:latin typeface="Consolas" panose="020B0609020204030204" pitchFamily="49" charset="0"/>
              </a:rPr>
              <a:t>(int)</a:t>
            </a:r>
          </a:p>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setname</a:t>
            </a:r>
            <a:r>
              <a:rPr lang="en-IN" sz="2000">
                <a:solidFill>
                  <a:schemeClr val="tx1"/>
                </a:solidFill>
                <a:latin typeface="Consolas" panose="020B0609020204030204" pitchFamily="49" charset="0"/>
              </a:rPr>
              <a:t>(string)</a:t>
            </a:r>
          </a:p>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getage</a:t>
            </a:r>
            <a:r>
              <a:rPr lang="en-IN" sz="2000">
                <a:solidFill>
                  <a:schemeClr val="tx1"/>
                </a:solidFill>
                <a:latin typeface="Consolas" panose="020B0609020204030204" pitchFamily="49" charset="0"/>
              </a:rPr>
              <a:t>()</a:t>
            </a:r>
          </a:p>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getname</a:t>
            </a:r>
            <a:r>
              <a:rPr lang="en-IN" sz="2000">
                <a:solidFill>
                  <a:schemeClr val="tx1"/>
                </a:solidFill>
                <a:latin typeface="Consolas" panose="020B0609020204030204" pitchFamily="49" charset="0"/>
              </a:rPr>
              <a:t>()</a:t>
            </a:r>
          </a:p>
        </p:txBody>
      </p:sp>
      <p:sp>
        <p:nvSpPr>
          <p:cNvPr id="8" name="Rectangle 7">
            <a:extLst>
              <a:ext uri="{FF2B5EF4-FFF2-40B4-BE49-F238E27FC236}">
                <a16:creationId xmlns:a16="http://schemas.microsoft.com/office/drawing/2014/main" id="{1EE7B36A-2546-4C84-A2A2-9EE91623CC26}"/>
              </a:ext>
            </a:extLst>
          </p:cNvPr>
          <p:cNvSpPr/>
          <p:nvPr/>
        </p:nvSpPr>
        <p:spPr>
          <a:xfrm>
            <a:off x="333682" y="4863893"/>
            <a:ext cx="3834580" cy="468975"/>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a:solidFill>
                  <a:schemeClr val="tx1"/>
                </a:solidFill>
                <a:latin typeface="Gill Sans MT" panose="020B0502020104020203" pitchFamily="34" charset="0"/>
              </a:rPr>
              <a:t>Employee</a:t>
            </a:r>
          </a:p>
        </p:txBody>
      </p:sp>
      <p:sp>
        <p:nvSpPr>
          <p:cNvPr id="9" name="Rectangle 8">
            <a:extLst>
              <a:ext uri="{FF2B5EF4-FFF2-40B4-BE49-F238E27FC236}">
                <a16:creationId xmlns:a16="http://schemas.microsoft.com/office/drawing/2014/main" id="{9FB3D0F5-D57B-4E18-A80E-E05EFBD348BF}"/>
              </a:ext>
            </a:extLst>
          </p:cNvPr>
          <p:cNvSpPr/>
          <p:nvPr/>
        </p:nvSpPr>
        <p:spPr>
          <a:xfrm>
            <a:off x="333682" y="5332868"/>
            <a:ext cx="3834580" cy="512511"/>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a:solidFill>
                  <a:schemeClr val="tx1"/>
                </a:solidFill>
                <a:latin typeface="Gill Sans MT" panose="020B0502020104020203" pitchFamily="34" charset="0"/>
              </a:rPr>
              <a:t>-</a:t>
            </a:r>
            <a:r>
              <a:rPr lang="en-IN" sz="2000" err="1">
                <a:solidFill>
                  <a:schemeClr val="tx1"/>
                </a:solidFill>
                <a:latin typeface="Gill Sans MT" panose="020B0502020104020203" pitchFamily="34" charset="0"/>
              </a:rPr>
              <a:t>empID</a:t>
            </a:r>
            <a:r>
              <a:rPr lang="en-IN" sz="2000">
                <a:solidFill>
                  <a:schemeClr val="tx1"/>
                </a:solidFill>
                <a:latin typeface="Consolas" panose="020B0609020204030204" pitchFamily="49" charset="0"/>
              </a:rPr>
              <a:t> : string</a:t>
            </a:r>
          </a:p>
        </p:txBody>
      </p:sp>
      <p:sp>
        <p:nvSpPr>
          <p:cNvPr id="10" name="Rectangle 9">
            <a:extLst>
              <a:ext uri="{FF2B5EF4-FFF2-40B4-BE49-F238E27FC236}">
                <a16:creationId xmlns:a16="http://schemas.microsoft.com/office/drawing/2014/main" id="{1AD82D7D-E125-4B8F-A754-156C892B07F7}"/>
              </a:ext>
            </a:extLst>
          </p:cNvPr>
          <p:cNvSpPr/>
          <p:nvPr/>
        </p:nvSpPr>
        <p:spPr>
          <a:xfrm>
            <a:off x="333682" y="5845379"/>
            <a:ext cx="3834580" cy="838941"/>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setempID</a:t>
            </a:r>
            <a:r>
              <a:rPr lang="en-IN" sz="2000">
                <a:solidFill>
                  <a:schemeClr val="tx1"/>
                </a:solidFill>
                <a:latin typeface="Consolas" panose="020B0609020204030204" pitchFamily="49" charset="0"/>
              </a:rPr>
              <a:t>(string)</a:t>
            </a:r>
          </a:p>
          <a:p>
            <a:r>
              <a:rPr lang="en-IN" sz="2000">
                <a:solidFill>
                  <a:schemeClr val="tx1"/>
                </a:solidFill>
                <a:latin typeface="Consolas" panose="020B0609020204030204" pitchFamily="49" charset="0"/>
              </a:rPr>
              <a:t>+</a:t>
            </a:r>
            <a:r>
              <a:rPr lang="en-IN" sz="2000" err="1">
                <a:solidFill>
                  <a:schemeClr val="tx1"/>
                </a:solidFill>
                <a:latin typeface="Consolas" panose="020B0609020204030204" pitchFamily="49" charset="0"/>
              </a:rPr>
              <a:t>getempID</a:t>
            </a:r>
            <a:r>
              <a:rPr lang="en-IN" sz="2000">
                <a:solidFill>
                  <a:schemeClr val="tx1"/>
                </a:solidFill>
                <a:latin typeface="Consolas" panose="020B0609020204030204" pitchFamily="49" charset="0"/>
              </a:rPr>
              <a:t>()</a:t>
            </a:r>
          </a:p>
        </p:txBody>
      </p:sp>
      <p:cxnSp>
        <p:nvCxnSpPr>
          <p:cNvPr id="12" name="Straight Arrow Connector 11">
            <a:extLst>
              <a:ext uri="{FF2B5EF4-FFF2-40B4-BE49-F238E27FC236}">
                <a16:creationId xmlns:a16="http://schemas.microsoft.com/office/drawing/2014/main" id="{C18D447F-15A8-47C7-A9F1-F8816E72BB84}"/>
              </a:ext>
            </a:extLst>
          </p:cNvPr>
          <p:cNvCxnSpPr>
            <a:stCxn id="8" idx="0"/>
            <a:endCxn id="7" idx="2"/>
          </p:cNvCxnSpPr>
          <p:nvPr/>
        </p:nvCxnSpPr>
        <p:spPr>
          <a:xfrm flipV="1">
            <a:off x="2250972" y="3246946"/>
            <a:ext cx="0" cy="1616947"/>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F4FF60A0-1826-41A5-AC45-7350CBF22321}"/>
              </a:ext>
            </a:extLst>
          </p:cNvPr>
          <p:cNvSpPr txBox="1">
            <a:spLocks/>
          </p:cNvSpPr>
          <p:nvPr/>
        </p:nvSpPr>
        <p:spPr>
          <a:xfrm>
            <a:off x="4614041" y="3219542"/>
            <a:ext cx="5168081" cy="3464778"/>
          </a:xfrm>
          <a:prstGeom prst="rect">
            <a:avLst/>
          </a:prstGeom>
          <a:ln>
            <a:solidFill>
              <a:srgbClr val="F93548"/>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800">
                <a:solidFill>
                  <a:srgbClr val="0070C0"/>
                </a:solidFill>
                <a:latin typeface="Consolas" panose="020B0609020204030204" pitchFamily="49" charset="0"/>
              </a:rPr>
              <a:t>public class</a:t>
            </a:r>
            <a:r>
              <a:rPr lang="en-IN" sz="1800">
                <a:latin typeface="Consolas" panose="020B0609020204030204" pitchFamily="49" charset="0"/>
              </a:rPr>
              <a:t> Employee </a:t>
            </a:r>
            <a:r>
              <a:rPr lang="en-IN" sz="1800">
                <a:solidFill>
                  <a:srgbClr val="C00000"/>
                </a:solidFill>
                <a:latin typeface="Consolas" panose="020B0609020204030204" pitchFamily="49" charset="0"/>
              </a:rPr>
              <a:t>extends</a:t>
            </a:r>
            <a:r>
              <a:rPr lang="en-IN" sz="1800">
                <a:latin typeface="Consolas" panose="020B0609020204030204" pitchFamily="49" charset="0"/>
              </a:rPr>
              <a:t> Person{</a:t>
            </a:r>
          </a:p>
          <a:p>
            <a:pPr marL="0" indent="0">
              <a:buFont typeface="Arial" panose="020B0604020202020204" pitchFamily="34" charset="0"/>
              <a:buNone/>
            </a:pPr>
            <a:r>
              <a:rPr lang="en-IN" sz="1800">
                <a:solidFill>
                  <a:srgbClr val="0070C0"/>
                </a:solidFill>
                <a:latin typeface="Consolas" panose="020B0609020204030204" pitchFamily="49" charset="0"/>
              </a:rPr>
              <a:t>   private </a:t>
            </a:r>
            <a:r>
              <a:rPr lang="en-IN" sz="1800">
                <a:solidFill>
                  <a:srgbClr val="C00000"/>
                </a:solidFill>
                <a:latin typeface="Consolas" panose="020B0609020204030204" pitchFamily="49" charset="0"/>
              </a:rPr>
              <a:t>String</a:t>
            </a:r>
            <a:r>
              <a:rPr lang="en-IN" sz="1800">
                <a:latin typeface="Consolas" panose="020B0609020204030204" pitchFamily="49" charset="0"/>
              </a:rPr>
              <a:t> </a:t>
            </a:r>
            <a:r>
              <a:rPr lang="en-IN" sz="1800" err="1">
                <a:latin typeface="Consolas" panose="020B0609020204030204" pitchFamily="49" charset="0"/>
              </a:rPr>
              <a:t>empID</a:t>
            </a:r>
            <a:r>
              <a:rPr lang="en-IN" sz="1800">
                <a:latin typeface="Consolas" panose="020B0609020204030204" pitchFamily="49" charset="0"/>
              </a:rPr>
              <a:t>;</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void </a:t>
            </a:r>
            <a:r>
              <a:rPr lang="en-IN" sz="1800" err="1">
                <a:latin typeface="Consolas" panose="020B0609020204030204" pitchFamily="49" charset="0"/>
              </a:rPr>
              <a:t>setempID</a:t>
            </a:r>
            <a:r>
              <a:rPr lang="en-IN" sz="1800">
                <a:latin typeface="Consolas" panose="020B0609020204030204" pitchFamily="49" charset="0"/>
              </a:rPr>
              <a:t>(</a:t>
            </a:r>
            <a:r>
              <a:rPr lang="en-IN" sz="1800">
                <a:solidFill>
                  <a:srgbClr val="C00000"/>
                </a:solidFill>
                <a:latin typeface="Consolas" panose="020B0609020204030204" pitchFamily="49" charset="0"/>
              </a:rPr>
              <a:t>String</a:t>
            </a:r>
            <a:r>
              <a:rPr lang="en-IN" sz="1800">
                <a:latin typeface="Consolas" panose="020B0609020204030204" pitchFamily="49" charset="0"/>
              </a:rPr>
              <a:t> emp){</a:t>
            </a:r>
          </a:p>
          <a:p>
            <a:pPr marL="0" indent="0">
              <a:buFont typeface="Arial" panose="020B0604020202020204" pitchFamily="34" charset="0"/>
              <a:buNone/>
            </a:pPr>
            <a:r>
              <a:rPr lang="en-IN" sz="1800">
                <a:latin typeface="Consolas" panose="020B0609020204030204" pitchFamily="49" charset="0"/>
              </a:rPr>
              <a:t>       </a:t>
            </a:r>
            <a:r>
              <a:rPr lang="en-IN" sz="1800" err="1">
                <a:latin typeface="Consolas" panose="020B0609020204030204" pitchFamily="49" charset="0"/>
              </a:rPr>
              <a:t>empID</a:t>
            </a:r>
            <a:r>
              <a:rPr lang="en-IN" sz="1800">
                <a:latin typeface="Consolas" panose="020B0609020204030204" pitchFamily="49" charset="0"/>
              </a:rPr>
              <a:t>=emp;</a:t>
            </a:r>
          </a:p>
          <a:p>
            <a:pPr marL="0" indent="0">
              <a:buFont typeface="Arial" panose="020B0604020202020204" pitchFamily="34" charset="0"/>
              <a:buNone/>
            </a:pPr>
            <a:r>
              <a:rPr lang="en-IN" sz="1800">
                <a:latin typeface="Consolas" panose="020B0609020204030204" pitchFamily="49" charset="0"/>
              </a:rPr>
              <a:t>   }</a:t>
            </a:r>
          </a:p>
          <a:p>
            <a:pPr marL="0" indent="0">
              <a:buFont typeface="Arial" panose="020B0604020202020204" pitchFamily="34" charset="0"/>
              <a:buNone/>
            </a:pPr>
            <a:r>
              <a:rPr lang="en-IN" sz="1800">
                <a:solidFill>
                  <a:srgbClr val="0070C0"/>
                </a:solidFill>
                <a:latin typeface="Consolas" panose="020B0609020204030204" pitchFamily="49" charset="0"/>
              </a:rPr>
              <a:t>   public</a:t>
            </a:r>
            <a:r>
              <a:rPr lang="en-IN" sz="1800">
                <a:latin typeface="Consolas" panose="020B0609020204030204" pitchFamily="49" charset="0"/>
              </a:rPr>
              <a:t> </a:t>
            </a:r>
            <a:r>
              <a:rPr lang="en-IN" sz="1800">
                <a:solidFill>
                  <a:srgbClr val="C00000"/>
                </a:solidFill>
                <a:latin typeface="Consolas" panose="020B0609020204030204" pitchFamily="49" charset="0"/>
              </a:rPr>
              <a:t>String</a:t>
            </a:r>
            <a:r>
              <a:rPr lang="en-IN" sz="1800">
                <a:latin typeface="Consolas" panose="020B0609020204030204" pitchFamily="49" charset="0"/>
              </a:rPr>
              <a:t> </a:t>
            </a:r>
            <a:r>
              <a:rPr lang="en-IN" sz="1800" err="1">
                <a:latin typeface="Consolas" panose="020B0609020204030204" pitchFamily="49" charset="0"/>
              </a:rPr>
              <a:t>getempID</a:t>
            </a:r>
            <a:r>
              <a:rPr lang="en-IN" sz="1800">
                <a:latin typeface="Consolas" panose="020B0609020204030204" pitchFamily="49" charset="0"/>
              </a:rPr>
              <a:t>(){</a:t>
            </a:r>
          </a:p>
          <a:p>
            <a:pPr marL="0" indent="0">
              <a:buFont typeface="Arial" panose="020B0604020202020204" pitchFamily="34" charset="0"/>
              <a:buNone/>
            </a:pPr>
            <a:r>
              <a:rPr lang="en-IN" sz="1800">
                <a:latin typeface="Consolas" panose="020B0609020204030204" pitchFamily="49" charset="0"/>
              </a:rPr>
              <a:t>       </a:t>
            </a:r>
            <a:r>
              <a:rPr lang="en-IN" sz="1800">
                <a:solidFill>
                  <a:srgbClr val="C00000"/>
                </a:solidFill>
                <a:latin typeface="Consolas" panose="020B0609020204030204" pitchFamily="49" charset="0"/>
              </a:rPr>
              <a:t>return</a:t>
            </a:r>
            <a:r>
              <a:rPr lang="en-IN" sz="1800">
                <a:latin typeface="Consolas" panose="020B0609020204030204" pitchFamily="49" charset="0"/>
              </a:rPr>
              <a:t>(</a:t>
            </a:r>
            <a:r>
              <a:rPr lang="en-IN" sz="1800" err="1">
                <a:latin typeface="Consolas" panose="020B0609020204030204" pitchFamily="49" charset="0"/>
              </a:rPr>
              <a:t>empID</a:t>
            </a:r>
            <a:r>
              <a:rPr lang="en-IN" sz="1800">
                <a:latin typeface="Consolas" panose="020B0609020204030204" pitchFamily="49" charset="0"/>
              </a:rPr>
              <a:t>);</a:t>
            </a:r>
          </a:p>
          <a:p>
            <a:pPr marL="0" indent="0">
              <a:buFont typeface="Arial" panose="020B0604020202020204" pitchFamily="34" charset="0"/>
              <a:buNone/>
            </a:pPr>
            <a:r>
              <a:rPr lang="en-IN" sz="1800">
                <a:latin typeface="Consolas" panose="020B0609020204030204" pitchFamily="49" charset="0"/>
              </a:rPr>
              <a:t>   }</a:t>
            </a:r>
          </a:p>
          <a:p>
            <a:pPr marL="0" indent="0">
              <a:buFont typeface="Arial" panose="020B0604020202020204" pitchFamily="34" charset="0"/>
              <a:buNone/>
            </a:pPr>
            <a:r>
              <a:rPr lang="en-IN" sz="1800">
                <a:latin typeface="Consolas" panose="020B0609020204030204" pitchFamily="49" charset="0"/>
              </a:rPr>
              <a:t>}</a:t>
            </a:r>
          </a:p>
        </p:txBody>
      </p:sp>
    </p:spTree>
    <p:extLst>
      <p:ext uri="{BB962C8B-B14F-4D97-AF65-F5344CB8AC3E}">
        <p14:creationId xmlns:p14="http://schemas.microsoft.com/office/powerpoint/2010/main" val="1568920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circle(in)">
                                      <p:cBhvr>
                                        <p:cTn id="23" dur="20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wd">
                                    <p:tmAbs val="500"/>
                                  </p:iterate>
                                  <p:childTnLst>
                                    <p:set>
                                      <p:cBhvr>
                                        <p:cTn id="27" dur="1" fill="hold">
                                          <p:stCondLst>
                                            <p:cond delay="0"/>
                                          </p:stCondLst>
                                        </p:cTn>
                                        <p:tgtEl>
                                          <p:spTgt spid="13">
                                            <p:bg/>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iterate type="wd">
                                    <p:tmAbs val="500"/>
                                  </p:iterate>
                                  <p:childTnLst>
                                    <p:set>
                                      <p:cBhvr>
                                        <p:cTn id="31"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type="wd">
                                    <p:tmAbs val="500"/>
                                  </p:iterate>
                                  <p:childTnLst>
                                    <p:set>
                                      <p:cBhvr>
                                        <p:cTn id="35"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iterate type="wd">
                                    <p:tmAbs val="500"/>
                                  </p:iterate>
                                  <p:childTnLst>
                                    <p:set>
                                      <p:cBhvr>
                                        <p:cTn id="39"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iterate type="wd">
                                    <p:tmAbs val="500"/>
                                  </p:iterate>
                                  <p:childTnLst>
                                    <p:set>
                                      <p:cBhvr>
                                        <p:cTn id="43"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iterate type="wd">
                                    <p:tmAbs val="500"/>
                                  </p:iterate>
                                  <p:childTnLst>
                                    <p:set>
                                      <p:cBhvr>
                                        <p:cTn id="47"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iterate type="wd">
                                    <p:tmAbs val="500"/>
                                  </p:iterate>
                                  <p:childTnLst>
                                    <p:set>
                                      <p:cBhvr>
                                        <p:cTn id="51"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iterate type="wd">
                                    <p:tmAbs val="500"/>
                                  </p:iterate>
                                  <p:childTnLst>
                                    <p:set>
                                      <p:cBhvr>
                                        <p:cTn id="55"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iterate type="wd">
                                    <p:tmAbs val="500"/>
                                  </p:iterate>
                                  <p:childTnLst>
                                    <p:set>
                                      <p:cBhvr>
                                        <p:cTn id="59"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iterate type="wd">
                                    <p:tmAbs val="500"/>
                                  </p:iterate>
                                  <p:childTnLst>
                                    <p:set>
                                      <p:cBhvr>
                                        <p:cTn id="63"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3" grpId="0" build="p"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5ABA09-8B38-4E99-99EB-CE1FF88D80FC}"/>
              </a:ext>
            </a:extLst>
          </p:cNvPr>
          <p:cNvSpPr>
            <a:spLocks noGrp="1"/>
          </p:cNvSpPr>
          <p:nvPr>
            <p:ph type="sldNum" sz="quarter" idx="12"/>
          </p:nvPr>
        </p:nvSpPr>
        <p:spPr/>
        <p:txBody>
          <a:bodyPr/>
          <a:lstStyle/>
          <a:p>
            <a:fld id="{4DAC0951-10B0-4509-9BA5-FD8683A6F967}" type="slidenum">
              <a:rPr lang="en-IN" smtClean="0"/>
              <a:pPr/>
              <a:t>24</a:t>
            </a:fld>
            <a:endParaRPr lang="en-IN"/>
          </a:p>
        </p:txBody>
      </p:sp>
      <p:sp>
        <p:nvSpPr>
          <p:cNvPr id="7" name="Content Placeholder 2">
            <a:extLst>
              <a:ext uri="{FF2B5EF4-FFF2-40B4-BE49-F238E27FC236}">
                <a16:creationId xmlns:a16="http://schemas.microsoft.com/office/drawing/2014/main" id="{ADB2AB6F-34BE-4701-80F1-DAF0B533C7AB}"/>
              </a:ext>
            </a:extLst>
          </p:cNvPr>
          <p:cNvSpPr>
            <a:spLocks noGrp="1"/>
          </p:cNvSpPr>
          <p:nvPr>
            <p:ph idx="1"/>
          </p:nvPr>
        </p:nvSpPr>
        <p:spPr>
          <a:xfrm>
            <a:off x="226693" y="571195"/>
            <a:ext cx="5168081" cy="5967717"/>
          </a:xfrm>
          <a:ln>
            <a:solidFill>
              <a:srgbClr val="F93548"/>
            </a:solidFill>
          </a:ln>
        </p:spPr>
        <p:txBody>
          <a:bodyPr>
            <a:noAutofit/>
          </a:bodyPr>
          <a:lstStyle/>
          <a:p>
            <a:pPr marL="0" indent="0">
              <a:buNone/>
            </a:pPr>
            <a:r>
              <a:rPr lang="en-IN" sz="1800">
                <a:solidFill>
                  <a:srgbClr val="0070C0"/>
                </a:solidFill>
                <a:latin typeface="Consolas" panose="020B0609020204030204" pitchFamily="49" charset="0"/>
              </a:rPr>
              <a:t>public class</a:t>
            </a:r>
            <a:r>
              <a:rPr lang="en-IN" sz="1800">
                <a:latin typeface="Consolas" panose="020B0609020204030204" pitchFamily="49" charset="0"/>
              </a:rPr>
              <a:t> Person{</a:t>
            </a:r>
          </a:p>
          <a:p>
            <a:pPr marL="0" indent="0">
              <a:buNone/>
            </a:pPr>
            <a:r>
              <a:rPr lang="en-IN" sz="1800">
                <a:solidFill>
                  <a:srgbClr val="0070C0"/>
                </a:solidFill>
                <a:latin typeface="Consolas" panose="020B0609020204030204" pitchFamily="49" charset="0"/>
              </a:rPr>
              <a:t>   private int </a:t>
            </a:r>
            <a:r>
              <a:rPr lang="en-IN" sz="1800">
                <a:latin typeface="Consolas" panose="020B0609020204030204" pitchFamily="49" charset="0"/>
              </a:rPr>
              <a:t>age;</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 private </a:t>
            </a:r>
            <a:r>
              <a:rPr lang="en-IN" sz="1800">
                <a:solidFill>
                  <a:srgbClr val="C00000"/>
                </a:solidFill>
                <a:latin typeface="Consolas" panose="020B0609020204030204" pitchFamily="49" charset="0"/>
              </a:rPr>
              <a:t>String</a:t>
            </a:r>
            <a:r>
              <a:rPr lang="en-IN" sz="1800">
                <a:latin typeface="Consolas" panose="020B0609020204030204" pitchFamily="49" charset="0"/>
              </a:rPr>
              <a:t> name;</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void </a:t>
            </a:r>
            <a:r>
              <a:rPr lang="en-IN" sz="1800" err="1">
                <a:latin typeface="Consolas" panose="020B0609020204030204" pitchFamily="49" charset="0"/>
              </a:rPr>
              <a:t>setage</a:t>
            </a:r>
            <a:r>
              <a:rPr lang="en-IN" sz="1800">
                <a:latin typeface="Consolas" panose="020B0609020204030204" pitchFamily="49" charset="0"/>
              </a:rPr>
              <a:t>(</a:t>
            </a:r>
            <a:r>
              <a:rPr lang="en-IN" sz="1800">
                <a:solidFill>
                  <a:srgbClr val="0070C0"/>
                </a:solidFill>
                <a:latin typeface="Consolas" panose="020B0609020204030204" pitchFamily="49" charset="0"/>
              </a:rPr>
              <a:t>int</a:t>
            </a:r>
            <a:r>
              <a:rPr lang="en-IN" sz="1800">
                <a:latin typeface="Consolas" panose="020B0609020204030204" pitchFamily="49" charset="0"/>
              </a:rPr>
              <a:t> ag){</a:t>
            </a:r>
          </a:p>
          <a:p>
            <a:pPr marL="0" indent="0">
              <a:buNone/>
            </a:pPr>
            <a:r>
              <a:rPr lang="en-IN" sz="1800">
                <a:latin typeface="Consolas" panose="020B0609020204030204" pitchFamily="49" charset="0"/>
              </a:rPr>
              <a:t>       age=ag;</a:t>
            </a:r>
          </a:p>
          <a:p>
            <a:pPr marL="0" indent="0">
              <a:buNone/>
            </a:pPr>
            <a:r>
              <a:rPr lang="en-IN" sz="1800">
                <a:latin typeface="Consolas" panose="020B0609020204030204" pitchFamily="49" charset="0"/>
              </a:rPr>
              <a:t>   }</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void </a:t>
            </a:r>
            <a:r>
              <a:rPr lang="en-IN" sz="1800" err="1">
                <a:latin typeface="Consolas" panose="020B0609020204030204" pitchFamily="49" charset="0"/>
              </a:rPr>
              <a:t>setname</a:t>
            </a:r>
            <a:r>
              <a:rPr lang="en-IN" sz="1800">
                <a:latin typeface="Consolas" panose="020B0609020204030204" pitchFamily="49" charset="0"/>
              </a:rPr>
              <a:t>(</a:t>
            </a:r>
            <a:r>
              <a:rPr lang="en-IN" sz="1800">
                <a:solidFill>
                  <a:srgbClr val="C00000"/>
                </a:solidFill>
                <a:latin typeface="Consolas" panose="020B0609020204030204" pitchFamily="49" charset="0"/>
              </a:rPr>
              <a:t>String</a:t>
            </a:r>
            <a:r>
              <a:rPr lang="en-IN" sz="1800">
                <a:latin typeface="Consolas" panose="020B0609020204030204" pitchFamily="49" charset="0"/>
              </a:rPr>
              <a:t> nm){</a:t>
            </a:r>
          </a:p>
          <a:p>
            <a:pPr marL="0" indent="0">
              <a:buNone/>
            </a:pPr>
            <a:r>
              <a:rPr lang="en-IN" sz="1800">
                <a:latin typeface="Consolas" panose="020B0609020204030204" pitchFamily="49" charset="0"/>
              </a:rPr>
              <a:t>       name=nm;</a:t>
            </a:r>
          </a:p>
          <a:p>
            <a:pPr marL="0" indent="0">
              <a:buNone/>
            </a:pPr>
            <a:r>
              <a:rPr lang="en-IN" sz="1800">
                <a:latin typeface="Consolas" panose="020B0609020204030204" pitchFamily="49" charset="0"/>
              </a:rPr>
              <a:t>   }</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int </a:t>
            </a:r>
            <a:r>
              <a:rPr lang="en-IN" sz="1800" err="1">
                <a:latin typeface="Consolas" panose="020B0609020204030204" pitchFamily="49" charset="0"/>
              </a:rPr>
              <a:t>getage</a:t>
            </a:r>
            <a:r>
              <a:rPr lang="en-IN" sz="1800">
                <a:latin typeface="Consolas" panose="020B0609020204030204" pitchFamily="49" charset="0"/>
              </a:rPr>
              <a:t>(){</a:t>
            </a:r>
          </a:p>
          <a:p>
            <a:pPr marL="0" indent="0">
              <a:buNone/>
            </a:pPr>
            <a:r>
              <a:rPr lang="en-IN" sz="1800">
                <a:latin typeface="Consolas" panose="020B0609020204030204" pitchFamily="49" charset="0"/>
              </a:rPr>
              <a:t>       </a:t>
            </a:r>
            <a:r>
              <a:rPr lang="en-IN" sz="1800">
                <a:solidFill>
                  <a:srgbClr val="C00000"/>
                </a:solidFill>
                <a:latin typeface="Consolas" panose="020B0609020204030204" pitchFamily="49" charset="0"/>
              </a:rPr>
              <a:t>return</a:t>
            </a:r>
            <a:r>
              <a:rPr lang="en-IN" sz="1800">
                <a:latin typeface="Consolas" panose="020B0609020204030204" pitchFamily="49" charset="0"/>
              </a:rPr>
              <a:t>(age);</a:t>
            </a:r>
          </a:p>
          <a:p>
            <a:pPr marL="0" indent="0">
              <a:buNone/>
            </a:pPr>
            <a:r>
              <a:rPr lang="en-IN" sz="1800">
                <a:latin typeface="Consolas" panose="020B0609020204030204" pitchFamily="49" charset="0"/>
              </a:rPr>
              <a:t>   }</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a:t>
            </a:r>
            <a:r>
              <a:rPr lang="en-IN" sz="1800">
                <a:latin typeface="Consolas" panose="020B0609020204030204" pitchFamily="49" charset="0"/>
              </a:rPr>
              <a:t> </a:t>
            </a:r>
            <a:r>
              <a:rPr lang="en-IN" sz="1800">
                <a:solidFill>
                  <a:srgbClr val="C00000"/>
                </a:solidFill>
                <a:latin typeface="Consolas" panose="020B0609020204030204" pitchFamily="49" charset="0"/>
              </a:rPr>
              <a:t>String</a:t>
            </a:r>
            <a:r>
              <a:rPr lang="en-IN" sz="1800">
                <a:latin typeface="Consolas" panose="020B0609020204030204" pitchFamily="49" charset="0"/>
              </a:rPr>
              <a:t> </a:t>
            </a:r>
            <a:r>
              <a:rPr lang="en-IN" sz="1800" err="1">
                <a:latin typeface="Consolas" panose="020B0609020204030204" pitchFamily="49" charset="0"/>
              </a:rPr>
              <a:t>getname</a:t>
            </a:r>
            <a:r>
              <a:rPr lang="en-IN" sz="1800">
                <a:latin typeface="Consolas" panose="020B0609020204030204" pitchFamily="49" charset="0"/>
              </a:rPr>
              <a:t>(){</a:t>
            </a:r>
          </a:p>
          <a:p>
            <a:pPr marL="0" indent="0">
              <a:buNone/>
            </a:pPr>
            <a:r>
              <a:rPr lang="en-IN" sz="1800">
                <a:latin typeface="Consolas" panose="020B0609020204030204" pitchFamily="49" charset="0"/>
              </a:rPr>
              <a:t>       </a:t>
            </a:r>
            <a:r>
              <a:rPr lang="en-IN" sz="1800">
                <a:solidFill>
                  <a:srgbClr val="C00000"/>
                </a:solidFill>
                <a:latin typeface="Consolas" panose="020B0609020204030204" pitchFamily="49" charset="0"/>
              </a:rPr>
              <a:t>return</a:t>
            </a:r>
            <a:r>
              <a:rPr lang="en-IN" sz="1800">
                <a:latin typeface="Consolas" panose="020B0609020204030204" pitchFamily="49" charset="0"/>
              </a:rPr>
              <a:t>(name);</a:t>
            </a:r>
          </a:p>
          <a:p>
            <a:pPr marL="0" indent="0">
              <a:buNone/>
            </a:pPr>
            <a:r>
              <a:rPr lang="en-IN" sz="1800">
                <a:latin typeface="Consolas" panose="020B0609020204030204" pitchFamily="49" charset="0"/>
              </a:rPr>
              <a:t>   }</a:t>
            </a:r>
          </a:p>
          <a:p>
            <a:pPr marL="0" indent="0">
              <a:buNone/>
            </a:pPr>
            <a:r>
              <a:rPr lang="en-IN" sz="1800">
                <a:latin typeface="Consolas" panose="020B0609020204030204" pitchFamily="49" charset="0"/>
              </a:rPr>
              <a:t>}</a:t>
            </a:r>
          </a:p>
        </p:txBody>
      </p:sp>
      <p:sp>
        <p:nvSpPr>
          <p:cNvPr id="8" name="Content Placeholder 2">
            <a:extLst>
              <a:ext uri="{FF2B5EF4-FFF2-40B4-BE49-F238E27FC236}">
                <a16:creationId xmlns:a16="http://schemas.microsoft.com/office/drawing/2014/main" id="{2CF28920-FA0B-437B-B741-AE99C8F65D2C}"/>
              </a:ext>
            </a:extLst>
          </p:cNvPr>
          <p:cNvSpPr txBox="1">
            <a:spLocks/>
          </p:cNvSpPr>
          <p:nvPr/>
        </p:nvSpPr>
        <p:spPr>
          <a:xfrm>
            <a:off x="6096000" y="571195"/>
            <a:ext cx="5168081" cy="3464778"/>
          </a:xfrm>
          <a:prstGeom prst="rect">
            <a:avLst/>
          </a:prstGeom>
          <a:ln>
            <a:solidFill>
              <a:srgbClr val="F93548"/>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800">
                <a:solidFill>
                  <a:srgbClr val="0070C0"/>
                </a:solidFill>
                <a:latin typeface="Consolas" panose="020B0609020204030204" pitchFamily="49" charset="0"/>
              </a:rPr>
              <a:t>public class</a:t>
            </a:r>
            <a:r>
              <a:rPr lang="en-IN" sz="1800">
                <a:latin typeface="Consolas" panose="020B0609020204030204" pitchFamily="49" charset="0"/>
              </a:rPr>
              <a:t> Employee </a:t>
            </a:r>
            <a:r>
              <a:rPr lang="en-IN" sz="1800">
                <a:solidFill>
                  <a:srgbClr val="C00000"/>
                </a:solidFill>
                <a:latin typeface="Consolas" panose="020B0609020204030204" pitchFamily="49" charset="0"/>
              </a:rPr>
              <a:t>extends</a:t>
            </a:r>
            <a:r>
              <a:rPr lang="en-IN" sz="1800">
                <a:latin typeface="Consolas" panose="020B0609020204030204" pitchFamily="49" charset="0"/>
              </a:rPr>
              <a:t> Person{</a:t>
            </a:r>
          </a:p>
          <a:p>
            <a:pPr marL="0" indent="0">
              <a:buFont typeface="Arial" panose="020B0604020202020204" pitchFamily="34" charset="0"/>
              <a:buNone/>
            </a:pPr>
            <a:r>
              <a:rPr lang="en-IN" sz="1800">
                <a:solidFill>
                  <a:srgbClr val="0070C0"/>
                </a:solidFill>
                <a:latin typeface="Consolas" panose="020B0609020204030204" pitchFamily="49" charset="0"/>
              </a:rPr>
              <a:t>   private </a:t>
            </a:r>
            <a:r>
              <a:rPr lang="en-IN" sz="1800">
                <a:solidFill>
                  <a:srgbClr val="C00000"/>
                </a:solidFill>
                <a:latin typeface="Consolas" panose="020B0609020204030204" pitchFamily="49" charset="0"/>
              </a:rPr>
              <a:t>String</a:t>
            </a:r>
            <a:r>
              <a:rPr lang="en-IN" sz="1800">
                <a:latin typeface="Consolas" panose="020B0609020204030204" pitchFamily="49" charset="0"/>
              </a:rPr>
              <a:t> </a:t>
            </a:r>
            <a:r>
              <a:rPr lang="en-IN" sz="1800" err="1">
                <a:latin typeface="Consolas" panose="020B0609020204030204" pitchFamily="49" charset="0"/>
              </a:rPr>
              <a:t>empID</a:t>
            </a:r>
            <a:r>
              <a:rPr lang="en-IN" sz="1800">
                <a:latin typeface="Consolas" panose="020B0609020204030204" pitchFamily="49" charset="0"/>
              </a:rPr>
              <a:t>;</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void </a:t>
            </a:r>
            <a:r>
              <a:rPr lang="en-IN" sz="1800" err="1">
                <a:latin typeface="Consolas" panose="020B0609020204030204" pitchFamily="49" charset="0"/>
              </a:rPr>
              <a:t>setempID</a:t>
            </a:r>
            <a:r>
              <a:rPr lang="en-IN" sz="1800">
                <a:latin typeface="Consolas" panose="020B0609020204030204" pitchFamily="49" charset="0"/>
              </a:rPr>
              <a:t>(</a:t>
            </a:r>
            <a:r>
              <a:rPr lang="en-IN" sz="1800">
                <a:solidFill>
                  <a:srgbClr val="C00000"/>
                </a:solidFill>
                <a:latin typeface="Consolas" panose="020B0609020204030204" pitchFamily="49" charset="0"/>
              </a:rPr>
              <a:t>String</a:t>
            </a:r>
            <a:r>
              <a:rPr lang="en-IN" sz="1800">
                <a:latin typeface="Consolas" panose="020B0609020204030204" pitchFamily="49" charset="0"/>
              </a:rPr>
              <a:t> emp){</a:t>
            </a:r>
          </a:p>
          <a:p>
            <a:pPr marL="0" indent="0">
              <a:buFont typeface="Arial" panose="020B0604020202020204" pitchFamily="34" charset="0"/>
              <a:buNone/>
            </a:pPr>
            <a:r>
              <a:rPr lang="en-IN" sz="1800">
                <a:latin typeface="Consolas" panose="020B0609020204030204" pitchFamily="49" charset="0"/>
              </a:rPr>
              <a:t>       </a:t>
            </a:r>
            <a:r>
              <a:rPr lang="en-IN" sz="1800" err="1">
                <a:latin typeface="Consolas" panose="020B0609020204030204" pitchFamily="49" charset="0"/>
              </a:rPr>
              <a:t>empID</a:t>
            </a:r>
            <a:r>
              <a:rPr lang="en-IN" sz="1800">
                <a:latin typeface="Consolas" panose="020B0609020204030204" pitchFamily="49" charset="0"/>
              </a:rPr>
              <a:t>=emp;</a:t>
            </a:r>
          </a:p>
          <a:p>
            <a:pPr marL="0" indent="0">
              <a:buFont typeface="Arial" panose="020B0604020202020204" pitchFamily="34" charset="0"/>
              <a:buNone/>
            </a:pPr>
            <a:r>
              <a:rPr lang="en-IN" sz="1800">
                <a:latin typeface="Consolas" panose="020B0609020204030204" pitchFamily="49" charset="0"/>
              </a:rPr>
              <a:t>   }</a:t>
            </a:r>
          </a:p>
          <a:p>
            <a:pPr marL="0" indent="0">
              <a:buFont typeface="Arial" panose="020B0604020202020204" pitchFamily="34" charset="0"/>
              <a:buNone/>
            </a:pPr>
            <a:r>
              <a:rPr lang="en-IN" sz="1800">
                <a:solidFill>
                  <a:srgbClr val="0070C0"/>
                </a:solidFill>
                <a:latin typeface="Consolas" panose="020B0609020204030204" pitchFamily="49" charset="0"/>
              </a:rPr>
              <a:t>   public</a:t>
            </a:r>
            <a:r>
              <a:rPr lang="en-IN" sz="1800">
                <a:latin typeface="Consolas" panose="020B0609020204030204" pitchFamily="49" charset="0"/>
              </a:rPr>
              <a:t> </a:t>
            </a:r>
            <a:r>
              <a:rPr lang="en-IN" sz="1800">
                <a:solidFill>
                  <a:srgbClr val="C00000"/>
                </a:solidFill>
                <a:latin typeface="Consolas" panose="020B0609020204030204" pitchFamily="49" charset="0"/>
              </a:rPr>
              <a:t>String</a:t>
            </a:r>
            <a:r>
              <a:rPr lang="en-IN" sz="1800">
                <a:latin typeface="Consolas" panose="020B0609020204030204" pitchFamily="49" charset="0"/>
              </a:rPr>
              <a:t> </a:t>
            </a:r>
            <a:r>
              <a:rPr lang="en-IN" sz="1800" err="1">
                <a:latin typeface="Consolas" panose="020B0609020204030204" pitchFamily="49" charset="0"/>
              </a:rPr>
              <a:t>getempID</a:t>
            </a:r>
            <a:r>
              <a:rPr lang="en-IN" sz="1800">
                <a:latin typeface="Consolas" panose="020B0609020204030204" pitchFamily="49" charset="0"/>
              </a:rPr>
              <a:t>(){</a:t>
            </a:r>
          </a:p>
          <a:p>
            <a:pPr marL="0" indent="0">
              <a:buFont typeface="Arial" panose="020B0604020202020204" pitchFamily="34" charset="0"/>
              <a:buNone/>
            </a:pPr>
            <a:r>
              <a:rPr lang="en-IN" sz="1800">
                <a:latin typeface="Consolas" panose="020B0609020204030204" pitchFamily="49" charset="0"/>
              </a:rPr>
              <a:t>       </a:t>
            </a:r>
            <a:r>
              <a:rPr lang="en-IN" sz="1800">
                <a:solidFill>
                  <a:srgbClr val="C00000"/>
                </a:solidFill>
                <a:latin typeface="Consolas" panose="020B0609020204030204" pitchFamily="49" charset="0"/>
              </a:rPr>
              <a:t>return</a:t>
            </a:r>
            <a:r>
              <a:rPr lang="en-IN" sz="1800">
                <a:latin typeface="Consolas" panose="020B0609020204030204" pitchFamily="49" charset="0"/>
              </a:rPr>
              <a:t>(</a:t>
            </a:r>
            <a:r>
              <a:rPr lang="en-IN" sz="1800" err="1">
                <a:latin typeface="Consolas" panose="020B0609020204030204" pitchFamily="49" charset="0"/>
              </a:rPr>
              <a:t>empID</a:t>
            </a:r>
            <a:r>
              <a:rPr lang="en-IN" sz="1800">
                <a:latin typeface="Consolas" panose="020B0609020204030204" pitchFamily="49" charset="0"/>
              </a:rPr>
              <a:t>);</a:t>
            </a:r>
          </a:p>
          <a:p>
            <a:pPr marL="0" indent="0">
              <a:buFont typeface="Arial" panose="020B0604020202020204" pitchFamily="34" charset="0"/>
              <a:buNone/>
            </a:pPr>
            <a:r>
              <a:rPr lang="en-IN" sz="1800">
                <a:latin typeface="Consolas" panose="020B0609020204030204" pitchFamily="49" charset="0"/>
              </a:rPr>
              <a:t>   }</a:t>
            </a:r>
          </a:p>
          <a:p>
            <a:pPr marL="0" indent="0">
              <a:buFont typeface="Arial" panose="020B0604020202020204" pitchFamily="34" charset="0"/>
              <a:buNone/>
            </a:pPr>
            <a:r>
              <a:rPr lang="en-IN" sz="1800">
                <a:latin typeface="Consolas" panose="020B0609020204030204" pitchFamily="49" charset="0"/>
              </a:rPr>
              <a:t>}</a:t>
            </a:r>
          </a:p>
        </p:txBody>
      </p:sp>
      <p:sp>
        <p:nvSpPr>
          <p:cNvPr id="10" name="TextBox 9">
            <a:extLst>
              <a:ext uri="{FF2B5EF4-FFF2-40B4-BE49-F238E27FC236}">
                <a16:creationId xmlns:a16="http://schemas.microsoft.com/office/drawing/2014/main" id="{74800AA3-4F8C-4C02-AF0A-FAC000A5FBB8}"/>
              </a:ext>
            </a:extLst>
          </p:cNvPr>
          <p:cNvSpPr txBox="1"/>
          <p:nvPr/>
        </p:nvSpPr>
        <p:spPr>
          <a:xfrm>
            <a:off x="6147645" y="4347813"/>
            <a:ext cx="5116436" cy="1938992"/>
          </a:xfrm>
          <a:prstGeom prst="rect">
            <a:avLst/>
          </a:prstGeom>
          <a:noFill/>
          <a:ln>
            <a:solidFill>
              <a:srgbClr val="00B050"/>
            </a:solidFill>
          </a:ln>
        </p:spPr>
        <p:txBody>
          <a:bodyPr wrap="square" rtlCol="0">
            <a:spAutoFit/>
          </a:bodyPr>
          <a:lstStyle/>
          <a:p>
            <a:pPr algn="just"/>
            <a:r>
              <a:rPr lang="en-IN" sz="2000">
                <a:latin typeface="Gill Sans MT" panose="020B0502020104020203" pitchFamily="34" charset="0"/>
              </a:rPr>
              <a:t>In another class : </a:t>
            </a:r>
            <a:r>
              <a:rPr lang="en-IN" sz="2000" err="1">
                <a:latin typeface="Gill Sans MT" panose="020B0502020104020203" pitchFamily="34" charset="0"/>
              </a:rPr>
              <a:t>empData</a:t>
            </a:r>
            <a:r>
              <a:rPr lang="en-IN" sz="2000">
                <a:latin typeface="Gill Sans MT" panose="020B0502020104020203" pitchFamily="34" charset="0"/>
              </a:rPr>
              <a:t>, create object for  employee.</a:t>
            </a:r>
          </a:p>
          <a:p>
            <a:pPr algn="just"/>
            <a:r>
              <a:rPr lang="en-IN" sz="2000">
                <a:latin typeface="Gill Sans MT" panose="020B0502020104020203" pitchFamily="34" charset="0"/>
              </a:rPr>
              <a:t>With that object call </a:t>
            </a:r>
            <a:r>
              <a:rPr lang="en-IN" sz="2000" err="1">
                <a:latin typeface="Gill Sans MT" panose="020B0502020104020203" pitchFamily="34" charset="0"/>
              </a:rPr>
              <a:t>setname</a:t>
            </a:r>
            <a:r>
              <a:rPr lang="en-IN" sz="2000">
                <a:latin typeface="Gill Sans MT" panose="020B0502020104020203" pitchFamily="34" charset="0"/>
              </a:rPr>
              <a:t>(), </a:t>
            </a:r>
            <a:r>
              <a:rPr lang="en-IN" sz="2000" err="1">
                <a:latin typeface="Gill Sans MT" panose="020B0502020104020203" pitchFamily="34" charset="0"/>
              </a:rPr>
              <a:t>setage</a:t>
            </a:r>
            <a:r>
              <a:rPr lang="en-IN" sz="2000">
                <a:latin typeface="Gill Sans MT" panose="020B0502020104020203" pitchFamily="34" charset="0"/>
              </a:rPr>
              <a:t>(), </a:t>
            </a:r>
            <a:r>
              <a:rPr lang="en-IN" sz="2000" err="1">
                <a:latin typeface="Gill Sans MT" panose="020B0502020104020203" pitchFamily="34" charset="0"/>
              </a:rPr>
              <a:t>setempID</a:t>
            </a:r>
            <a:r>
              <a:rPr lang="en-IN" sz="2000">
                <a:latin typeface="Gill Sans MT" panose="020B0502020104020203" pitchFamily="34" charset="0"/>
              </a:rPr>
              <a:t>().</a:t>
            </a:r>
          </a:p>
          <a:p>
            <a:pPr algn="just"/>
            <a:r>
              <a:rPr lang="en-IN" sz="2000">
                <a:latin typeface="Gill Sans MT" panose="020B0502020104020203" pitchFamily="34" charset="0"/>
              </a:rPr>
              <a:t>Print the same using </a:t>
            </a:r>
            <a:r>
              <a:rPr lang="en-IN" sz="2000" err="1">
                <a:latin typeface="Gill Sans MT" panose="020B0502020104020203" pitchFamily="34" charset="0"/>
              </a:rPr>
              <a:t>getage</a:t>
            </a:r>
            <a:r>
              <a:rPr lang="en-IN" sz="2000">
                <a:latin typeface="Gill Sans MT" panose="020B0502020104020203" pitchFamily="34" charset="0"/>
              </a:rPr>
              <a:t>, </a:t>
            </a:r>
            <a:r>
              <a:rPr lang="en-IN" sz="2000" err="1">
                <a:latin typeface="Gill Sans MT" panose="020B0502020104020203" pitchFamily="34" charset="0"/>
              </a:rPr>
              <a:t>getname</a:t>
            </a:r>
            <a:r>
              <a:rPr lang="en-IN" sz="2000">
                <a:latin typeface="Gill Sans MT" panose="020B0502020104020203" pitchFamily="34" charset="0"/>
              </a:rPr>
              <a:t>, </a:t>
            </a:r>
            <a:r>
              <a:rPr lang="en-IN" sz="2000" err="1">
                <a:latin typeface="Gill Sans MT" panose="020B0502020104020203" pitchFamily="34" charset="0"/>
              </a:rPr>
              <a:t>getID</a:t>
            </a:r>
            <a:r>
              <a:rPr lang="en-IN" sz="2000">
                <a:latin typeface="Gill Sans MT" panose="020B0502020104020203" pitchFamily="34" charset="0"/>
              </a:rPr>
              <a:t> functions.</a:t>
            </a:r>
          </a:p>
        </p:txBody>
      </p:sp>
    </p:spTree>
    <p:extLst>
      <p:ext uri="{BB962C8B-B14F-4D97-AF65-F5344CB8AC3E}">
        <p14:creationId xmlns:p14="http://schemas.microsoft.com/office/powerpoint/2010/main" val="759581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7">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type="wd">
                                    <p:tmAbs val="500"/>
                                  </p:iterate>
                                  <p:childTnLst>
                                    <p:set>
                                      <p:cBhvr>
                                        <p:cTn id="66"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type="wd">
                                    <p:tmAbs val="500"/>
                                  </p:iterate>
                                  <p:childTnLst>
                                    <p:set>
                                      <p:cBhvr>
                                        <p:cTn id="70" dur="1" fill="hold">
                                          <p:stCondLst>
                                            <p:cond delay="0"/>
                                          </p:stCondLst>
                                        </p:cTn>
                                        <p:tgtEl>
                                          <p:spTgt spid="7">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type="wd">
                                    <p:tmAbs val="500"/>
                                  </p:iterate>
                                  <p:childTnLst>
                                    <p:set>
                                      <p:cBhvr>
                                        <p:cTn id="74" dur="1" fill="hold">
                                          <p:stCondLst>
                                            <p:cond delay="0"/>
                                          </p:stCondLst>
                                        </p:cTn>
                                        <p:tgtEl>
                                          <p:spTgt spid="8">
                                            <p:bg/>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type="wd">
                                    <p:tmAbs val="500"/>
                                  </p:iterate>
                                  <p:childTnLst>
                                    <p:set>
                                      <p:cBhvr>
                                        <p:cTn id="7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iterate type="wd">
                                    <p:tmAbs val="500"/>
                                  </p:iterate>
                                  <p:childTnLst>
                                    <p:set>
                                      <p:cBhvr>
                                        <p:cTn id="8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iterate type="wd">
                                    <p:tmAbs val="500"/>
                                  </p:iterate>
                                  <p:childTnLst>
                                    <p:set>
                                      <p:cBhvr>
                                        <p:cTn id="8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iterate type="wd">
                                    <p:tmAbs val="500"/>
                                  </p:iterate>
                                  <p:childTnLst>
                                    <p:set>
                                      <p:cBhvr>
                                        <p:cTn id="9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iterate type="wd">
                                    <p:tmAbs val="500"/>
                                  </p:iterate>
                                  <p:childTnLst>
                                    <p:set>
                                      <p:cBhvr>
                                        <p:cTn id="9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iterate type="wd">
                                    <p:tmAbs val="500"/>
                                  </p:iterate>
                                  <p:childTnLst>
                                    <p:set>
                                      <p:cBhvr>
                                        <p:cTn id="9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iterate type="wd">
                                    <p:tmAbs val="500"/>
                                  </p:iterate>
                                  <p:childTnLst>
                                    <p:set>
                                      <p:cBhvr>
                                        <p:cTn id="10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iterate type="wd">
                                    <p:tmAbs val="500"/>
                                  </p:iterate>
                                  <p:childTnLst>
                                    <p:set>
                                      <p:cBhvr>
                                        <p:cTn id="106"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iterate type="wd">
                                    <p:tmAbs val="500"/>
                                  </p:iterate>
                                  <p:childTnLst>
                                    <p:set>
                                      <p:cBhvr>
                                        <p:cTn id="110"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8" grpId="0" build="p"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AE72BA-48A2-4C27-A847-C5345A2673A9}"/>
              </a:ext>
            </a:extLst>
          </p:cNvPr>
          <p:cNvSpPr>
            <a:spLocks noGrp="1"/>
          </p:cNvSpPr>
          <p:nvPr>
            <p:ph type="sldNum" sz="quarter" idx="12"/>
          </p:nvPr>
        </p:nvSpPr>
        <p:spPr/>
        <p:txBody>
          <a:bodyPr/>
          <a:lstStyle/>
          <a:p>
            <a:fld id="{4DAC0951-10B0-4509-9BA5-FD8683A6F967}" type="slidenum">
              <a:rPr lang="en-IN" smtClean="0"/>
              <a:pPr/>
              <a:t>25</a:t>
            </a:fld>
            <a:endParaRPr lang="en-IN"/>
          </a:p>
        </p:txBody>
      </p:sp>
      <p:sp>
        <p:nvSpPr>
          <p:cNvPr id="6" name="TextBox 5">
            <a:extLst>
              <a:ext uri="{FF2B5EF4-FFF2-40B4-BE49-F238E27FC236}">
                <a16:creationId xmlns:a16="http://schemas.microsoft.com/office/drawing/2014/main" id="{725AEFCA-410B-41FE-9FC9-E526E1AD667F}"/>
              </a:ext>
            </a:extLst>
          </p:cNvPr>
          <p:cNvSpPr txBox="1"/>
          <p:nvPr/>
        </p:nvSpPr>
        <p:spPr>
          <a:xfrm>
            <a:off x="519355" y="910930"/>
            <a:ext cx="10484976" cy="1015663"/>
          </a:xfrm>
          <a:prstGeom prst="rect">
            <a:avLst/>
          </a:prstGeom>
          <a:noFill/>
          <a:ln>
            <a:solidFill>
              <a:srgbClr val="00B050"/>
            </a:solidFill>
          </a:ln>
        </p:spPr>
        <p:txBody>
          <a:bodyPr wrap="square" rtlCol="0">
            <a:spAutoFit/>
          </a:bodyPr>
          <a:lstStyle/>
          <a:p>
            <a:pPr algn="just"/>
            <a:r>
              <a:rPr lang="en-IN" sz="2000">
                <a:latin typeface="Gill Sans MT" panose="020B0502020104020203" pitchFamily="34" charset="0"/>
              </a:rPr>
              <a:t>In another class : </a:t>
            </a:r>
            <a:r>
              <a:rPr lang="en-IN" sz="2000" err="1">
                <a:latin typeface="Gill Sans MT" panose="020B0502020104020203" pitchFamily="34" charset="0"/>
              </a:rPr>
              <a:t>empData</a:t>
            </a:r>
            <a:r>
              <a:rPr lang="en-IN" sz="2000">
                <a:latin typeface="Gill Sans MT" panose="020B0502020104020203" pitchFamily="34" charset="0"/>
              </a:rPr>
              <a:t>, create object for  employee.</a:t>
            </a:r>
          </a:p>
          <a:p>
            <a:pPr algn="just"/>
            <a:r>
              <a:rPr lang="en-IN" sz="2000">
                <a:latin typeface="Gill Sans MT" panose="020B0502020104020203" pitchFamily="34" charset="0"/>
              </a:rPr>
              <a:t>With that object call </a:t>
            </a:r>
            <a:r>
              <a:rPr lang="en-IN" sz="2000" err="1">
                <a:latin typeface="Gill Sans MT" panose="020B0502020104020203" pitchFamily="34" charset="0"/>
              </a:rPr>
              <a:t>setname</a:t>
            </a:r>
            <a:r>
              <a:rPr lang="en-IN" sz="2000">
                <a:latin typeface="Gill Sans MT" panose="020B0502020104020203" pitchFamily="34" charset="0"/>
              </a:rPr>
              <a:t>(), </a:t>
            </a:r>
            <a:r>
              <a:rPr lang="en-IN" sz="2000" err="1">
                <a:latin typeface="Gill Sans MT" panose="020B0502020104020203" pitchFamily="34" charset="0"/>
              </a:rPr>
              <a:t>setage</a:t>
            </a:r>
            <a:r>
              <a:rPr lang="en-IN" sz="2000">
                <a:latin typeface="Gill Sans MT" panose="020B0502020104020203" pitchFamily="34" charset="0"/>
              </a:rPr>
              <a:t>(), </a:t>
            </a:r>
            <a:r>
              <a:rPr lang="en-IN" sz="2000" err="1">
                <a:latin typeface="Gill Sans MT" panose="020B0502020104020203" pitchFamily="34" charset="0"/>
              </a:rPr>
              <a:t>setempID</a:t>
            </a:r>
            <a:r>
              <a:rPr lang="en-IN" sz="2000">
                <a:latin typeface="Gill Sans MT" panose="020B0502020104020203" pitchFamily="34" charset="0"/>
              </a:rPr>
              <a:t>().</a:t>
            </a:r>
          </a:p>
          <a:p>
            <a:pPr algn="just"/>
            <a:r>
              <a:rPr lang="en-IN" sz="2000">
                <a:latin typeface="Gill Sans MT" panose="020B0502020104020203" pitchFamily="34" charset="0"/>
              </a:rPr>
              <a:t>Print the same using </a:t>
            </a:r>
            <a:r>
              <a:rPr lang="en-IN" sz="2000" err="1">
                <a:latin typeface="Gill Sans MT" panose="020B0502020104020203" pitchFamily="34" charset="0"/>
              </a:rPr>
              <a:t>getage</a:t>
            </a:r>
            <a:r>
              <a:rPr lang="en-IN" sz="2000">
                <a:latin typeface="Gill Sans MT" panose="020B0502020104020203" pitchFamily="34" charset="0"/>
              </a:rPr>
              <a:t>, </a:t>
            </a:r>
            <a:r>
              <a:rPr lang="en-IN" sz="2000" err="1">
                <a:latin typeface="Gill Sans MT" panose="020B0502020104020203" pitchFamily="34" charset="0"/>
              </a:rPr>
              <a:t>getname</a:t>
            </a:r>
            <a:r>
              <a:rPr lang="en-IN" sz="2000">
                <a:latin typeface="Gill Sans MT" panose="020B0502020104020203" pitchFamily="34" charset="0"/>
              </a:rPr>
              <a:t>, </a:t>
            </a:r>
            <a:r>
              <a:rPr lang="en-IN" sz="2000" err="1">
                <a:latin typeface="Gill Sans MT" panose="020B0502020104020203" pitchFamily="34" charset="0"/>
              </a:rPr>
              <a:t>getID</a:t>
            </a:r>
            <a:r>
              <a:rPr lang="en-IN" sz="2000">
                <a:latin typeface="Gill Sans MT" panose="020B0502020104020203" pitchFamily="34" charset="0"/>
              </a:rPr>
              <a:t> functions.</a:t>
            </a:r>
          </a:p>
        </p:txBody>
      </p:sp>
      <p:sp>
        <p:nvSpPr>
          <p:cNvPr id="7" name="Content Placeholder 2">
            <a:extLst>
              <a:ext uri="{FF2B5EF4-FFF2-40B4-BE49-F238E27FC236}">
                <a16:creationId xmlns:a16="http://schemas.microsoft.com/office/drawing/2014/main" id="{4EF20679-B5D5-4F0C-92B8-3F6817BC71B4}"/>
              </a:ext>
            </a:extLst>
          </p:cNvPr>
          <p:cNvSpPr txBox="1">
            <a:spLocks/>
          </p:cNvSpPr>
          <p:nvPr/>
        </p:nvSpPr>
        <p:spPr>
          <a:xfrm>
            <a:off x="519355" y="2164788"/>
            <a:ext cx="10484976" cy="3953367"/>
          </a:xfrm>
          <a:prstGeom prst="rect">
            <a:avLst/>
          </a:prstGeom>
          <a:ln>
            <a:solidFill>
              <a:srgbClr val="F93548"/>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800">
                <a:solidFill>
                  <a:srgbClr val="0070C0"/>
                </a:solidFill>
                <a:latin typeface="Consolas" panose="020B0609020204030204" pitchFamily="49" charset="0"/>
              </a:rPr>
              <a:t>public class</a:t>
            </a:r>
            <a:r>
              <a:rPr lang="en-IN" sz="1800">
                <a:latin typeface="Consolas" panose="020B0609020204030204" pitchFamily="49" charset="0"/>
              </a:rPr>
              <a:t> </a:t>
            </a:r>
            <a:r>
              <a:rPr lang="en-IN" sz="1800" err="1">
                <a:latin typeface="Consolas" panose="020B0609020204030204" pitchFamily="49" charset="0"/>
              </a:rPr>
              <a:t>empData</a:t>
            </a:r>
            <a:r>
              <a:rPr lang="en-IN" sz="1800">
                <a:latin typeface="Consolas" panose="020B0609020204030204" pitchFamily="49" charset="0"/>
              </a:rPr>
              <a:t>{</a:t>
            </a:r>
          </a:p>
          <a:p>
            <a:pPr marL="0" indent="0">
              <a:buFont typeface="Arial" panose="020B0604020202020204" pitchFamily="34" charse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static void </a:t>
            </a:r>
            <a:r>
              <a:rPr lang="en-IN" sz="1800">
                <a:latin typeface="Consolas" panose="020B0609020204030204" pitchFamily="49" charset="0"/>
              </a:rPr>
              <a:t>main (</a:t>
            </a:r>
            <a:r>
              <a:rPr lang="en-IN" sz="1800">
                <a:solidFill>
                  <a:srgbClr val="C00000"/>
                </a:solidFill>
                <a:latin typeface="Consolas" panose="020B0609020204030204" pitchFamily="49" charset="0"/>
              </a:rPr>
              <a:t>String</a:t>
            </a:r>
            <a:r>
              <a:rPr lang="en-IN" sz="1800">
                <a:latin typeface="Consolas" panose="020B0609020204030204" pitchFamily="49" charset="0"/>
              </a:rPr>
              <a:t>[] </a:t>
            </a:r>
            <a:r>
              <a:rPr lang="en-IN" sz="1800" err="1">
                <a:latin typeface="Consolas" panose="020B0609020204030204" pitchFamily="49" charset="0"/>
              </a:rPr>
              <a:t>args</a:t>
            </a:r>
            <a:r>
              <a:rPr lang="en-IN" sz="1800">
                <a:latin typeface="Consolas" panose="020B0609020204030204" pitchFamily="49" charset="0"/>
              </a:rPr>
              <a:t>){</a:t>
            </a:r>
          </a:p>
          <a:p>
            <a:pPr marL="0" indent="0">
              <a:buFont typeface="Arial" panose="020B0604020202020204" pitchFamily="34" charset="0"/>
              <a:buNone/>
            </a:pPr>
            <a:r>
              <a:rPr lang="en-IN" sz="1800">
                <a:latin typeface="Consolas" panose="020B0609020204030204" pitchFamily="49" charset="0"/>
              </a:rPr>
              <a:t>       Employee </a:t>
            </a:r>
            <a:r>
              <a:rPr lang="en-IN" sz="1800" err="1">
                <a:latin typeface="Consolas" panose="020B0609020204030204" pitchFamily="49" charset="0"/>
              </a:rPr>
              <a:t>edata</a:t>
            </a:r>
            <a:r>
              <a:rPr lang="en-IN" sz="1800">
                <a:latin typeface="Consolas" panose="020B0609020204030204" pitchFamily="49" charset="0"/>
              </a:rPr>
              <a:t> = </a:t>
            </a:r>
            <a:r>
              <a:rPr lang="en-IN" sz="1800">
                <a:solidFill>
                  <a:srgbClr val="0070C0"/>
                </a:solidFill>
                <a:latin typeface="Consolas" panose="020B0609020204030204" pitchFamily="49" charset="0"/>
              </a:rPr>
              <a:t>new</a:t>
            </a:r>
            <a:r>
              <a:rPr lang="en-IN" sz="1800">
                <a:latin typeface="Consolas" panose="020B0609020204030204" pitchFamily="49" charset="0"/>
              </a:rPr>
              <a:t> Employee();</a:t>
            </a:r>
          </a:p>
          <a:p>
            <a:pPr marL="0" indent="0">
              <a:buFont typeface="Arial" panose="020B0604020202020204" pitchFamily="34" charset="0"/>
              <a:buNone/>
            </a:pPr>
            <a:r>
              <a:rPr lang="en-IN" sz="1800">
                <a:latin typeface="Consolas" panose="020B0609020204030204" pitchFamily="49" charset="0"/>
              </a:rPr>
              <a:t>       </a:t>
            </a:r>
            <a:r>
              <a:rPr lang="en-IN" sz="1800" err="1">
                <a:latin typeface="Consolas" panose="020B0609020204030204" pitchFamily="49" charset="0"/>
              </a:rPr>
              <a:t>edata.setname</a:t>
            </a:r>
            <a:r>
              <a:rPr lang="en-IN" sz="1800">
                <a:latin typeface="Consolas" panose="020B0609020204030204" pitchFamily="49" charset="0"/>
              </a:rPr>
              <a:t>(“</a:t>
            </a:r>
            <a:r>
              <a:rPr lang="en-IN" sz="1800">
                <a:solidFill>
                  <a:srgbClr val="00B050"/>
                </a:solidFill>
                <a:latin typeface="Consolas" panose="020B0609020204030204" pitchFamily="49" charset="0"/>
              </a:rPr>
              <a:t>John</a:t>
            </a:r>
            <a:r>
              <a:rPr lang="en-IN" sz="1800">
                <a:latin typeface="Consolas" panose="020B0609020204030204" pitchFamily="49" charset="0"/>
              </a:rPr>
              <a:t>”);</a:t>
            </a:r>
          </a:p>
          <a:p>
            <a:pPr marL="0" indent="0">
              <a:buFont typeface="Arial" panose="020B0604020202020204" pitchFamily="34" charset="0"/>
              <a:buNone/>
            </a:pPr>
            <a:r>
              <a:rPr lang="en-IN" sz="1800">
                <a:latin typeface="Consolas" panose="020B0609020204030204" pitchFamily="49" charset="0"/>
              </a:rPr>
              <a:t>       </a:t>
            </a:r>
            <a:r>
              <a:rPr lang="en-IN" sz="1800" err="1">
                <a:latin typeface="Consolas" panose="020B0609020204030204" pitchFamily="49" charset="0"/>
              </a:rPr>
              <a:t>edata.setage</a:t>
            </a:r>
            <a:r>
              <a:rPr lang="en-IN" sz="1800">
                <a:latin typeface="Consolas" panose="020B0609020204030204" pitchFamily="49" charset="0"/>
              </a:rPr>
              <a:t>(</a:t>
            </a:r>
            <a:r>
              <a:rPr lang="en-IN" sz="1800">
                <a:solidFill>
                  <a:srgbClr val="00B050"/>
                </a:solidFill>
                <a:latin typeface="Consolas" panose="020B0609020204030204" pitchFamily="49" charset="0"/>
              </a:rPr>
              <a:t>46</a:t>
            </a:r>
            <a:r>
              <a:rPr lang="en-IN" sz="1800">
                <a:latin typeface="Consolas" panose="020B0609020204030204" pitchFamily="49" charset="0"/>
              </a:rPr>
              <a:t>);</a:t>
            </a:r>
          </a:p>
          <a:p>
            <a:pPr marL="0" indent="0">
              <a:buFont typeface="Arial" panose="020B0604020202020204" pitchFamily="34" charset="0"/>
              <a:buNone/>
            </a:pPr>
            <a:r>
              <a:rPr lang="en-IN" sz="1800">
                <a:latin typeface="Consolas" panose="020B0609020204030204" pitchFamily="49" charset="0"/>
              </a:rPr>
              <a:t>       </a:t>
            </a:r>
            <a:r>
              <a:rPr lang="en-IN" sz="1800" err="1">
                <a:latin typeface="Consolas" panose="020B0609020204030204" pitchFamily="49" charset="0"/>
              </a:rPr>
              <a:t>edata.setempID</a:t>
            </a:r>
            <a:r>
              <a:rPr lang="en-IN" sz="1800">
                <a:latin typeface="Consolas" panose="020B0609020204030204" pitchFamily="49" charset="0"/>
              </a:rPr>
              <a:t>(“</a:t>
            </a:r>
            <a:r>
              <a:rPr lang="en-IN" sz="1800">
                <a:solidFill>
                  <a:srgbClr val="00B050"/>
                </a:solidFill>
                <a:latin typeface="Consolas" panose="020B0609020204030204" pitchFamily="49" charset="0"/>
              </a:rPr>
              <a:t>emp1901</a:t>
            </a:r>
            <a:r>
              <a:rPr lang="en-IN" sz="1800">
                <a:latin typeface="Consolas" panose="020B0609020204030204" pitchFamily="49" charset="0"/>
              </a:rPr>
              <a:t>”);</a:t>
            </a:r>
          </a:p>
          <a:p>
            <a:pPr marL="0" indent="0">
              <a:buFont typeface="Arial" panose="020B0604020202020204" pitchFamily="34" charset="0"/>
              <a:buNone/>
            </a:pPr>
            <a:r>
              <a:rPr lang="en-IN" sz="1800">
                <a:latin typeface="Consolas" panose="020B0609020204030204" pitchFamily="49" charset="0"/>
              </a:rPr>
              <a:t>       </a:t>
            </a:r>
            <a:r>
              <a:rPr lang="en-IN" sz="1800" err="1">
                <a:solidFill>
                  <a:srgbClr val="C00000"/>
                </a:solidFill>
                <a:latin typeface="Consolas" panose="020B0609020204030204" pitchFamily="49" charset="0"/>
              </a:rPr>
              <a:t>System.out.println</a:t>
            </a:r>
            <a:r>
              <a:rPr lang="en-IN" sz="1800">
                <a:latin typeface="Consolas" panose="020B0609020204030204" pitchFamily="49" charset="0"/>
              </a:rPr>
              <a:t>(“</a:t>
            </a:r>
            <a:r>
              <a:rPr lang="en-IN" sz="1800">
                <a:solidFill>
                  <a:srgbClr val="00B050"/>
                </a:solidFill>
                <a:latin typeface="Consolas" panose="020B0609020204030204" pitchFamily="49" charset="0"/>
              </a:rPr>
              <a:t>Name:</a:t>
            </a:r>
            <a:r>
              <a:rPr lang="en-IN" sz="1800">
                <a:latin typeface="Consolas" panose="020B0609020204030204" pitchFamily="49" charset="0"/>
              </a:rPr>
              <a:t>”+</a:t>
            </a:r>
            <a:r>
              <a:rPr lang="en-IN" sz="1800" err="1">
                <a:latin typeface="Consolas" panose="020B0609020204030204" pitchFamily="49" charset="0"/>
              </a:rPr>
              <a:t>edata.getname</a:t>
            </a:r>
            <a:r>
              <a:rPr lang="en-IN" sz="1800">
                <a:latin typeface="Consolas" panose="020B0609020204030204" pitchFamily="49" charset="0"/>
              </a:rPr>
              <a:t>());</a:t>
            </a:r>
          </a:p>
          <a:p>
            <a:pPr marL="0" indent="0">
              <a:buNone/>
            </a:pPr>
            <a:r>
              <a:rPr lang="en-IN" sz="1800">
                <a:latin typeface="Consolas" panose="020B0609020204030204" pitchFamily="49" charset="0"/>
              </a:rPr>
              <a:t>       </a:t>
            </a:r>
            <a:r>
              <a:rPr lang="en-IN" sz="1800" err="1">
                <a:solidFill>
                  <a:srgbClr val="C00000"/>
                </a:solidFill>
                <a:latin typeface="Consolas" panose="020B0609020204030204" pitchFamily="49" charset="0"/>
              </a:rPr>
              <a:t>System.out.println</a:t>
            </a:r>
            <a:r>
              <a:rPr lang="en-IN" sz="1800">
                <a:latin typeface="Consolas" panose="020B0609020204030204" pitchFamily="49" charset="0"/>
              </a:rPr>
              <a:t>(“</a:t>
            </a:r>
            <a:r>
              <a:rPr lang="en-IN" sz="1800">
                <a:solidFill>
                  <a:srgbClr val="00B050"/>
                </a:solidFill>
                <a:latin typeface="Consolas" panose="020B0609020204030204" pitchFamily="49" charset="0"/>
              </a:rPr>
              <a:t>Age:</a:t>
            </a:r>
            <a:r>
              <a:rPr lang="en-IN" sz="1800">
                <a:latin typeface="Consolas" panose="020B0609020204030204" pitchFamily="49" charset="0"/>
              </a:rPr>
              <a:t>”+</a:t>
            </a:r>
            <a:r>
              <a:rPr lang="en-IN" sz="1800" err="1">
                <a:latin typeface="Consolas" panose="020B0609020204030204" pitchFamily="49" charset="0"/>
              </a:rPr>
              <a:t>edata.getage</a:t>
            </a:r>
            <a:r>
              <a:rPr lang="en-IN" sz="1800">
                <a:latin typeface="Consolas" panose="020B0609020204030204" pitchFamily="49" charset="0"/>
              </a:rPr>
              <a:t>());</a:t>
            </a:r>
          </a:p>
          <a:p>
            <a:pPr marL="0" indent="0">
              <a:buNone/>
            </a:pPr>
            <a:r>
              <a:rPr lang="en-IN" sz="1800">
                <a:latin typeface="Consolas" panose="020B0609020204030204" pitchFamily="49" charset="0"/>
              </a:rPr>
              <a:t>       </a:t>
            </a:r>
            <a:r>
              <a:rPr lang="en-IN" sz="1800" err="1">
                <a:solidFill>
                  <a:srgbClr val="C00000"/>
                </a:solidFill>
                <a:latin typeface="Consolas" panose="020B0609020204030204" pitchFamily="49" charset="0"/>
              </a:rPr>
              <a:t>System.out.println</a:t>
            </a:r>
            <a:r>
              <a:rPr lang="en-IN" sz="1800">
                <a:latin typeface="Consolas" panose="020B0609020204030204" pitchFamily="49" charset="0"/>
              </a:rPr>
              <a:t>(“</a:t>
            </a:r>
            <a:r>
              <a:rPr lang="en-IN" sz="1800">
                <a:solidFill>
                  <a:srgbClr val="00B050"/>
                </a:solidFill>
                <a:latin typeface="Consolas" panose="020B0609020204030204" pitchFamily="49" charset="0"/>
              </a:rPr>
              <a:t>Employee ID:</a:t>
            </a:r>
            <a:r>
              <a:rPr lang="en-IN" sz="1800">
                <a:latin typeface="Consolas" panose="020B0609020204030204" pitchFamily="49" charset="0"/>
              </a:rPr>
              <a:t>”+</a:t>
            </a:r>
            <a:r>
              <a:rPr lang="en-IN" sz="1800" err="1">
                <a:latin typeface="Consolas" panose="020B0609020204030204" pitchFamily="49" charset="0"/>
              </a:rPr>
              <a:t>edata.getempID</a:t>
            </a:r>
            <a:r>
              <a:rPr lang="en-IN" sz="1800">
                <a:latin typeface="Consolas" panose="020B0609020204030204" pitchFamily="49" charset="0"/>
              </a:rPr>
              <a:t>());</a:t>
            </a:r>
          </a:p>
          <a:p>
            <a:pPr marL="0" indent="0">
              <a:buNone/>
            </a:pPr>
            <a:r>
              <a:rPr lang="en-IN" sz="1800">
                <a:latin typeface="Consolas" panose="020B0609020204030204" pitchFamily="49" charset="0"/>
              </a:rPr>
              <a:t>   }</a:t>
            </a:r>
          </a:p>
          <a:p>
            <a:pPr marL="0" indent="0">
              <a:buFont typeface="Arial" panose="020B0604020202020204" pitchFamily="34" charset="0"/>
              <a:buNone/>
            </a:pPr>
            <a:r>
              <a:rPr lang="en-IN" sz="1800">
                <a:latin typeface="Consolas" panose="020B0609020204030204" pitchFamily="49" charset="0"/>
              </a:rPr>
              <a:t>}</a:t>
            </a:r>
          </a:p>
          <a:p>
            <a:pPr marL="0" indent="0">
              <a:buFont typeface="Arial" panose="020B0604020202020204" pitchFamily="34" charset="0"/>
              <a:buNone/>
            </a:pPr>
            <a:endParaRPr lang="en-IN" sz="1800">
              <a:latin typeface="Consolas" panose="020B0609020204030204" pitchFamily="49" charset="0"/>
            </a:endParaRPr>
          </a:p>
        </p:txBody>
      </p:sp>
    </p:spTree>
    <p:extLst>
      <p:ext uri="{BB962C8B-B14F-4D97-AF65-F5344CB8AC3E}">
        <p14:creationId xmlns:p14="http://schemas.microsoft.com/office/powerpoint/2010/main" val="1152520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7">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639DB67-EFB7-4D03-8F27-0DF2689D92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5719" y="2647875"/>
            <a:ext cx="2868371" cy="2882117"/>
          </a:xfrm>
          <a:prstGeom prst="rect">
            <a:avLst/>
          </a:prstGeom>
          <a:effectLst>
            <a:softEdge rad="12700"/>
          </a:effectLst>
        </p:spPr>
      </p:pic>
      <p:sp>
        <p:nvSpPr>
          <p:cNvPr id="2" name="Title 1">
            <a:extLst>
              <a:ext uri="{FF2B5EF4-FFF2-40B4-BE49-F238E27FC236}">
                <a16:creationId xmlns:a16="http://schemas.microsoft.com/office/drawing/2014/main" id="{D9CF7217-AA5A-4AB9-99CA-A640DA0D1281}"/>
              </a:ext>
            </a:extLst>
          </p:cNvPr>
          <p:cNvSpPr>
            <a:spLocks noGrp="1"/>
          </p:cNvSpPr>
          <p:nvPr>
            <p:ph type="title"/>
          </p:nvPr>
        </p:nvSpPr>
        <p:spPr>
          <a:xfrm>
            <a:off x="669966" y="246372"/>
            <a:ext cx="10515600" cy="1325563"/>
          </a:xfrm>
        </p:spPr>
        <p:txBody>
          <a:bodyPr/>
          <a:lstStyle/>
          <a:p>
            <a:r>
              <a:rPr lang="en-IN" b="1">
                <a:solidFill>
                  <a:srgbClr val="C00000"/>
                </a:solidFill>
                <a:latin typeface="Arial Rounded MT Bold" panose="020F0704030504030204" pitchFamily="34" charset="0"/>
              </a:rPr>
              <a:t>Multi level Inheritance</a:t>
            </a:r>
          </a:p>
        </p:txBody>
      </p:sp>
      <p:sp>
        <p:nvSpPr>
          <p:cNvPr id="4" name="Slide Number Placeholder 3">
            <a:extLst>
              <a:ext uri="{FF2B5EF4-FFF2-40B4-BE49-F238E27FC236}">
                <a16:creationId xmlns:a16="http://schemas.microsoft.com/office/drawing/2014/main" id="{6AB053C2-28B5-40A2-8B27-3325C9D346B0}"/>
              </a:ext>
            </a:extLst>
          </p:cNvPr>
          <p:cNvSpPr>
            <a:spLocks noGrp="1"/>
          </p:cNvSpPr>
          <p:nvPr>
            <p:ph type="sldNum" sz="quarter" idx="12"/>
          </p:nvPr>
        </p:nvSpPr>
        <p:spPr/>
        <p:txBody>
          <a:bodyPr/>
          <a:lstStyle/>
          <a:p>
            <a:fld id="{4DAC0951-10B0-4509-9BA5-FD8683A6F967}" type="slidenum">
              <a:rPr lang="en-IN" smtClean="0"/>
              <a:pPr/>
              <a:t>26</a:t>
            </a:fld>
            <a:endParaRPr lang="en-IN"/>
          </a:p>
        </p:txBody>
      </p:sp>
      <p:sp>
        <p:nvSpPr>
          <p:cNvPr id="14" name="Rectangle 13">
            <a:extLst>
              <a:ext uri="{FF2B5EF4-FFF2-40B4-BE49-F238E27FC236}">
                <a16:creationId xmlns:a16="http://schemas.microsoft.com/office/drawing/2014/main" id="{6EFDAD43-EE4A-4D71-BC7A-F67C825A766D}"/>
              </a:ext>
            </a:extLst>
          </p:cNvPr>
          <p:cNvSpPr/>
          <p:nvPr/>
        </p:nvSpPr>
        <p:spPr>
          <a:xfrm>
            <a:off x="5531215" y="1468830"/>
            <a:ext cx="1865292"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A</a:t>
            </a:r>
          </a:p>
        </p:txBody>
      </p:sp>
      <p:sp>
        <p:nvSpPr>
          <p:cNvPr id="15" name="Rectangle 14">
            <a:extLst>
              <a:ext uri="{FF2B5EF4-FFF2-40B4-BE49-F238E27FC236}">
                <a16:creationId xmlns:a16="http://schemas.microsoft.com/office/drawing/2014/main" id="{79ED7984-2D11-4173-AC61-6A3A3E00211A}"/>
              </a:ext>
            </a:extLst>
          </p:cNvPr>
          <p:cNvSpPr/>
          <p:nvPr/>
        </p:nvSpPr>
        <p:spPr>
          <a:xfrm>
            <a:off x="5580695" y="2824081"/>
            <a:ext cx="1865292"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B</a:t>
            </a:r>
          </a:p>
        </p:txBody>
      </p:sp>
      <p:cxnSp>
        <p:nvCxnSpPr>
          <p:cNvPr id="16" name="Straight Arrow Connector 15">
            <a:extLst>
              <a:ext uri="{FF2B5EF4-FFF2-40B4-BE49-F238E27FC236}">
                <a16:creationId xmlns:a16="http://schemas.microsoft.com/office/drawing/2014/main" id="{63D2DD5B-67E1-4C3A-B5AE-F6EEF19EB750}"/>
              </a:ext>
            </a:extLst>
          </p:cNvPr>
          <p:cNvCxnSpPr>
            <a:cxnSpLocks/>
            <a:stCxn id="15" idx="0"/>
          </p:cNvCxnSpPr>
          <p:nvPr/>
        </p:nvCxnSpPr>
        <p:spPr>
          <a:xfrm flipH="1" flipV="1">
            <a:off x="6513341" y="1872963"/>
            <a:ext cx="0" cy="101049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9D725075-BDD6-4FA7-AC22-53DF60B41BF3}"/>
              </a:ext>
            </a:extLst>
          </p:cNvPr>
          <p:cNvSpPr>
            <a:spLocks noGrp="1"/>
          </p:cNvSpPr>
          <p:nvPr>
            <p:ph idx="1"/>
          </p:nvPr>
        </p:nvSpPr>
        <p:spPr>
          <a:xfrm>
            <a:off x="7661753" y="1213694"/>
            <a:ext cx="4085962" cy="3048340"/>
          </a:xfrm>
          <a:ln>
            <a:solidFill>
              <a:srgbClr val="F93548"/>
            </a:solidFill>
          </a:ln>
        </p:spPr>
        <p:txBody>
          <a:bodyPr>
            <a:noAutofit/>
          </a:bodyPr>
          <a:lstStyle/>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class </a:t>
            </a:r>
            <a:r>
              <a:rPr lang="en-IN" sz="1800">
                <a:latin typeface="Consolas" panose="020B0609020204030204" pitchFamily="49" charset="0"/>
              </a:rPr>
              <a:t>A {</a:t>
            </a:r>
          </a:p>
          <a:p>
            <a:pPr marL="0" indent="0">
              <a:buNone/>
            </a:pPr>
            <a:r>
              <a:rPr lang="en-IN" sz="1800">
                <a:latin typeface="Consolas" panose="020B0609020204030204" pitchFamily="49" charset="0"/>
              </a:rPr>
              <a:t>  ------------------</a:t>
            </a:r>
            <a:br>
              <a:rPr lang="en-IN" sz="1800">
                <a:latin typeface="Consolas" panose="020B0609020204030204" pitchFamily="49" charset="0"/>
              </a:rPr>
            </a:br>
            <a:r>
              <a:rPr lang="en-IN" sz="1800">
                <a:latin typeface="Consolas" panose="020B0609020204030204" pitchFamily="49" charset="0"/>
              </a:rPr>
              <a:t> }</a:t>
            </a:r>
          </a:p>
          <a:p>
            <a:pPr marL="0" indent="0">
              <a:buNone/>
            </a:pPr>
            <a:r>
              <a:rPr lang="en-IN" sz="1800">
                <a:solidFill>
                  <a:srgbClr val="0070C0"/>
                </a:solidFill>
                <a:latin typeface="Consolas" panose="020B0609020204030204" pitchFamily="49" charset="0"/>
              </a:rPr>
              <a:t> public class </a:t>
            </a:r>
            <a:r>
              <a:rPr lang="en-IN" sz="1800">
                <a:latin typeface="Consolas" panose="020B0609020204030204" pitchFamily="49" charset="0"/>
              </a:rPr>
              <a:t>B</a:t>
            </a:r>
            <a:r>
              <a:rPr lang="en-IN" sz="1800">
                <a:solidFill>
                  <a:srgbClr val="0070C0"/>
                </a:solidFill>
                <a:latin typeface="Consolas" panose="020B0609020204030204" pitchFamily="49" charset="0"/>
              </a:rPr>
              <a:t> </a:t>
            </a:r>
            <a:r>
              <a:rPr lang="en-IN" sz="1800">
                <a:solidFill>
                  <a:srgbClr val="C00000"/>
                </a:solidFill>
                <a:latin typeface="Consolas" panose="020B0609020204030204" pitchFamily="49" charset="0"/>
              </a:rPr>
              <a:t>extends</a:t>
            </a:r>
            <a:r>
              <a:rPr lang="en-IN" sz="1800">
                <a:solidFill>
                  <a:srgbClr val="0070C0"/>
                </a:solidFill>
                <a:latin typeface="Consolas" panose="020B0609020204030204" pitchFamily="49" charset="0"/>
              </a:rPr>
              <a:t> </a:t>
            </a:r>
            <a:r>
              <a:rPr lang="en-IN" sz="1800">
                <a:latin typeface="Consolas" panose="020B0609020204030204" pitchFamily="49" charset="0"/>
              </a:rPr>
              <a:t>A {</a:t>
            </a:r>
          </a:p>
          <a:p>
            <a:pPr marL="0" indent="0">
              <a:buNone/>
            </a:pPr>
            <a:r>
              <a:rPr lang="en-IN" sz="1800">
                <a:latin typeface="Consolas" panose="020B0609020204030204" pitchFamily="49" charset="0"/>
              </a:rPr>
              <a:t>  ------------------</a:t>
            </a:r>
            <a:br>
              <a:rPr lang="en-IN" sz="1800">
                <a:latin typeface="Consolas" panose="020B0609020204030204" pitchFamily="49" charset="0"/>
              </a:rPr>
            </a:br>
            <a:r>
              <a:rPr lang="en-IN" sz="1800">
                <a:latin typeface="Consolas" panose="020B0609020204030204" pitchFamily="49" charset="0"/>
              </a:rPr>
              <a:t> }</a:t>
            </a:r>
          </a:p>
          <a:p>
            <a:pPr marL="0" indent="0">
              <a:buNone/>
            </a:pPr>
            <a:r>
              <a:rPr lang="en-IN" sz="1800">
                <a:solidFill>
                  <a:srgbClr val="0070C0"/>
                </a:solidFill>
                <a:latin typeface="Consolas" panose="020B0609020204030204" pitchFamily="49" charset="0"/>
              </a:rPr>
              <a:t> public class </a:t>
            </a:r>
            <a:r>
              <a:rPr lang="en-IN" sz="1800">
                <a:latin typeface="Consolas" panose="020B0609020204030204" pitchFamily="49" charset="0"/>
              </a:rPr>
              <a:t>C</a:t>
            </a:r>
            <a:r>
              <a:rPr lang="en-IN" sz="1800">
                <a:solidFill>
                  <a:srgbClr val="0070C0"/>
                </a:solidFill>
                <a:latin typeface="Consolas" panose="020B0609020204030204" pitchFamily="49" charset="0"/>
              </a:rPr>
              <a:t> </a:t>
            </a:r>
            <a:r>
              <a:rPr lang="en-IN" sz="1800">
                <a:solidFill>
                  <a:srgbClr val="C00000"/>
                </a:solidFill>
                <a:latin typeface="Consolas" panose="020B0609020204030204" pitchFamily="49" charset="0"/>
              </a:rPr>
              <a:t>extends</a:t>
            </a:r>
            <a:r>
              <a:rPr lang="en-IN" sz="1800">
                <a:solidFill>
                  <a:srgbClr val="0070C0"/>
                </a:solidFill>
                <a:latin typeface="Consolas" panose="020B0609020204030204" pitchFamily="49" charset="0"/>
              </a:rPr>
              <a:t> </a:t>
            </a:r>
            <a:r>
              <a:rPr lang="en-IN" sz="1800">
                <a:latin typeface="Consolas" panose="020B0609020204030204" pitchFamily="49" charset="0"/>
              </a:rPr>
              <a:t>B {</a:t>
            </a:r>
          </a:p>
          <a:p>
            <a:pPr marL="0" indent="0">
              <a:buNone/>
            </a:pPr>
            <a:r>
              <a:rPr lang="en-IN" sz="1800">
                <a:latin typeface="Consolas" panose="020B0609020204030204" pitchFamily="49" charset="0"/>
              </a:rPr>
              <a:t>  ------------------</a:t>
            </a:r>
            <a:br>
              <a:rPr lang="en-IN" sz="1800">
                <a:latin typeface="Consolas" panose="020B0609020204030204" pitchFamily="49" charset="0"/>
              </a:rPr>
            </a:br>
            <a:r>
              <a:rPr lang="en-IN" sz="1800">
                <a:latin typeface="Consolas" panose="020B0609020204030204" pitchFamily="49" charset="0"/>
              </a:rPr>
              <a:t> }</a:t>
            </a:r>
          </a:p>
          <a:p>
            <a:pPr marL="0" indent="0">
              <a:buNone/>
            </a:pPr>
            <a:endParaRPr lang="en-IN" sz="1800">
              <a:latin typeface="Consolas" panose="020B0609020204030204" pitchFamily="49" charset="0"/>
            </a:endParaRPr>
          </a:p>
        </p:txBody>
      </p:sp>
      <p:pic>
        <p:nvPicPr>
          <p:cNvPr id="5" name="Picture 4">
            <a:extLst>
              <a:ext uri="{FF2B5EF4-FFF2-40B4-BE49-F238E27FC236}">
                <a16:creationId xmlns:a16="http://schemas.microsoft.com/office/drawing/2014/main" id="{2C151F9E-A4D5-4ADE-B0A2-7D495FE5DED8}"/>
              </a:ext>
            </a:extLst>
          </p:cNvPr>
          <p:cNvPicPr>
            <a:picLocks noChangeAspect="1"/>
          </p:cNvPicPr>
          <p:nvPr/>
        </p:nvPicPr>
        <p:blipFill rotWithShape="1">
          <a:blip r:embed="rId3">
            <a:extLst>
              <a:ext uri="{28A0092B-C50C-407E-A947-70E740481C1C}">
                <a14:useLocalDpi xmlns:a14="http://schemas.microsoft.com/office/drawing/2010/main" val="0"/>
              </a:ext>
            </a:extLst>
          </a:blip>
          <a:srcRect l="15992" r="16866" b="20971"/>
          <a:stretch/>
        </p:blipFill>
        <p:spPr>
          <a:xfrm>
            <a:off x="316187" y="2242541"/>
            <a:ext cx="3137366" cy="3692786"/>
          </a:xfrm>
          <a:prstGeom prst="rect">
            <a:avLst/>
          </a:prstGeom>
        </p:spPr>
      </p:pic>
      <p:sp>
        <p:nvSpPr>
          <p:cNvPr id="18" name="Rectangle 17">
            <a:extLst>
              <a:ext uri="{FF2B5EF4-FFF2-40B4-BE49-F238E27FC236}">
                <a16:creationId xmlns:a16="http://schemas.microsoft.com/office/drawing/2014/main" id="{04B07DDF-E415-4FD6-93A8-03DC1B9A4A79}"/>
              </a:ext>
            </a:extLst>
          </p:cNvPr>
          <p:cNvSpPr/>
          <p:nvPr/>
        </p:nvSpPr>
        <p:spPr>
          <a:xfrm>
            <a:off x="5531215" y="4150916"/>
            <a:ext cx="1865292"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C</a:t>
            </a:r>
          </a:p>
        </p:txBody>
      </p:sp>
      <p:cxnSp>
        <p:nvCxnSpPr>
          <p:cNvPr id="19" name="Straight Arrow Connector 18">
            <a:extLst>
              <a:ext uri="{FF2B5EF4-FFF2-40B4-BE49-F238E27FC236}">
                <a16:creationId xmlns:a16="http://schemas.microsoft.com/office/drawing/2014/main" id="{FA47AE49-DD1C-4731-9422-942D2A2BF318}"/>
              </a:ext>
            </a:extLst>
          </p:cNvPr>
          <p:cNvCxnSpPr>
            <a:cxnSpLocks/>
            <a:stCxn id="18" idx="0"/>
          </p:cNvCxnSpPr>
          <p:nvPr/>
        </p:nvCxnSpPr>
        <p:spPr>
          <a:xfrm flipV="1">
            <a:off x="6463861" y="3269070"/>
            <a:ext cx="0" cy="88184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96B273F-9ABE-41FD-83A1-EEB9D16CB974}"/>
              </a:ext>
            </a:extLst>
          </p:cNvPr>
          <p:cNvSpPr txBox="1"/>
          <p:nvPr/>
        </p:nvSpPr>
        <p:spPr>
          <a:xfrm>
            <a:off x="5531215" y="4990508"/>
            <a:ext cx="6344598" cy="1200329"/>
          </a:xfrm>
          <a:prstGeom prst="rect">
            <a:avLst/>
          </a:prstGeom>
          <a:noFill/>
          <a:ln>
            <a:solidFill>
              <a:srgbClr val="00B050"/>
            </a:solidFill>
          </a:ln>
        </p:spPr>
        <p:txBody>
          <a:bodyPr wrap="square" rtlCol="0">
            <a:spAutoFit/>
          </a:bodyPr>
          <a:lstStyle/>
          <a:p>
            <a:pPr algn="just"/>
            <a:r>
              <a:rPr lang="en-IN" sz="2400">
                <a:latin typeface="Gill Sans MT" panose="020B0502020104020203" pitchFamily="34" charset="0"/>
              </a:rPr>
              <a:t>Process where a sub class inherits all the properties and behaviour of more than one super class at multiple levels.</a:t>
            </a:r>
          </a:p>
        </p:txBody>
      </p:sp>
    </p:spTree>
    <p:extLst>
      <p:ext uri="{BB962C8B-B14F-4D97-AF65-F5344CB8AC3E}">
        <p14:creationId xmlns:p14="http://schemas.microsoft.com/office/powerpoint/2010/main" val="1102257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ircle(in)">
                                      <p:cBhvr>
                                        <p:cTn id="7" dur="2000"/>
                                        <p:tgtEl>
                                          <p:spTgt spid="14"/>
                                        </p:tgtEl>
                                      </p:cBhvr>
                                    </p:animEffect>
                                  </p:childTnLst>
                                </p:cTn>
                              </p:par>
                              <p:par>
                                <p:cTn id="8" presetID="6" presetClass="entr" presetSubtype="16"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ircle(in)">
                                      <p:cBhvr>
                                        <p:cTn id="10" dur="2000"/>
                                        <p:tgtEl>
                                          <p:spTgt spid="16"/>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circle(in)">
                                      <p:cBhvr>
                                        <p:cTn id="13" dur="2000"/>
                                        <p:tgtEl>
                                          <p:spTgt spid="15"/>
                                        </p:tgtEl>
                                      </p:cBhvr>
                                    </p:animEffect>
                                  </p:childTnLst>
                                </p:cTn>
                              </p:par>
                              <p:par>
                                <p:cTn id="14" presetID="6" presetClass="entr" presetSubtype="16"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circle(in)">
                                      <p:cBhvr>
                                        <p:cTn id="16" dur="2000"/>
                                        <p:tgtEl>
                                          <p:spTgt spid="19"/>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circle(in)">
                                      <p:cBhvr>
                                        <p:cTn id="19" dur="20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iterate type="wd">
                                    <p:tmAbs val="500"/>
                                  </p:iterate>
                                  <p:childTnLst>
                                    <p:set>
                                      <p:cBhvr>
                                        <p:cTn id="23" dur="1" fill="hold">
                                          <p:stCondLst>
                                            <p:cond delay="0"/>
                                          </p:stCondLst>
                                        </p:cTn>
                                        <p:tgtEl>
                                          <p:spTgt spid="22">
                                            <p:bg/>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wd">
                                    <p:tmAbs val="500"/>
                                  </p:iterate>
                                  <p:childTnLst>
                                    <p:set>
                                      <p:cBhvr>
                                        <p:cTn id="27"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iterate type="wd">
                                    <p:tmAbs val="500"/>
                                  </p:iterate>
                                  <p:childTnLst>
                                    <p:set>
                                      <p:cBhvr>
                                        <p:cTn id="31"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type="wd">
                                    <p:tmAbs val="500"/>
                                  </p:iterate>
                                  <p:childTnLst>
                                    <p:set>
                                      <p:cBhvr>
                                        <p:cTn id="35"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iterate type="wd">
                                    <p:tmAbs val="500"/>
                                  </p:iterate>
                                  <p:childTnLst>
                                    <p:set>
                                      <p:cBhvr>
                                        <p:cTn id="39"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iterate type="wd">
                                    <p:tmAbs val="500"/>
                                  </p:iterate>
                                  <p:childTnLst>
                                    <p:set>
                                      <p:cBhvr>
                                        <p:cTn id="43"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iterate type="wd">
                                    <p:tmAbs val="500"/>
                                  </p:iterate>
                                  <p:childTnLst>
                                    <p:set>
                                      <p:cBhvr>
                                        <p:cTn id="47" dur="1" fill="hold">
                                          <p:stCondLst>
                                            <p:cond delay="0"/>
                                          </p:stCondLst>
                                        </p:cTn>
                                        <p:tgtEl>
                                          <p:spTgt spid="22">
                                            <p:txEl>
                                              <p:pRg st="5" end="5"/>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2" grpId="0" build="p" animBg="1"/>
      <p:bldP spid="18" grpId="0"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F7217-AA5A-4AB9-99CA-A640DA0D1281}"/>
              </a:ext>
            </a:extLst>
          </p:cNvPr>
          <p:cNvSpPr>
            <a:spLocks noGrp="1"/>
          </p:cNvSpPr>
          <p:nvPr>
            <p:ph type="title"/>
          </p:nvPr>
        </p:nvSpPr>
        <p:spPr/>
        <p:txBody>
          <a:bodyPr/>
          <a:lstStyle/>
          <a:p>
            <a:r>
              <a:rPr lang="en-IN" b="1">
                <a:solidFill>
                  <a:srgbClr val="C00000"/>
                </a:solidFill>
                <a:latin typeface="Arial Rounded MT Bold" panose="020F0704030504030204" pitchFamily="34" charset="0"/>
              </a:rPr>
              <a:t>Hierarchical Inheritance</a:t>
            </a:r>
          </a:p>
        </p:txBody>
      </p:sp>
      <p:sp>
        <p:nvSpPr>
          <p:cNvPr id="4" name="Slide Number Placeholder 3">
            <a:extLst>
              <a:ext uri="{FF2B5EF4-FFF2-40B4-BE49-F238E27FC236}">
                <a16:creationId xmlns:a16="http://schemas.microsoft.com/office/drawing/2014/main" id="{6AB053C2-28B5-40A2-8B27-3325C9D346B0}"/>
              </a:ext>
            </a:extLst>
          </p:cNvPr>
          <p:cNvSpPr>
            <a:spLocks noGrp="1"/>
          </p:cNvSpPr>
          <p:nvPr>
            <p:ph type="sldNum" sz="quarter" idx="12"/>
          </p:nvPr>
        </p:nvSpPr>
        <p:spPr/>
        <p:txBody>
          <a:bodyPr/>
          <a:lstStyle/>
          <a:p>
            <a:fld id="{4DAC0951-10B0-4509-9BA5-FD8683A6F967}" type="slidenum">
              <a:rPr lang="en-IN" smtClean="0"/>
              <a:pPr/>
              <a:t>27</a:t>
            </a:fld>
            <a:endParaRPr lang="en-IN"/>
          </a:p>
        </p:txBody>
      </p:sp>
      <p:sp>
        <p:nvSpPr>
          <p:cNvPr id="14" name="Rectangle 13">
            <a:extLst>
              <a:ext uri="{FF2B5EF4-FFF2-40B4-BE49-F238E27FC236}">
                <a16:creationId xmlns:a16="http://schemas.microsoft.com/office/drawing/2014/main" id="{6EFDAD43-EE4A-4D71-BC7A-F67C825A766D}"/>
              </a:ext>
            </a:extLst>
          </p:cNvPr>
          <p:cNvSpPr/>
          <p:nvPr/>
        </p:nvSpPr>
        <p:spPr>
          <a:xfrm>
            <a:off x="3010044" y="1555839"/>
            <a:ext cx="1641949"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A</a:t>
            </a:r>
          </a:p>
        </p:txBody>
      </p:sp>
      <p:sp>
        <p:nvSpPr>
          <p:cNvPr id="15" name="Rectangle 14">
            <a:extLst>
              <a:ext uri="{FF2B5EF4-FFF2-40B4-BE49-F238E27FC236}">
                <a16:creationId xmlns:a16="http://schemas.microsoft.com/office/drawing/2014/main" id="{79ED7984-2D11-4173-AC61-6A3A3E00211A}"/>
              </a:ext>
            </a:extLst>
          </p:cNvPr>
          <p:cNvSpPr/>
          <p:nvPr/>
        </p:nvSpPr>
        <p:spPr>
          <a:xfrm>
            <a:off x="715684" y="3020621"/>
            <a:ext cx="1357075"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B</a:t>
            </a:r>
          </a:p>
        </p:txBody>
      </p:sp>
      <p:sp>
        <p:nvSpPr>
          <p:cNvPr id="22" name="Content Placeholder 2">
            <a:extLst>
              <a:ext uri="{FF2B5EF4-FFF2-40B4-BE49-F238E27FC236}">
                <a16:creationId xmlns:a16="http://schemas.microsoft.com/office/drawing/2014/main" id="{9D725075-BDD6-4FA7-AC22-53DF60B41BF3}"/>
              </a:ext>
            </a:extLst>
          </p:cNvPr>
          <p:cNvSpPr>
            <a:spLocks noGrp="1"/>
          </p:cNvSpPr>
          <p:nvPr>
            <p:ph idx="1"/>
          </p:nvPr>
        </p:nvSpPr>
        <p:spPr>
          <a:xfrm>
            <a:off x="7661753" y="1213694"/>
            <a:ext cx="4085962" cy="3048340"/>
          </a:xfrm>
          <a:ln>
            <a:solidFill>
              <a:srgbClr val="F93548"/>
            </a:solidFill>
          </a:ln>
        </p:spPr>
        <p:txBody>
          <a:bodyPr>
            <a:noAutofit/>
          </a:bodyPr>
          <a:lstStyle/>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class </a:t>
            </a:r>
            <a:r>
              <a:rPr lang="en-IN" sz="1800">
                <a:latin typeface="Consolas" panose="020B0609020204030204" pitchFamily="49" charset="0"/>
              </a:rPr>
              <a:t>A {</a:t>
            </a:r>
          </a:p>
          <a:p>
            <a:pPr marL="0" indent="0">
              <a:buNone/>
            </a:pPr>
            <a:r>
              <a:rPr lang="en-IN" sz="1800">
                <a:latin typeface="Consolas" panose="020B0609020204030204" pitchFamily="49" charset="0"/>
              </a:rPr>
              <a:t>  ------------------</a:t>
            </a:r>
            <a:br>
              <a:rPr lang="en-IN" sz="1800">
                <a:latin typeface="Consolas" panose="020B0609020204030204" pitchFamily="49" charset="0"/>
              </a:rPr>
            </a:br>
            <a:r>
              <a:rPr lang="en-IN" sz="1800">
                <a:latin typeface="Consolas" panose="020B0609020204030204" pitchFamily="49" charset="0"/>
              </a:rPr>
              <a:t> }</a:t>
            </a:r>
          </a:p>
          <a:p>
            <a:pPr marL="0" indent="0">
              <a:buNone/>
            </a:pPr>
            <a:r>
              <a:rPr lang="en-IN" sz="1800">
                <a:solidFill>
                  <a:srgbClr val="0070C0"/>
                </a:solidFill>
                <a:latin typeface="Consolas" panose="020B0609020204030204" pitchFamily="49" charset="0"/>
              </a:rPr>
              <a:t> public class </a:t>
            </a:r>
            <a:r>
              <a:rPr lang="en-IN" sz="1800">
                <a:latin typeface="Consolas" panose="020B0609020204030204" pitchFamily="49" charset="0"/>
              </a:rPr>
              <a:t>B</a:t>
            </a:r>
            <a:r>
              <a:rPr lang="en-IN" sz="1800">
                <a:solidFill>
                  <a:srgbClr val="0070C0"/>
                </a:solidFill>
                <a:latin typeface="Consolas" panose="020B0609020204030204" pitchFamily="49" charset="0"/>
              </a:rPr>
              <a:t> </a:t>
            </a:r>
            <a:r>
              <a:rPr lang="en-IN" sz="1800">
                <a:solidFill>
                  <a:srgbClr val="C00000"/>
                </a:solidFill>
                <a:latin typeface="Consolas" panose="020B0609020204030204" pitchFamily="49" charset="0"/>
              </a:rPr>
              <a:t>extends</a:t>
            </a:r>
            <a:r>
              <a:rPr lang="en-IN" sz="1800">
                <a:solidFill>
                  <a:srgbClr val="0070C0"/>
                </a:solidFill>
                <a:latin typeface="Consolas" panose="020B0609020204030204" pitchFamily="49" charset="0"/>
              </a:rPr>
              <a:t> </a:t>
            </a:r>
            <a:r>
              <a:rPr lang="en-IN" sz="1800">
                <a:latin typeface="Consolas" panose="020B0609020204030204" pitchFamily="49" charset="0"/>
              </a:rPr>
              <a:t>A {</a:t>
            </a:r>
          </a:p>
          <a:p>
            <a:pPr marL="0" indent="0">
              <a:buNone/>
            </a:pPr>
            <a:r>
              <a:rPr lang="en-IN" sz="1800">
                <a:latin typeface="Consolas" panose="020B0609020204030204" pitchFamily="49" charset="0"/>
              </a:rPr>
              <a:t>  ------------------</a:t>
            </a:r>
            <a:br>
              <a:rPr lang="en-IN" sz="1800">
                <a:latin typeface="Consolas" panose="020B0609020204030204" pitchFamily="49" charset="0"/>
              </a:rPr>
            </a:br>
            <a:r>
              <a:rPr lang="en-IN" sz="1800">
                <a:latin typeface="Consolas" panose="020B0609020204030204" pitchFamily="49" charset="0"/>
              </a:rPr>
              <a:t> }</a:t>
            </a:r>
          </a:p>
          <a:p>
            <a:pPr marL="0" indent="0">
              <a:buNone/>
            </a:pPr>
            <a:r>
              <a:rPr lang="en-IN" sz="1800">
                <a:solidFill>
                  <a:srgbClr val="0070C0"/>
                </a:solidFill>
                <a:latin typeface="Consolas" panose="020B0609020204030204" pitchFamily="49" charset="0"/>
              </a:rPr>
              <a:t> public class </a:t>
            </a:r>
            <a:r>
              <a:rPr lang="en-IN" sz="1800">
                <a:latin typeface="Consolas" panose="020B0609020204030204" pitchFamily="49" charset="0"/>
              </a:rPr>
              <a:t>C</a:t>
            </a:r>
            <a:r>
              <a:rPr lang="en-IN" sz="1800">
                <a:solidFill>
                  <a:srgbClr val="0070C0"/>
                </a:solidFill>
                <a:latin typeface="Consolas" panose="020B0609020204030204" pitchFamily="49" charset="0"/>
              </a:rPr>
              <a:t> </a:t>
            </a:r>
            <a:r>
              <a:rPr lang="en-IN" sz="1800">
                <a:solidFill>
                  <a:srgbClr val="C00000"/>
                </a:solidFill>
                <a:latin typeface="Consolas" panose="020B0609020204030204" pitchFamily="49" charset="0"/>
              </a:rPr>
              <a:t>extends</a:t>
            </a:r>
            <a:r>
              <a:rPr lang="en-IN" sz="1800">
                <a:solidFill>
                  <a:srgbClr val="0070C0"/>
                </a:solidFill>
                <a:latin typeface="Consolas" panose="020B0609020204030204" pitchFamily="49" charset="0"/>
              </a:rPr>
              <a:t> </a:t>
            </a:r>
            <a:r>
              <a:rPr lang="en-IN" sz="1800">
                <a:latin typeface="Consolas" panose="020B0609020204030204" pitchFamily="49" charset="0"/>
              </a:rPr>
              <a:t>A {</a:t>
            </a:r>
          </a:p>
          <a:p>
            <a:pPr marL="0" indent="0">
              <a:buNone/>
            </a:pPr>
            <a:r>
              <a:rPr lang="en-IN" sz="1800">
                <a:latin typeface="Consolas" panose="020B0609020204030204" pitchFamily="49" charset="0"/>
              </a:rPr>
              <a:t>  ------------------</a:t>
            </a:r>
            <a:br>
              <a:rPr lang="en-IN" sz="1800">
                <a:latin typeface="Consolas" panose="020B0609020204030204" pitchFamily="49" charset="0"/>
              </a:rPr>
            </a:br>
            <a:r>
              <a:rPr lang="en-IN" sz="1800">
                <a:latin typeface="Consolas" panose="020B0609020204030204" pitchFamily="49" charset="0"/>
              </a:rPr>
              <a:t> }</a:t>
            </a:r>
          </a:p>
          <a:p>
            <a:pPr marL="0" indent="0">
              <a:buNone/>
            </a:pPr>
            <a:endParaRPr lang="en-IN" sz="1800">
              <a:latin typeface="Consolas" panose="020B0609020204030204" pitchFamily="49" charset="0"/>
            </a:endParaRPr>
          </a:p>
        </p:txBody>
      </p:sp>
      <p:sp>
        <p:nvSpPr>
          <p:cNvPr id="18" name="Rectangle 17">
            <a:extLst>
              <a:ext uri="{FF2B5EF4-FFF2-40B4-BE49-F238E27FC236}">
                <a16:creationId xmlns:a16="http://schemas.microsoft.com/office/drawing/2014/main" id="{04B07DDF-E415-4FD6-93A8-03DC1B9A4A79}"/>
              </a:ext>
            </a:extLst>
          </p:cNvPr>
          <p:cNvSpPr/>
          <p:nvPr/>
        </p:nvSpPr>
        <p:spPr>
          <a:xfrm>
            <a:off x="3121716" y="3020621"/>
            <a:ext cx="1418607"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C</a:t>
            </a:r>
          </a:p>
        </p:txBody>
      </p:sp>
      <p:cxnSp>
        <p:nvCxnSpPr>
          <p:cNvPr id="19" name="Straight Arrow Connector 18">
            <a:extLst>
              <a:ext uri="{FF2B5EF4-FFF2-40B4-BE49-F238E27FC236}">
                <a16:creationId xmlns:a16="http://schemas.microsoft.com/office/drawing/2014/main" id="{FA47AE49-DD1C-4731-9422-942D2A2BF318}"/>
              </a:ext>
            </a:extLst>
          </p:cNvPr>
          <p:cNvCxnSpPr>
            <a:cxnSpLocks/>
            <a:stCxn id="18" idx="0"/>
            <a:endCxn id="14" idx="2"/>
          </p:cNvCxnSpPr>
          <p:nvPr/>
        </p:nvCxnSpPr>
        <p:spPr>
          <a:xfrm flipH="1" flipV="1">
            <a:off x="3831019" y="1999555"/>
            <a:ext cx="1" cy="102106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96B273F-9ABE-41FD-83A1-EEB9D16CB974}"/>
              </a:ext>
            </a:extLst>
          </p:cNvPr>
          <p:cNvSpPr txBox="1"/>
          <p:nvPr/>
        </p:nvSpPr>
        <p:spPr>
          <a:xfrm>
            <a:off x="959215" y="4886662"/>
            <a:ext cx="6344598" cy="830997"/>
          </a:xfrm>
          <a:prstGeom prst="rect">
            <a:avLst/>
          </a:prstGeom>
          <a:noFill/>
          <a:ln>
            <a:solidFill>
              <a:srgbClr val="00B050"/>
            </a:solidFill>
          </a:ln>
        </p:spPr>
        <p:txBody>
          <a:bodyPr wrap="square" rtlCol="0">
            <a:spAutoFit/>
          </a:bodyPr>
          <a:lstStyle/>
          <a:p>
            <a:pPr algn="just"/>
            <a:r>
              <a:rPr lang="en-IN" sz="2400">
                <a:latin typeface="Gill Sans MT" panose="020B0502020104020203" pitchFamily="34" charset="0"/>
              </a:rPr>
              <a:t>Process where one or more sub classes inherit all the properties and behaviours of one super class.</a:t>
            </a:r>
          </a:p>
        </p:txBody>
      </p:sp>
      <p:sp>
        <p:nvSpPr>
          <p:cNvPr id="13" name="Rectangle 12">
            <a:extLst>
              <a:ext uri="{FF2B5EF4-FFF2-40B4-BE49-F238E27FC236}">
                <a16:creationId xmlns:a16="http://schemas.microsoft.com/office/drawing/2014/main" id="{4D8A9EA5-0ADD-45F2-A4C1-6EAE99B12834}"/>
              </a:ext>
            </a:extLst>
          </p:cNvPr>
          <p:cNvSpPr/>
          <p:nvPr/>
        </p:nvSpPr>
        <p:spPr>
          <a:xfrm>
            <a:off x="5249627" y="3027359"/>
            <a:ext cx="1418607"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D</a:t>
            </a:r>
          </a:p>
        </p:txBody>
      </p:sp>
      <p:cxnSp>
        <p:nvCxnSpPr>
          <p:cNvPr id="17" name="Straight Arrow Connector 16">
            <a:extLst>
              <a:ext uri="{FF2B5EF4-FFF2-40B4-BE49-F238E27FC236}">
                <a16:creationId xmlns:a16="http://schemas.microsoft.com/office/drawing/2014/main" id="{608A2B01-F78F-4D1D-9D90-0F802BDB9706}"/>
              </a:ext>
            </a:extLst>
          </p:cNvPr>
          <p:cNvCxnSpPr>
            <a:cxnSpLocks/>
            <a:stCxn id="15" idx="0"/>
            <a:endCxn id="14" idx="2"/>
          </p:cNvCxnSpPr>
          <p:nvPr/>
        </p:nvCxnSpPr>
        <p:spPr>
          <a:xfrm flipV="1">
            <a:off x="1394222" y="1999555"/>
            <a:ext cx="2436797" cy="102106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B871C0B-6C1A-477C-B62C-3C2D54CB0C53}"/>
              </a:ext>
            </a:extLst>
          </p:cNvPr>
          <p:cNvCxnSpPr>
            <a:cxnSpLocks/>
            <a:stCxn id="13" idx="0"/>
            <a:endCxn id="14" idx="2"/>
          </p:cNvCxnSpPr>
          <p:nvPr/>
        </p:nvCxnSpPr>
        <p:spPr>
          <a:xfrm flipH="1" flipV="1">
            <a:off x="3831019" y="1999555"/>
            <a:ext cx="2127912" cy="102780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0204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ircle(in)">
                                      <p:cBhvr>
                                        <p:cTn id="7" dur="2000"/>
                                        <p:tgtEl>
                                          <p:spTgt spid="14"/>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circle(in)">
                                      <p:cBhvr>
                                        <p:cTn id="10" dur="2000"/>
                                        <p:tgtEl>
                                          <p:spTgt spid="15"/>
                                        </p:tgtEl>
                                      </p:cBhvr>
                                    </p:animEffect>
                                  </p:childTnLst>
                                </p:cTn>
                              </p:par>
                              <p:par>
                                <p:cTn id="11" presetID="6" presetClass="entr" presetSubtype="16"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circle(in)">
                                      <p:cBhvr>
                                        <p:cTn id="13" dur="2000"/>
                                        <p:tgtEl>
                                          <p:spTgt spid="19"/>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circle(in)">
                                      <p:cBhvr>
                                        <p:cTn id="16" dur="20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wd">
                                    <p:tmAbs val="500"/>
                                  </p:iterate>
                                  <p:childTnLst>
                                    <p:set>
                                      <p:cBhvr>
                                        <p:cTn id="20" dur="1" fill="hold">
                                          <p:stCondLst>
                                            <p:cond delay="0"/>
                                          </p:stCondLst>
                                        </p:cTn>
                                        <p:tgtEl>
                                          <p:spTgt spid="22">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wd">
                                    <p:tmAbs val="500"/>
                                  </p:iterate>
                                  <p:childTnLst>
                                    <p:set>
                                      <p:cBhvr>
                                        <p:cTn id="24"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wd">
                                    <p:tmAbs val="500"/>
                                  </p:iterate>
                                  <p:childTnLst>
                                    <p:set>
                                      <p:cBhvr>
                                        <p:cTn id="28"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wd">
                                    <p:tmAbs val="500"/>
                                  </p:iterate>
                                  <p:childTnLst>
                                    <p:set>
                                      <p:cBhvr>
                                        <p:cTn id="32"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wd">
                                    <p:tmAbs val="500"/>
                                  </p:iterate>
                                  <p:childTnLst>
                                    <p:set>
                                      <p:cBhvr>
                                        <p:cTn id="36"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wd">
                                    <p:tmAbs val="500"/>
                                  </p:iterate>
                                  <p:childTnLst>
                                    <p:set>
                                      <p:cBhvr>
                                        <p:cTn id="40"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wd">
                                    <p:tmAbs val="500"/>
                                  </p:iterate>
                                  <p:childTnLst>
                                    <p:set>
                                      <p:cBhvr>
                                        <p:cTn id="44" dur="1" fill="hold">
                                          <p:stCondLst>
                                            <p:cond delay="0"/>
                                          </p:stCondLst>
                                        </p:cTn>
                                        <p:tgtEl>
                                          <p:spTgt spid="22">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6" presetClass="entr" presetSubtype="16"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circle(in)">
                                      <p:cBhvr>
                                        <p:cTn id="51" dur="2000"/>
                                        <p:tgtEl>
                                          <p:spTgt spid="13"/>
                                        </p:tgtEl>
                                      </p:cBhvr>
                                    </p:animEffect>
                                  </p:childTnLst>
                                </p:cTn>
                              </p:par>
                              <p:par>
                                <p:cTn id="52" presetID="6" presetClass="entr" presetSubtype="16" fill="hold"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circle(in)">
                                      <p:cBhvr>
                                        <p:cTn id="54" dur="2000"/>
                                        <p:tgtEl>
                                          <p:spTgt spid="17"/>
                                        </p:tgtEl>
                                      </p:cBhvr>
                                    </p:animEffect>
                                  </p:childTnLst>
                                </p:cTn>
                              </p:par>
                              <p:par>
                                <p:cTn id="55" presetID="6" presetClass="entr" presetSubtype="16"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circle(in)">
                                      <p:cBhvr>
                                        <p:cTn id="5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2" grpId="0" build="p" animBg="1"/>
      <p:bldP spid="18" grpId="0" animBg="1"/>
      <p:bldP spid="12"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64C9D4-6433-4F0B-9631-379385FA6BD9}"/>
              </a:ext>
            </a:extLst>
          </p:cNvPr>
          <p:cNvSpPr>
            <a:spLocks noGrp="1"/>
          </p:cNvSpPr>
          <p:nvPr>
            <p:ph type="sldNum" sz="quarter" idx="12"/>
          </p:nvPr>
        </p:nvSpPr>
        <p:spPr/>
        <p:txBody>
          <a:bodyPr/>
          <a:lstStyle/>
          <a:p>
            <a:fld id="{4DAC0951-10B0-4509-9BA5-FD8683A6F967}" type="slidenum">
              <a:rPr lang="en-IN" smtClean="0"/>
              <a:pPr/>
              <a:t>28</a:t>
            </a:fld>
            <a:endParaRPr lang="en-IN"/>
          </a:p>
        </p:txBody>
      </p:sp>
      <p:sp>
        <p:nvSpPr>
          <p:cNvPr id="5" name="Content Placeholder 2">
            <a:extLst>
              <a:ext uri="{FF2B5EF4-FFF2-40B4-BE49-F238E27FC236}">
                <a16:creationId xmlns:a16="http://schemas.microsoft.com/office/drawing/2014/main" id="{E2E8F292-2A95-4295-90DB-E7788940942A}"/>
              </a:ext>
            </a:extLst>
          </p:cNvPr>
          <p:cNvSpPr txBox="1">
            <a:spLocks/>
          </p:cNvSpPr>
          <p:nvPr/>
        </p:nvSpPr>
        <p:spPr>
          <a:xfrm>
            <a:off x="270939" y="1526624"/>
            <a:ext cx="5490765" cy="4531747"/>
          </a:xfrm>
          <a:prstGeom prst="rect">
            <a:avLst/>
          </a:prstGeom>
          <a:ln>
            <a:solidFill>
              <a:srgbClr val="F93548"/>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800">
                <a:solidFill>
                  <a:srgbClr val="0070C0"/>
                </a:solidFill>
                <a:latin typeface="Consolas" panose="020B0609020204030204" pitchFamily="49" charset="0"/>
              </a:rPr>
              <a:t>class</a:t>
            </a:r>
            <a:r>
              <a:rPr lang="en-IN" sz="1800">
                <a:latin typeface="Consolas" panose="020B0609020204030204" pitchFamily="49" charset="0"/>
              </a:rPr>
              <a:t> Animal{</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void</a:t>
            </a:r>
            <a:r>
              <a:rPr lang="en-IN" sz="1800">
                <a:latin typeface="Consolas" panose="020B0609020204030204" pitchFamily="49" charset="0"/>
              </a:rPr>
              <a:t> eat(){</a:t>
            </a:r>
          </a:p>
          <a:p>
            <a:pPr marL="0" indent="0">
              <a:buNone/>
            </a:pPr>
            <a:r>
              <a:rPr lang="en-IN" sz="1800">
                <a:latin typeface="Consolas" panose="020B0609020204030204" pitchFamily="49" charset="0"/>
              </a:rPr>
              <a:t>     </a:t>
            </a:r>
            <a:r>
              <a:rPr lang="en-IN" sz="1800" err="1">
                <a:solidFill>
                  <a:srgbClr val="C00000"/>
                </a:solidFill>
                <a:latin typeface="Consolas" panose="020B0609020204030204" pitchFamily="49" charset="0"/>
              </a:rPr>
              <a:t>System.out.println</a:t>
            </a:r>
            <a:r>
              <a:rPr lang="en-IN" sz="1800">
                <a:latin typeface="Consolas" panose="020B0609020204030204" pitchFamily="49" charset="0"/>
              </a:rPr>
              <a:t>(“</a:t>
            </a:r>
            <a:r>
              <a:rPr lang="en-IN" sz="1800">
                <a:solidFill>
                  <a:srgbClr val="00B050"/>
                </a:solidFill>
                <a:latin typeface="Consolas" panose="020B0609020204030204" pitchFamily="49" charset="0"/>
              </a:rPr>
              <a:t>eating…</a:t>
            </a:r>
            <a:r>
              <a:rPr lang="en-IN" sz="1800">
                <a:latin typeface="Consolas" panose="020B0609020204030204" pitchFamily="49" charset="0"/>
              </a:rPr>
              <a:t>”);}</a:t>
            </a:r>
          </a:p>
          <a:p>
            <a:pPr marL="0" indent="0">
              <a:buNone/>
            </a:pPr>
            <a:r>
              <a:rPr lang="en-IN" sz="1800">
                <a:latin typeface="Consolas" panose="020B0609020204030204" pitchFamily="49" charset="0"/>
              </a:rPr>
              <a:t>}</a:t>
            </a:r>
          </a:p>
          <a:p>
            <a:pPr marL="0" indent="0">
              <a:buNone/>
            </a:pPr>
            <a:r>
              <a:rPr lang="en-IN" sz="1800">
                <a:solidFill>
                  <a:srgbClr val="0070C0"/>
                </a:solidFill>
                <a:latin typeface="Consolas" panose="020B0609020204030204" pitchFamily="49" charset="0"/>
              </a:rPr>
              <a:t>class</a:t>
            </a:r>
            <a:r>
              <a:rPr lang="en-IN" sz="1800">
                <a:latin typeface="Consolas" panose="020B0609020204030204" pitchFamily="49" charset="0"/>
              </a:rPr>
              <a:t> Dog </a:t>
            </a:r>
            <a:r>
              <a:rPr lang="en-IN" sz="1800">
                <a:solidFill>
                  <a:srgbClr val="C00000"/>
                </a:solidFill>
                <a:latin typeface="Consolas" panose="020B0609020204030204" pitchFamily="49" charset="0"/>
              </a:rPr>
              <a:t>extends</a:t>
            </a:r>
            <a:r>
              <a:rPr lang="en-IN" sz="1800">
                <a:latin typeface="Consolas" panose="020B0609020204030204" pitchFamily="49" charset="0"/>
              </a:rPr>
              <a:t> Animal{</a:t>
            </a:r>
          </a:p>
          <a:p>
            <a:pPr marL="0" indent="0">
              <a:buNone/>
            </a:pPr>
            <a:r>
              <a:rPr lang="en-IN" sz="1800">
                <a:solidFill>
                  <a:srgbClr val="0070C0"/>
                </a:solidFill>
                <a:latin typeface="Consolas" panose="020B0609020204030204" pitchFamily="49" charset="0"/>
              </a:rPr>
              <a:t>  void</a:t>
            </a:r>
            <a:r>
              <a:rPr lang="en-IN" sz="1800">
                <a:latin typeface="Consolas" panose="020B0609020204030204" pitchFamily="49" charset="0"/>
              </a:rPr>
              <a:t> bark(){</a:t>
            </a:r>
          </a:p>
          <a:p>
            <a:pPr marL="0" indent="0">
              <a:buNone/>
            </a:pPr>
            <a:r>
              <a:rPr lang="en-IN" sz="1800">
                <a:solidFill>
                  <a:srgbClr val="C00000"/>
                </a:solidFill>
                <a:latin typeface="Consolas" panose="020B0609020204030204" pitchFamily="49" charset="0"/>
              </a:rPr>
              <a:t>     </a:t>
            </a:r>
            <a:r>
              <a:rPr lang="en-IN" sz="1800" err="1">
                <a:solidFill>
                  <a:srgbClr val="C00000"/>
                </a:solidFill>
                <a:latin typeface="Consolas" panose="020B0609020204030204" pitchFamily="49" charset="0"/>
              </a:rPr>
              <a:t>System.out.println</a:t>
            </a:r>
            <a:r>
              <a:rPr lang="en-IN" sz="1800">
                <a:latin typeface="Consolas" panose="020B0609020204030204" pitchFamily="49" charset="0"/>
              </a:rPr>
              <a:t>(“</a:t>
            </a:r>
            <a:r>
              <a:rPr lang="en-IN" sz="1800">
                <a:solidFill>
                  <a:srgbClr val="00B050"/>
                </a:solidFill>
                <a:latin typeface="Consolas" panose="020B0609020204030204" pitchFamily="49" charset="0"/>
              </a:rPr>
              <a:t>barking…</a:t>
            </a:r>
            <a:r>
              <a:rPr lang="en-IN" sz="1800">
                <a:latin typeface="Consolas" panose="020B0609020204030204" pitchFamily="49" charset="0"/>
              </a:rPr>
              <a:t>”);}</a:t>
            </a:r>
          </a:p>
          <a:p>
            <a:pPr marL="0" indent="0">
              <a:buNone/>
            </a:pPr>
            <a:r>
              <a:rPr lang="en-IN" sz="1800">
                <a:latin typeface="Consolas" panose="020B0609020204030204" pitchFamily="49" charset="0"/>
              </a:rPr>
              <a:t>}</a:t>
            </a:r>
          </a:p>
          <a:p>
            <a:pPr marL="0" indent="0">
              <a:buNone/>
            </a:pPr>
            <a:r>
              <a:rPr lang="en-IN" sz="1800">
                <a:solidFill>
                  <a:srgbClr val="0070C0"/>
                </a:solidFill>
                <a:latin typeface="Consolas" panose="020B0609020204030204" pitchFamily="49" charset="0"/>
              </a:rPr>
              <a:t>class</a:t>
            </a:r>
            <a:r>
              <a:rPr lang="en-IN" sz="1800">
                <a:latin typeface="Consolas" panose="020B0609020204030204" pitchFamily="49" charset="0"/>
              </a:rPr>
              <a:t> Puppy </a:t>
            </a:r>
            <a:r>
              <a:rPr lang="en-IN" sz="1800">
                <a:solidFill>
                  <a:srgbClr val="C00000"/>
                </a:solidFill>
                <a:latin typeface="Consolas" panose="020B0609020204030204" pitchFamily="49" charset="0"/>
              </a:rPr>
              <a:t>extends</a:t>
            </a:r>
            <a:r>
              <a:rPr lang="en-IN" sz="1800">
                <a:latin typeface="Consolas" panose="020B0609020204030204" pitchFamily="49" charset="0"/>
              </a:rPr>
              <a:t> Dog{</a:t>
            </a:r>
          </a:p>
          <a:p>
            <a:pPr marL="0" indent="0">
              <a:buNone/>
            </a:pPr>
            <a:r>
              <a:rPr lang="en-IN" sz="1800">
                <a:solidFill>
                  <a:srgbClr val="0070C0"/>
                </a:solidFill>
                <a:latin typeface="Consolas" panose="020B0609020204030204" pitchFamily="49" charset="0"/>
              </a:rPr>
              <a:t>  void</a:t>
            </a:r>
            <a:r>
              <a:rPr lang="en-IN" sz="1800">
                <a:latin typeface="Consolas" panose="020B0609020204030204" pitchFamily="49" charset="0"/>
              </a:rPr>
              <a:t> weep(){</a:t>
            </a:r>
          </a:p>
          <a:p>
            <a:pPr marL="0" indent="0">
              <a:buNone/>
            </a:pPr>
            <a:r>
              <a:rPr lang="en-IN" sz="1800">
                <a:solidFill>
                  <a:srgbClr val="C00000"/>
                </a:solidFill>
                <a:latin typeface="Consolas" panose="020B0609020204030204" pitchFamily="49" charset="0"/>
              </a:rPr>
              <a:t>     </a:t>
            </a:r>
            <a:r>
              <a:rPr lang="en-IN" sz="1800" err="1">
                <a:solidFill>
                  <a:srgbClr val="C00000"/>
                </a:solidFill>
                <a:latin typeface="Consolas" panose="020B0609020204030204" pitchFamily="49" charset="0"/>
              </a:rPr>
              <a:t>System.out.println</a:t>
            </a:r>
            <a:r>
              <a:rPr lang="en-IN" sz="1800">
                <a:latin typeface="Consolas" panose="020B0609020204030204" pitchFamily="49" charset="0"/>
              </a:rPr>
              <a:t>(“</a:t>
            </a:r>
            <a:r>
              <a:rPr lang="en-IN" sz="1800">
                <a:solidFill>
                  <a:srgbClr val="00B050"/>
                </a:solidFill>
                <a:latin typeface="Consolas" panose="020B0609020204030204" pitchFamily="49" charset="0"/>
              </a:rPr>
              <a:t>weeping…</a:t>
            </a:r>
            <a:r>
              <a:rPr lang="en-IN" sz="1800">
                <a:latin typeface="Consolas" panose="020B0609020204030204" pitchFamily="49" charset="0"/>
              </a:rPr>
              <a:t>”);}</a:t>
            </a:r>
          </a:p>
          <a:p>
            <a:pPr marL="0" indent="0">
              <a:buNone/>
            </a:pPr>
            <a:r>
              <a:rPr lang="en-IN" sz="1800">
                <a:latin typeface="Consolas" panose="020B0609020204030204" pitchFamily="49" charset="0"/>
              </a:rPr>
              <a:t>}</a:t>
            </a:r>
          </a:p>
          <a:p>
            <a:pPr marL="0" indent="0">
              <a:buNone/>
            </a:pPr>
            <a:endParaRPr lang="en-IN" sz="1800">
              <a:latin typeface="Consolas" panose="020B0609020204030204" pitchFamily="49" charset="0"/>
            </a:endParaRPr>
          </a:p>
        </p:txBody>
      </p:sp>
      <p:sp>
        <p:nvSpPr>
          <p:cNvPr id="7" name="Content Placeholder 2">
            <a:extLst>
              <a:ext uri="{FF2B5EF4-FFF2-40B4-BE49-F238E27FC236}">
                <a16:creationId xmlns:a16="http://schemas.microsoft.com/office/drawing/2014/main" id="{46CB18EF-11AC-4920-B307-4E88A6F74E48}"/>
              </a:ext>
            </a:extLst>
          </p:cNvPr>
          <p:cNvSpPr>
            <a:spLocks noGrp="1"/>
          </p:cNvSpPr>
          <p:nvPr>
            <p:ph idx="1"/>
          </p:nvPr>
        </p:nvSpPr>
        <p:spPr>
          <a:xfrm>
            <a:off x="6096000" y="1911344"/>
            <a:ext cx="5490765" cy="3594280"/>
          </a:xfrm>
          <a:ln>
            <a:solidFill>
              <a:srgbClr val="F93548"/>
            </a:solidFill>
          </a:ln>
        </p:spPr>
        <p:txBody>
          <a:bodyPr>
            <a:noAutofit/>
          </a:bodyPr>
          <a:lstStyle/>
          <a:p>
            <a:pPr marL="0" indent="0">
              <a:buNone/>
            </a:pPr>
            <a:r>
              <a:rPr lang="en-IN" sz="1800">
                <a:solidFill>
                  <a:srgbClr val="0070C0"/>
                </a:solidFill>
                <a:latin typeface="Consolas" panose="020B0609020204030204" pitchFamily="49" charset="0"/>
              </a:rPr>
              <a:t>class</a:t>
            </a:r>
            <a:r>
              <a:rPr lang="en-IN" sz="1800">
                <a:latin typeface="Consolas" panose="020B0609020204030204" pitchFamily="49" charset="0"/>
              </a:rPr>
              <a:t> TestInheritance2{</a:t>
            </a:r>
          </a:p>
          <a:p>
            <a:pPr marL="0" indent="0">
              <a:buNone/>
            </a:pPr>
            <a:r>
              <a:rPr lang="en-IN" sz="1800">
                <a:solidFill>
                  <a:srgbClr val="0070C0"/>
                </a:solidFill>
                <a:latin typeface="Consolas" panose="020B0609020204030204" pitchFamily="49" charset="0"/>
              </a:rPr>
              <a:t>   public static </a:t>
            </a:r>
            <a:r>
              <a:rPr lang="en-IN" sz="1800">
                <a:latin typeface="Consolas" panose="020B0609020204030204" pitchFamily="49" charset="0"/>
              </a:rPr>
              <a:t>void main(</a:t>
            </a:r>
            <a:r>
              <a:rPr lang="en-IN" sz="1800">
                <a:solidFill>
                  <a:srgbClr val="C00000"/>
                </a:solidFill>
                <a:latin typeface="Consolas" panose="020B0609020204030204" pitchFamily="49" charset="0"/>
              </a:rPr>
              <a:t>String</a:t>
            </a:r>
            <a:r>
              <a:rPr lang="en-IN" sz="1800">
                <a:latin typeface="Consolas" panose="020B0609020204030204" pitchFamily="49" charset="0"/>
              </a:rPr>
              <a:t> </a:t>
            </a:r>
            <a:r>
              <a:rPr lang="en-IN" sz="1800" err="1">
                <a:latin typeface="Consolas" panose="020B0609020204030204" pitchFamily="49" charset="0"/>
              </a:rPr>
              <a:t>args</a:t>
            </a:r>
            <a:r>
              <a:rPr lang="en-IN" sz="1800">
                <a:latin typeface="Consolas" panose="020B0609020204030204" pitchFamily="49" charset="0"/>
              </a:rPr>
              <a:t>[]){</a:t>
            </a:r>
          </a:p>
          <a:p>
            <a:pPr marL="0" indent="0">
              <a:buNone/>
            </a:pPr>
            <a:r>
              <a:rPr lang="en-IN" sz="1800">
                <a:latin typeface="Consolas" panose="020B0609020204030204" pitchFamily="49" charset="0"/>
              </a:rPr>
              <a:t>      Puppy d=</a:t>
            </a:r>
            <a:r>
              <a:rPr lang="en-IN" sz="1800">
                <a:solidFill>
                  <a:srgbClr val="C00000"/>
                </a:solidFill>
                <a:latin typeface="Consolas" panose="020B0609020204030204" pitchFamily="49" charset="0"/>
              </a:rPr>
              <a:t>new</a:t>
            </a:r>
            <a:r>
              <a:rPr lang="en-IN" sz="1800">
                <a:latin typeface="Consolas" panose="020B0609020204030204" pitchFamily="49" charset="0"/>
              </a:rPr>
              <a:t> Puppy();</a:t>
            </a:r>
          </a:p>
          <a:p>
            <a:pPr marL="0" indent="0">
              <a:buNone/>
            </a:pPr>
            <a:r>
              <a:rPr lang="en-IN" sz="1800">
                <a:latin typeface="Consolas" panose="020B0609020204030204" pitchFamily="49" charset="0"/>
              </a:rPr>
              <a:t>      </a:t>
            </a:r>
            <a:r>
              <a:rPr lang="en-IN" sz="1800" err="1">
                <a:latin typeface="Consolas" panose="020B0609020204030204" pitchFamily="49" charset="0"/>
              </a:rPr>
              <a:t>d.weep</a:t>
            </a:r>
            <a:r>
              <a:rPr lang="en-IN" sz="1800">
                <a:latin typeface="Consolas" panose="020B0609020204030204" pitchFamily="49" charset="0"/>
              </a:rPr>
              <a:t>();</a:t>
            </a:r>
          </a:p>
          <a:p>
            <a:pPr marL="0" indent="0">
              <a:buNone/>
            </a:pPr>
            <a:r>
              <a:rPr lang="en-IN" sz="1800">
                <a:latin typeface="Consolas" panose="020B0609020204030204" pitchFamily="49" charset="0"/>
              </a:rPr>
              <a:t>      </a:t>
            </a:r>
            <a:r>
              <a:rPr lang="en-IN" sz="1800" err="1">
                <a:latin typeface="Consolas" panose="020B0609020204030204" pitchFamily="49" charset="0"/>
              </a:rPr>
              <a:t>d.bark</a:t>
            </a:r>
            <a:r>
              <a:rPr lang="en-IN" sz="1800">
                <a:latin typeface="Consolas" panose="020B0609020204030204" pitchFamily="49" charset="0"/>
              </a:rPr>
              <a:t>();</a:t>
            </a:r>
          </a:p>
          <a:p>
            <a:pPr marL="0" indent="0">
              <a:buNone/>
            </a:pPr>
            <a:r>
              <a:rPr lang="en-IN" sz="1800">
                <a:latin typeface="Consolas" panose="020B0609020204030204" pitchFamily="49" charset="0"/>
              </a:rPr>
              <a:t>      </a:t>
            </a:r>
            <a:r>
              <a:rPr lang="en-IN" sz="1800" err="1">
                <a:latin typeface="Consolas" panose="020B0609020204030204" pitchFamily="49" charset="0"/>
              </a:rPr>
              <a:t>d.eat</a:t>
            </a:r>
            <a:r>
              <a:rPr lang="en-IN" sz="1800">
                <a:latin typeface="Consolas" panose="020B0609020204030204" pitchFamily="49" charset="0"/>
              </a:rPr>
              <a:t>();</a:t>
            </a:r>
          </a:p>
          <a:p>
            <a:pPr marL="0" indent="0">
              <a:buNone/>
            </a:pPr>
            <a:r>
              <a:rPr lang="en-IN" sz="1800">
                <a:latin typeface="Consolas" panose="020B0609020204030204" pitchFamily="49" charset="0"/>
              </a:rPr>
              <a:t>   }</a:t>
            </a:r>
          </a:p>
          <a:p>
            <a:pPr marL="0" indent="0">
              <a:buNone/>
            </a:pPr>
            <a:r>
              <a:rPr lang="en-IN" sz="1800">
                <a:latin typeface="Consolas" panose="020B0609020204030204" pitchFamily="49" charset="0"/>
              </a:rPr>
              <a:t>}</a:t>
            </a:r>
          </a:p>
        </p:txBody>
      </p:sp>
      <p:sp>
        <p:nvSpPr>
          <p:cNvPr id="9" name="TextBox 8">
            <a:extLst>
              <a:ext uri="{FF2B5EF4-FFF2-40B4-BE49-F238E27FC236}">
                <a16:creationId xmlns:a16="http://schemas.microsoft.com/office/drawing/2014/main" id="{E645D0CF-3F2E-4822-9ADC-C6671D31ADFD}"/>
              </a:ext>
            </a:extLst>
          </p:cNvPr>
          <p:cNvSpPr txBox="1"/>
          <p:nvPr/>
        </p:nvSpPr>
        <p:spPr>
          <a:xfrm>
            <a:off x="689486" y="291178"/>
            <a:ext cx="8985455" cy="769441"/>
          </a:xfrm>
          <a:prstGeom prst="rect">
            <a:avLst/>
          </a:prstGeom>
          <a:noFill/>
        </p:spPr>
        <p:txBody>
          <a:bodyPr wrap="square">
            <a:spAutoFit/>
          </a:bodyPr>
          <a:lstStyle/>
          <a:p>
            <a:r>
              <a:rPr lang="en-IN" sz="4400" b="1">
                <a:solidFill>
                  <a:srgbClr val="C00000"/>
                </a:solidFill>
                <a:latin typeface="Arial Rounded MT Bold" panose="020F0704030504030204" pitchFamily="34" charset="0"/>
                <a:ea typeface="+mj-ea"/>
                <a:cs typeface="+mj-cs"/>
              </a:rPr>
              <a:t>Multi level Inheritance - Example</a:t>
            </a:r>
          </a:p>
        </p:txBody>
      </p:sp>
    </p:spTree>
    <p:extLst>
      <p:ext uri="{BB962C8B-B14F-4D97-AF65-F5344CB8AC3E}">
        <p14:creationId xmlns:p14="http://schemas.microsoft.com/office/powerpoint/2010/main" val="172553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7">
                                            <p:bg/>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type="wd">
                                    <p:tmAbs val="500"/>
                                  </p:iterate>
                                  <p:childTnLst>
                                    <p:set>
                                      <p:cBhvr>
                                        <p:cTn id="6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type="wd">
                                    <p:tmAbs val="500"/>
                                  </p:iterate>
                                  <p:childTnLst>
                                    <p:set>
                                      <p:cBhvr>
                                        <p:cTn id="7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type="wd">
                                    <p:tmAbs val="500"/>
                                  </p:iterate>
                                  <p:childTnLst>
                                    <p:set>
                                      <p:cBhvr>
                                        <p:cTn id="7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type="wd">
                                    <p:tmAbs val="500"/>
                                  </p:iterate>
                                  <p:childTnLst>
                                    <p:set>
                                      <p:cBhvr>
                                        <p:cTn id="7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iterate type="wd">
                                    <p:tmAbs val="500"/>
                                  </p:iterate>
                                  <p:childTnLst>
                                    <p:set>
                                      <p:cBhvr>
                                        <p:cTn id="8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iterate type="wd">
                                    <p:tmAbs val="500"/>
                                  </p:iterate>
                                  <p:childTnLst>
                                    <p:set>
                                      <p:cBhvr>
                                        <p:cTn id="8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iterate type="wd">
                                    <p:tmAbs val="500"/>
                                  </p:iterate>
                                  <p:childTnLst>
                                    <p:set>
                                      <p:cBhvr>
                                        <p:cTn id="9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35A950-86F3-4B7C-AA10-A2B71E79D028}"/>
              </a:ext>
            </a:extLst>
          </p:cNvPr>
          <p:cNvSpPr>
            <a:spLocks noGrp="1"/>
          </p:cNvSpPr>
          <p:nvPr>
            <p:ph type="sldNum" sz="quarter" idx="12"/>
          </p:nvPr>
        </p:nvSpPr>
        <p:spPr/>
        <p:txBody>
          <a:bodyPr/>
          <a:lstStyle/>
          <a:p>
            <a:fld id="{4DAC0951-10B0-4509-9BA5-FD8683A6F967}" type="slidenum">
              <a:rPr lang="en-IN" smtClean="0"/>
              <a:pPr/>
              <a:t>29</a:t>
            </a:fld>
            <a:endParaRPr lang="en-IN"/>
          </a:p>
        </p:txBody>
      </p:sp>
      <p:sp>
        <p:nvSpPr>
          <p:cNvPr id="5" name="Content Placeholder 2">
            <a:extLst>
              <a:ext uri="{FF2B5EF4-FFF2-40B4-BE49-F238E27FC236}">
                <a16:creationId xmlns:a16="http://schemas.microsoft.com/office/drawing/2014/main" id="{343B0AC0-D7C8-4FEE-81D8-F153E868B900}"/>
              </a:ext>
            </a:extLst>
          </p:cNvPr>
          <p:cNvSpPr txBox="1">
            <a:spLocks/>
          </p:cNvSpPr>
          <p:nvPr/>
        </p:nvSpPr>
        <p:spPr>
          <a:xfrm>
            <a:off x="344681" y="51784"/>
            <a:ext cx="5554673" cy="3421460"/>
          </a:xfrm>
          <a:prstGeom prst="rect">
            <a:avLst/>
          </a:prstGeom>
          <a:ln>
            <a:solidFill>
              <a:srgbClr val="F93548"/>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600">
                <a:solidFill>
                  <a:srgbClr val="0070C0"/>
                </a:solidFill>
                <a:latin typeface="Consolas" panose="020B0609020204030204" pitchFamily="49" charset="0"/>
              </a:rPr>
              <a:t>class</a:t>
            </a:r>
            <a:r>
              <a:rPr lang="en-IN" sz="1600">
                <a:latin typeface="Consolas" panose="020B0609020204030204" pitchFamily="49" charset="0"/>
              </a:rPr>
              <a:t> calculator{</a:t>
            </a:r>
          </a:p>
          <a:p>
            <a:pPr marL="0" indent="0">
              <a:buNone/>
            </a:pPr>
            <a:r>
              <a:rPr lang="en-IN" sz="1600">
                <a:latin typeface="Consolas" panose="020B0609020204030204" pitchFamily="49" charset="0"/>
              </a:rPr>
              <a:t>  </a:t>
            </a:r>
            <a:r>
              <a:rPr lang="en-IN" sz="1600">
                <a:solidFill>
                  <a:srgbClr val="0070C0"/>
                </a:solidFill>
                <a:latin typeface="Consolas" panose="020B0609020204030204" pitchFamily="49" charset="0"/>
              </a:rPr>
              <a:t>public float </a:t>
            </a:r>
            <a:r>
              <a:rPr lang="en-IN" sz="1600" err="1">
                <a:latin typeface="Consolas" panose="020B0609020204030204" pitchFamily="49" charset="0"/>
              </a:rPr>
              <a:t>mul</a:t>
            </a:r>
            <a:r>
              <a:rPr lang="en-IN" sz="1600">
                <a:latin typeface="Consolas" panose="020B0609020204030204" pitchFamily="49" charset="0"/>
              </a:rPr>
              <a:t>(</a:t>
            </a:r>
            <a:r>
              <a:rPr lang="en-IN" sz="1600">
                <a:solidFill>
                  <a:srgbClr val="C00000"/>
                </a:solidFill>
                <a:latin typeface="Consolas" panose="020B0609020204030204" pitchFamily="49" charset="0"/>
              </a:rPr>
              <a:t>float</a:t>
            </a:r>
            <a:r>
              <a:rPr lang="en-IN" sz="1600">
                <a:latin typeface="Consolas" panose="020B0609020204030204" pitchFamily="49" charset="0"/>
              </a:rPr>
              <a:t> a, </a:t>
            </a:r>
            <a:r>
              <a:rPr lang="en-IN" sz="1600">
                <a:solidFill>
                  <a:srgbClr val="C00000"/>
                </a:solidFill>
                <a:latin typeface="Consolas" panose="020B0609020204030204" pitchFamily="49" charset="0"/>
              </a:rPr>
              <a:t>float</a:t>
            </a:r>
            <a:r>
              <a:rPr lang="en-IN" sz="1600">
                <a:latin typeface="Consolas" panose="020B0609020204030204" pitchFamily="49" charset="0"/>
              </a:rPr>
              <a:t> b){</a:t>
            </a:r>
          </a:p>
          <a:p>
            <a:pPr marL="0" indent="0">
              <a:buNone/>
            </a:pPr>
            <a:r>
              <a:rPr lang="en-IN" sz="1600">
                <a:latin typeface="Consolas" panose="020B0609020204030204" pitchFamily="49" charset="0"/>
              </a:rPr>
              <a:t>     </a:t>
            </a:r>
            <a:r>
              <a:rPr lang="en-IN" sz="1600">
                <a:solidFill>
                  <a:srgbClr val="C00000"/>
                </a:solidFill>
                <a:latin typeface="Consolas" panose="020B0609020204030204" pitchFamily="49" charset="0"/>
              </a:rPr>
              <a:t>return </a:t>
            </a:r>
            <a:r>
              <a:rPr lang="en-IN" sz="1600">
                <a:latin typeface="Consolas" panose="020B0609020204030204" pitchFamily="49" charset="0"/>
              </a:rPr>
              <a:t>p*q; }</a:t>
            </a:r>
          </a:p>
          <a:p>
            <a:pPr marL="0" indent="0">
              <a:buNone/>
            </a:pPr>
            <a:r>
              <a:rPr lang="en-IN" sz="1600">
                <a:latin typeface="Consolas" panose="020B0609020204030204" pitchFamily="49" charset="0"/>
              </a:rPr>
              <a:t>  </a:t>
            </a:r>
            <a:r>
              <a:rPr lang="en-IN" sz="1600">
                <a:solidFill>
                  <a:srgbClr val="0070C0"/>
                </a:solidFill>
                <a:latin typeface="Consolas" panose="020B0609020204030204" pitchFamily="49" charset="0"/>
              </a:rPr>
              <a:t>public float </a:t>
            </a:r>
            <a:r>
              <a:rPr lang="en-IN" sz="1600">
                <a:latin typeface="Consolas" panose="020B0609020204030204" pitchFamily="49" charset="0"/>
              </a:rPr>
              <a:t>sum(</a:t>
            </a:r>
            <a:r>
              <a:rPr lang="en-IN" sz="1600">
                <a:solidFill>
                  <a:srgbClr val="C00000"/>
                </a:solidFill>
                <a:latin typeface="Consolas" panose="020B0609020204030204" pitchFamily="49" charset="0"/>
              </a:rPr>
              <a:t>float</a:t>
            </a:r>
            <a:r>
              <a:rPr lang="en-IN" sz="1600">
                <a:latin typeface="Consolas" panose="020B0609020204030204" pitchFamily="49" charset="0"/>
              </a:rPr>
              <a:t> a, </a:t>
            </a:r>
            <a:r>
              <a:rPr lang="en-IN" sz="1600">
                <a:solidFill>
                  <a:srgbClr val="C00000"/>
                </a:solidFill>
                <a:latin typeface="Consolas" panose="020B0609020204030204" pitchFamily="49" charset="0"/>
              </a:rPr>
              <a:t>float</a:t>
            </a:r>
            <a:r>
              <a:rPr lang="en-IN" sz="1600">
                <a:latin typeface="Consolas" panose="020B0609020204030204" pitchFamily="49" charset="0"/>
              </a:rPr>
              <a:t> b){</a:t>
            </a:r>
          </a:p>
          <a:p>
            <a:pPr marL="0" indent="0">
              <a:buNone/>
            </a:pPr>
            <a:r>
              <a:rPr lang="en-IN" sz="1600">
                <a:latin typeface="Consolas" panose="020B0609020204030204" pitchFamily="49" charset="0"/>
              </a:rPr>
              <a:t>     </a:t>
            </a:r>
            <a:r>
              <a:rPr lang="en-IN" sz="1600">
                <a:solidFill>
                  <a:srgbClr val="C00000"/>
                </a:solidFill>
                <a:latin typeface="Consolas" panose="020B0609020204030204" pitchFamily="49" charset="0"/>
              </a:rPr>
              <a:t>return </a:t>
            </a:r>
            <a:r>
              <a:rPr lang="en-IN" sz="1600" err="1">
                <a:latin typeface="Consolas" panose="020B0609020204030204" pitchFamily="49" charset="0"/>
              </a:rPr>
              <a:t>p+q</a:t>
            </a:r>
            <a:r>
              <a:rPr lang="en-IN" sz="1600">
                <a:latin typeface="Consolas" panose="020B0609020204030204" pitchFamily="49" charset="0"/>
              </a:rPr>
              <a:t>; }</a:t>
            </a:r>
          </a:p>
          <a:p>
            <a:pPr marL="0" indent="0">
              <a:buNone/>
            </a:pPr>
            <a:r>
              <a:rPr lang="en-IN" sz="1600">
                <a:latin typeface="Consolas" panose="020B0609020204030204" pitchFamily="49" charset="0"/>
              </a:rPr>
              <a:t>  </a:t>
            </a:r>
            <a:r>
              <a:rPr lang="en-IN" sz="1600">
                <a:solidFill>
                  <a:srgbClr val="0070C0"/>
                </a:solidFill>
                <a:latin typeface="Consolas" panose="020B0609020204030204" pitchFamily="49" charset="0"/>
              </a:rPr>
              <a:t>public float </a:t>
            </a:r>
            <a:r>
              <a:rPr lang="en-IN" sz="1600" err="1">
                <a:latin typeface="Consolas" panose="020B0609020204030204" pitchFamily="49" charset="0"/>
              </a:rPr>
              <a:t>dif</a:t>
            </a:r>
            <a:r>
              <a:rPr lang="en-IN" sz="1600">
                <a:latin typeface="Consolas" panose="020B0609020204030204" pitchFamily="49" charset="0"/>
              </a:rPr>
              <a:t>(</a:t>
            </a:r>
            <a:r>
              <a:rPr lang="en-IN" sz="1600">
                <a:solidFill>
                  <a:srgbClr val="C00000"/>
                </a:solidFill>
                <a:latin typeface="Consolas" panose="020B0609020204030204" pitchFamily="49" charset="0"/>
              </a:rPr>
              <a:t>float</a:t>
            </a:r>
            <a:r>
              <a:rPr lang="en-IN" sz="1600">
                <a:latin typeface="Consolas" panose="020B0609020204030204" pitchFamily="49" charset="0"/>
              </a:rPr>
              <a:t> a, </a:t>
            </a:r>
            <a:r>
              <a:rPr lang="en-IN" sz="1600">
                <a:solidFill>
                  <a:srgbClr val="C00000"/>
                </a:solidFill>
                <a:latin typeface="Consolas" panose="020B0609020204030204" pitchFamily="49" charset="0"/>
              </a:rPr>
              <a:t>float</a:t>
            </a:r>
            <a:r>
              <a:rPr lang="en-IN" sz="1600">
                <a:latin typeface="Consolas" panose="020B0609020204030204" pitchFamily="49" charset="0"/>
              </a:rPr>
              <a:t> b){</a:t>
            </a:r>
          </a:p>
          <a:p>
            <a:pPr marL="0" indent="0">
              <a:buNone/>
            </a:pPr>
            <a:r>
              <a:rPr lang="en-IN" sz="1600">
                <a:latin typeface="Consolas" panose="020B0609020204030204" pitchFamily="49" charset="0"/>
              </a:rPr>
              <a:t>     </a:t>
            </a:r>
            <a:r>
              <a:rPr lang="en-IN" sz="1600">
                <a:solidFill>
                  <a:srgbClr val="C00000"/>
                </a:solidFill>
                <a:latin typeface="Consolas" panose="020B0609020204030204" pitchFamily="49" charset="0"/>
              </a:rPr>
              <a:t>return </a:t>
            </a:r>
            <a:r>
              <a:rPr lang="en-IN" sz="1600">
                <a:latin typeface="Consolas" panose="020B0609020204030204" pitchFamily="49" charset="0"/>
              </a:rPr>
              <a:t>a-b; }</a:t>
            </a:r>
          </a:p>
          <a:p>
            <a:pPr marL="0" indent="0">
              <a:buNone/>
            </a:pPr>
            <a:r>
              <a:rPr lang="en-IN" sz="1600">
                <a:latin typeface="Consolas" panose="020B0609020204030204" pitchFamily="49" charset="0"/>
              </a:rPr>
              <a:t>  </a:t>
            </a:r>
            <a:r>
              <a:rPr lang="en-IN" sz="1600">
                <a:solidFill>
                  <a:srgbClr val="0070C0"/>
                </a:solidFill>
                <a:latin typeface="Consolas" panose="020B0609020204030204" pitchFamily="49" charset="0"/>
              </a:rPr>
              <a:t>public float </a:t>
            </a:r>
            <a:r>
              <a:rPr lang="en-IN" sz="1600">
                <a:latin typeface="Consolas" panose="020B0609020204030204" pitchFamily="49" charset="0"/>
              </a:rPr>
              <a:t>div(</a:t>
            </a:r>
            <a:r>
              <a:rPr lang="en-IN" sz="1600">
                <a:solidFill>
                  <a:srgbClr val="C00000"/>
                </a:solidFill>
                <a:latin typeface="Consolas" panose="020B0609020204030204" pitchFamily="49" charset="0"/>
              </a:rPr>
              <a:t>float</a:t>
            </a:r>
            <a:r>
              <a:rPr lang="en-IN" sz="1600">
                <a:latin typeface="Consolas" panose="020B0609020204030204" pitchFamily="49" charset="0"/>
              </a:rPr>
              <a:t> a, </a:t>
            </a:r>
            <a:r>
              <a:rPr lang="en-IN" sz="1600">
                <a:solidFill>
                  <a:srgbClr val="C00000"/>
                </a:solidFill>
                <a:latin typeface="Consolas" panose="020B0609020204030204" pitchFamily="49" charset="0"/>
              </a:rPr>
              <a:t>float</a:t>
            </a:r>
            <a:r>
              <a:rPr lang="en-IN" sz="1600">
                <a:latin typeface="Consolas" panose="020B0609020204030204" pitchFamily="49" charset="0"/>
              </a:rPr>
              <a:t> b){</a:t>
            </a:r>
          </a:p>
          <a:p>
            <a:pPr marL="0" indent="0">
              <a:buNone/>
            </a:pPr>
            <a:r>
              <a:rPr lang="en-IN" sz="1600">
                <a:latin typeface="Consolas" panose="020B0609020204030204" pitchFamily="49" charset="0"/>
              </a:rPr>
              <a:t>     </a:t>
            </a:r>
            <a:r>
              <a:rPr lang="en-IN" sz="1600">
                <a:solidFill>
                  <a:srgbClr val="C00000"/>
                </a:solidFill>
                <a:latin typeface="Consolas" panose="020B0609020204030204" pitchFamily="49" charset="0"/>
              </a:rPr>
              <a:t>return </a:t>
            </a:r>
            <a:r>
              <a:rPr lang="en-IN" sz="1600">
                <a:latin typeface="Consolas" panose="020B0609020204030204" pitchFamily="49" charset="0"/>
              </a:rPr>
              <a:t>p/q; }</a:t>
            </a:r>
          </a:p>
          <a:p>
            <a:pPr marL="0" indent="0">
              <a:buNone/>
            </a:pPr>
            <a:r>
              <a:rPr lang="en-IN" sz="1600">
                <a:latin typeface="Consolas" panose="020B0609020204030204" pitchFamily="49" charset="0"/>
              </a:rPr>
              <a:t>}</a:t>
            </a:r>
          </a:p>
          <a:p>
            <a:pPr marL="0" indent="0">
              <a:buNone/>
            </a:pPr>
            <a:endParaRPr lang="en-IN" sz="1600">
              <a:latin typeface="Consolas" panose="020B0609020204030204" pitchFamily="49" charset="0"/>
            </a:endParaRPr>
          </a:p>
          <a:p>
            <a:pPr marL="0" indent="0">
              <a:buNone/>
            </a:pPr>
            <a:endParaRPr lang="en-IN" sz="1600">
              <a:latin typeface="Consolas" panose="020B0609020204030204" pitchFamily="49" charset="0"/>
            </a:endParaRPr>
          </a:p>
        </p:txBody>
      </p:sp>
      <p:sp>
        <p:nvSpPr>
          <p:cNvPr id="6" name="Content Placeholder 2">
            <a:extLst>
              <a:ext uri="{FF2B5EF4-FFF2-40B4-BE49-F238E27FC236}">
                <a16:creationId xmlns:a16="http://schemas.microsoft.com/office/drawing/2014/main" id="{F89F610E-D773-4262-B961-C7B355E9E6DD}"/>
              </a:ext>
            </a:extLst>
          </p:cNvPr>
          <p:cNvSpPr txBox="1">
            <a:spLocks/>
          </p:cNvSpPr>
          <p:nvPr/>
        </p:nvSpPr>
        <p:spPr>
          <a:xfrm>
            <a:off x="349598" y="3609566"/>
            <a:ext cx="5554673" cy="3111909"/>
          </a:xfrm>
          <a:prstGeom prst="rect">
            <a:avLst/>
          </a:prstGeom>
          <a:ln>
            <a:solidFill>
              <a:srgbClr val="F93548"/>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600">
                <a:solidFill>
                  <a:srgbClr val="0070C0"/>
                </a:solidFill>
                <a:latin typeface="Consolas" panose="020B0609020204030204" pitchFamily="49" charset="0"/>
              </a:rPr>
              <a:t>class</a:t>
            </a:r>
            <a:r>
              <a:rPr lang="en-IN" sz="1600">
                <a:latin typeface="Consolas" panose="020B0609020204030204" pitchFamily="49" charset="0"/>
              </a:rPr>
              <a:t> advanced </a:t>
            </a:r>
            <a:r>
              <a:rPr lang="en-IN" sz="1600">
                <a:solidFill>
                  <a:srgbClr val="C00000"/>
                </a:solidFill>
                <a:latin typeface="Consolas" panose="020B0609020204030204" pitchFamily="49" charset="0"/>
              </a:rPr>
              <a:t>extends</a:t>
            </a:r>
            <a:r>
              <a:rPr lang="en-IN" sz="1600">
                <a:latin typeface="Consolas" panose="020B0609020204030204" pitchFamily="49" charset="0"/>
              </a:rPr>
              <a:t> calculator{</a:t>
            </a:r>
          </a:p>
          <a:p>
            <a:pPr marL="0" indent="0">
              <a:buNone/>
            </a:pPr>
            <a:r>
              <a:rPr lang="en-IN" sz="1600">
                <a:latin typeface="Consolas" panose="020B0609020204030204" pitchFamily="49" charset="0"/>
              </a:rPr>
              <a:t>  </a:t>
            </a:r>
            <a:r>
              <a:rPr lang="en-IN" sz="1600">
                <a:solidFill>
                  <a:srgbClr val="0070C0"/>
                </a:solidFill>
                <a:latin typeface="Consolas" panose="020B0609020204030204" pitchFamily="49" charset="0"/>
              </a:rPr>
              <a:t>public float </a:t>
            </a:r>
            <a:r>
              <a:rPr lang="en-IN" sz="1600">
                <a:latin typeface="Consolas" panose="020B0609020204030204" pitchFamily="49" charset="0"/>
              </a:rPr>
              <a:t>mod(</a:t>
            </a:r>
            <a:r>
              <a:rPr lang="en-IN" sz="1600">
                <a:solidFill>
                  <a:srgbClr val="C00000"/>
                </a:solidFill>
                <a:latin typeface="Consolas" panose="020B0609020204030204" pitchFamily="49" charset="0"/>
              </a:rPr>
              <a:t>float</a:t>
            </a:r>
            <a:r>
              <a:rPr lang="en-IN" sz="1600">
                <a:latin typeface="Consolas" panose="020B0609020204030204" pitchFamily="49" charset="0"/>
              </a:rPr>
              <a:t> m, </a:t>
            </a:r>
            <a:r>
              <a:rPr lang="en-IN" sz="1600">
                <a:solidFill>
                  <a:srgbClr val="C00000"/>
                </a:solidFill>
                <a:latin typeface="Consolas" panose="020B0609020204030204" pitchFamily="49" charset="0"/>
              </a:rPr>
              <a:t>float</a:t>
            </a:r>
            <a:r>
              <a:rPr lang="en-IN" sz="1600">
                <a:latin typeface="Consolas" panose="020B0609020204030204" pitchFamily="49" charset="0"/>
              </a:rPr>
              <a:t> n){</a:t>
            </a:r>
          </a:p>
          <a:p>
            <a:pPr marL="0" indent="0">
              <a:buNone/>
            </a:pPr>
            <a:r>
              <a:rPr lang="en-IN" sz="1600">
                <a:latin typeface="Consolas" panose="020B0609020204030204" pitchFamily="49" charset="0"/>
              </a:rPr>
              <a:t>     </a:t>
            </a:r>
            <a:r>
              <a:rPr lang="en-IN" sz="1600">
                <a:solidFill>
                  <a:srgbClr val="C00000"/>
                </a:solidFill>
                <a:latin typeface="Consolas" panose="020B0609020204030204" pitchFamily="49" charset="0"/>
              </a:rPr>
              <a:t>return </a:t>
            </a:r>
            <a:r>
              <a:rPr lang="en-IN" sz="1600" err="1">
                <a:latin typeface="Consolas" panose="020B0609020204030204" pitchFamily="49" charset="0"/>
              </a:rPr>
              <a:t>m%n</a:t>
            </a:r>
            <a:r>
              <a:rPr lang="en-IN" sz="1600">
                <a:latin typeface="Consolas" panose="020B0609020204030204" pitchFamily="49" charset="0"/>
              </a:rPr>
              <a:t>; }</a:t>
            </a:r>
          </a:p>
          <a:p>
            <a:pPr marL="0" indent="0">
              <a:buNone/>
            </a:pPr>
            <a:r>
              <a:rPr lang="en-IN" sz="1600">
                <a:latin typeface="Consolas" panose="020B0609020204030204" pitchFamily="49" charset="0"/>
              </a:rPr>
              <a:t>  </a:t>
            </a:r>
            <a:r>
              <a:rPr lang="en-IN" sz="1600">
                <a:solidFill>
                  <a:srgbClr val="0070C0"/>
                </a:solidFill>
                <a:latin typeface="Consolas" panose="020B0609020204030204" pitchFamily="49" charset="0"/>
              </a:rPr>
              <a:t>public float </a:t>
            </a:r>
            <a:r>
              <a:rPr lang="en-IN" sz="1600" err="1">
                <a:latin typeface="Consolas" panose="020B0609020204030204" pitchFamily="49" charset="0"/>
              </a:rPr>
              <a:t>sqr</a:t>
            </a:r>
            <a:r>
              <a:rPr lang="en-IN" sz="1600">
                <a:latin typeface="Consolas" panose="020B0609020204030204" pitchFamily="49" charset="0"/>
              </a:rPr>
              <a:t>(</a:t>
            </a:r>
            <a:r>
              <a:rPr lang="en-IN" sz="1600">
                <a:solidFill>
                  <a:srgbClr val="C00000"/>
                </a:solidFill>
                <a:latin typeface="Consolas" panose="020B0609020204030204" pitchFamily="49" charset="0"/>
              </a:rPr>
              <a:t>float</a:t>
            </a:r>
            <a:r>
              <a:rPr lang="en-IN" sz="1600">
                <a:latin typeface="Consolas" panose="020B0609020204030204" pitchFamily="49" charset="0"/>
              </a:rPr>
              <a:t> m){</a:t>
            </a:r>
          </a:p>
          <a:p>
            <a:pPr marL="0" indent="0">
              <a:buNone/>
            </a:pPr>
            <a:r>
              <a:rPr lang="en-IN" sz="1600">
                <a:latin typeface="Consolas" panose="020B0609020204030204" pitchFamily="49" charset="0"/>
              </a:rPr>
              <a:t>     </a:t>
            </a:r>
            <a:r>
              <a:rPr lang="en-IN" sz="1600">
                <a:solidFill>
                  <a:srgbClr val="C00000"/>
                </a:solidFill>
                <a:latin typeface="Consolas" panose="020B0609020204030204" pitchFamily="49" charset="0"/>
              </a:rPr>
              <a:t>return </a:t>
            </a:r>
            <a:r>
              <a:rPr lang="en-IN" sz="1600">
                <a:latin typeface="Consolas" panose="020B0609020204030204" pitchFamily="49" charset="0"/>
              </a:rPr>
              <a:t>m*m; }</a:t>
            </a:r>
          </a:p>
          <a:p>
            <a:pPr marL="0" indent="0">
              <a:buNone/>
            </a:pPr>
            <a:r>
              <a:rPr lang="en-IN" sz="1600">
                <a:latin typeface="Consolas" panose="020B0609020204030204" pitchFamily="49" charset="0"/>
              </a:rPr>
              <a:t>  </a:t>
            </a:r>
            <a:r>
              <a:rPr lang="en-IN" sz="1600">
                <a:solidFill>
                  <a:srgbClr val="0070C0"/>
                </a:solidFill>
                <a:latin typeface="Consolas" panose="020B0609020204030204" pitchFamily="49" charset="0"/>
              </a:rPr>
              <a:t>public float </a:t>
            </a:r>
            <a:r>
              <a:rPr lang="en-IN" sz="1600">
                <a:latin typeface="Consolas" panose="020B0609020204030204" pitchFamily="49" charset="0"/>
              </a:rPr>
              <a:t>sqrt(</a:t>
            </a:r>
            <a:r>
              <a:rPr lang="en-IN" sz="1600">
                <a:solidFill>
                  <a:srgbClr val="C00000"/>
                </a:solidFill>
                <a:latin typeface="Consolas" panose="020B0609020204030204" pitchFamily="49" charset="0"/>
              </a:rPr>
              <a:t>float</a:t>
            </a:r>
            <a:r>
              <a:rPr lang="en-IN" sz="1600">
                <a:latin typeface="Consolas" panose="020B0609020204030204" pitchFamily="49" charset="0"/>
              </a:rPr>
              <a:t> m){</a:t>
            </a:r>
          </a:p>
          <a:p>
            <a:pPr marL="0" indent="0">
              <a:buNone/>
            </a:pPr>
            <a:r>
              <a:rPr lang="en-IN" sz="1600">
                <a:latin typeface="Consolas" panose="020B0609020204030204" pitchFamily="49" charset="0"/>
              </a:rPr>
              <a:t>     </a:t>
            </a:r>
            <a:r>
              <a:rPr lang="en-IN" sz="1600" err="1">
                <a:solidFill>
                  <a:srgbClr val="C00000"/>
                </a:solidFill>
                <a:latin typeface="Consolas" panose="020B0609020204030204" pitchFamily="49" charset="0"/>
              </a:rPr>
              <a:t>System.out.println</a:t>
            </a:r>
            <a:r>
              <a:rPr lang="en-IN" sz="1600">
                <a:latin typeface="Consolas" panose="020B0609020204030204" pitchFamily="49" charset="0"/>
              </a:rPr>
              <a:t>(</a:t>
            </a:r>
            <a:r>
              <a:rPr lang="en-IN" sz="1600" err="1">
                <a:solidFill>
                  <a:srgbClr val="0070C0"/>
                </a:solidFill>
                <a:latin typeface="Consolas" panose="020B0609020204030204" pitchFamily="49" charset="0"/>
              </a:rPr>
              <a:t>Math.sqrt</a:t>
            </a:r>
            <a:r>
              <a:rPr lang="en-IN" sz="1600">
                <a:latin typeface="Consolas" panose="020B0609020204030204" pitchFamily="49" charset="0"/>
              </a:rPr>
              <a:t>(m));</a:t>
            </a:r>
          </a:p>
          <a:p>
            <a:pPr marL="0" indent="0">
              <a:buNone/>
            </a:pPr>
            <a:r>
              <a:rPr lang="en-IN" sz="1600">
                <a:solidFill>
                  <a:srgbClr val="C00000"/>
                </a:solidFill>
                <a:latin typeface="Consolas" panose="020B0609020204030204" pitchFamily="49" charset="0"/>
              </a:rPr>
              <a:t>     return </a:t>
            </a:r>
            <a:r>
              <a:rPr lang="en-IN" sz="1600">
                <a:latin typeface="Consolas" panose="020B0609020204030204" pitchFamily="49" charset="0"/>
              </a:rPr>
              <a:t>m; }</a:t>
            </a:r>
          </a:p>
          <a:p>
            <a:pPr marL="0" indent="0">
              <a:buNone/>
            </a:pPr>
            <a:r>
              <a:rPr lang="en-IN" sz="1600">
                <a:latin typeface="Consolas" panose="020B0609020204030204" pitchFamily="49" charset="0"/>
              </a:rPr>
              <a:t>}</a:t>
            </a:r>
          </a:p>
          <a:p>
            <a:pPr marL="0" indent="0">
              <a:buNone/>
            </a:pPr>
            <a:endParaRPr lang="en-IN" sz="1600">
              <a:latin typeface="Consolas" panose="020B0609020204030204" pitchFamily="49" charset="0"/>
            </a:endParaRPr>
          </a:p>
          <a:p>
            <a:pPr marL="0" indent="0">
              <a:buNone/>
            </a:pPr>
            <a:endParaRPr lang="en-IN" sz="1600">
              <a:latin typeface="Consolas" panose="020B0609020204030204" pitchFamily="49" charset="0"/>
            </a:endParaRPr>
          </a:p>
        </p:txBody>
      </p:sp>
      <p:sp>
        <p:nvSpPr>
          <p:cNvPr id="7" name="Content Placeholder 2">
            <a:extLst>
              <a:ext uri="{FF2B5EF4-FFF2-40B4-BE49-F238E27FC236}">
                <a16:creationId xmlns:a16="http://schemas.microsoft.com/office/drawing/2014/main" id="{BC170C4B-102F-415C-B3A7-3F4979822C52}"/>
              </a:ext>
            </a:extLst>
          </p:cNvPr>
          <p:cNvSpPr txBox="1">
            <a:spLocks/>
          </p:cNvSpPr>
          <p:nvPr/>
        </p:nvSpPr>
        <p:spPr>
          <a:xfrm>
            <a:off x="6110196" y="77533"/>
            <a:ext cx="5751319" cy="3007208"/>
          </a:xfrm>
          <a:prstGeom prst="rect">
            <a:avLst/>
          </a:prstGeom>
          <a:ln>
            <a:solidFill>
              <a:srgbClr val="F93548"/>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800">
                <a:solidFill>
                  <a:srgbClr val="0070C0"/>
                </a:solidFill>
                <a:latin typeface="Consolas" panose="020B0609020204030204" pitchFamily="49" charset="0"/>
              </a:rPr>
              <a:t>class</a:t>
            </a:r>
            <a:r>
              <a:rPr lang="en-IN" sz="1800">
                <a:latin typeface="Consolas" panose="020B0609020204030204" pitchFamily="49" charset="0"/>
              </a:rPr>
              <a:t> area </a:t>
            </a:r>
            <a:r>
              <a:rPr lang="en-IN" sz="1800">
                <a:solidFill>
                  <a:srgbClr val="C00000"/>
                </a:solidFill>
                <a:latin typeface="Consolas" panose="020B0609020204030204" pitchFamily="49" charset="0"/>
              </a:rPr>
              <a:t>extends</a:t>
            </a:r>
            <a:r>
              <a:rPr lang="en-IN" sz="1800">
                <a:latin typeface="Consolas" panose="020B0609020204030204" pitchFamily="49" charset="0"/>
              </a:rPr>
              <a:t> advanced{</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float </a:t>
            </a:r>
            <a:r>
              <a:rPr lang="en-IN" sz="1800">
                <a:latin typeface="Consolas" panose="020B0609020204030204" pitchFamily="49" charset="0"/>
              </a:rPr>
              <a:t>square(</a:t>
            </a:r>
            <a:r>
              <a:rPr lang="en-IN" sz="1800">
                <a:solidFill>
                  <a:srgbClr val="C00000"/>
                </a:solidFill>
                <a:latin typeface="Consolas" panose="020B0609020204030204" pitchFamily="49" charset="0"/>
              </a:rPr>
              <a:t>float</a:t>
            </a:r>
            <a:r>
              <a:rPr lang="en-IN" sz="1800">
                <a:latin typeface="Consolas" panose="020B0609020204030204" pitchFamily="49" charset="0"/>
              </a:rPr>
              <a:t> m){</a:t>
            </a:r>
          </a:p>
          <a:p>
            <a:pPr marL="0" indent="0">
              <a:buNone/>
            </a:pPr>
            <a:r>
              <a:rPr lang="en-IN" sz="1800">
                <a:latin typeface="Consolas" panose="020B0609020204030204" pitchFamily="49" charset="0"/>
              </a:rPr>
              <a:t>     </a:t>
            </a:r>
            <a:r>
              <a:rPr lang="en-IN" sz="1800">
                <a:solidFill>
                  <a:srgbClr val="C00000"/>
                </a:solidFill>
                <a:latin typeface="Consolas" panose="020B0609020204030204" pitchFamily="49" charset="0"/>
              </a:rPr>
              <a:t>return </a:t>
            </a:r>
            <a:r>
              <a:rPr lang="en-IN" sz="1800">
                <a:latin typeface="Consolas" panose="020B0609020204030204" pitchFamily="49" charset="0"/>
              </a:rPr>
              <a:t>m*m; }</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float </a:t>
            </a:r>
            <a:r>
              <a:rPr lang="en-IN" sz="1800">
                <a:latin typeface="Consolas" panose="020B0609020204030204" pitchFamily="49" charset="0"/>
              </a:rPr>
              <a:t>rectangle(</a:t>
            </a:r>
            <a:r>
              <a:rPr lang="en-IN" sz="1800">
                <a:solidFill>
                  <a:srgbClr val="C00000"/>
                </a:solidFill>
                <a:latin typeface="Consolas" panose="020B0609020204030204" pitchFamily="49" charset="0"/>
              </a:rPr>
              <a:t>float</a:t>
            </a:r>
            <a:r>
              <a:rPr lang="en-IN" sz="1800">
                <a:latin typeface="Consolas" panose="020B0609020204030204" pitchFamily="49" charset="0"/>
              </a:rPr>
              <a:t> l, </a:t>
            </a:r>
            <a:r>
              <a:rPr lang="en-IN" sz="1800">
                <a:solidFill>
                  <a:srgbClr val="C00000"/>
                </a:solidFill>
                <a:latin typeface="Consolas" panose="020B0609020204030204" pitchFamily="49" charset="0"/>
              </a:rPr>
              <a:t>float</a:t>
            </a:r>
            <a:r>
              <a:rPr lang="en-IN" sz="1800">
                <a:latin typeface="Consolas" panose="020B0609020204030204" pitchFamily="49" charset="0"/>
              </a:rPr>
              <a:t> b){</a:t>
            </a:r>
          </a:p>
          <a:p>
            <a:pPr marL="0" indent="0">
              <a:buNone/>
            </a:pPr>
            <a:r>
              <a:rPr lang="en-IN" sz="1800">
                <a:latin typeface="Consolas" panose="020B0609020204030204" pitchFamily="49" charset="0"/>
              </a:rPr>
              <a:t>     </a:t>
            </a:r>
            <a:r>
              <a:rPr lang="en-IN" sz="1800">
                <a:solidFill>
                  <a:srgbClr val="C00000"/>
                </a:solidFill>
                <a:latin typeface="Consolas" panose="020B0609020204030204" pitchFamily="49" charset="0"/>
              </a:rPr>
              <a:t>return </a:t>
            </a:r>
            <a:r>
              <a:rPr lang="en-IN" sz="1800">
                <a:latin typeface="Consolas" panose="020B0609020204030204" pitchFamily="49" charset="0"/>
              </a:rPr>
              <a:t>l*b; }</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float </a:t>
            </a:r>
            <a:r>
              <a:rPr lang="en-IN" sz="1800">
                <a:latin typeface="Consolas" panose="020B0609020204030204" pitchFamily="49" charset="0"/>
              </a:rPr>
              <a:t>circle(</a:t>
            </a:r>
            <a:r>
              <a:rPr lang="en-IN" sz="1800">
                <a:solidFill>
                  <a:srgbClr val="C00000"/>
                </a:solidFill>
                <a:latin typeface="Consolas" panose="020B0609020204030204" pitchFamily="49" charset="0"/>
              </a:rPr>
              <a:t>float</a:t>
            </a:r>
            <a:r>
              <a:rPr lang="en-IN" sz="1800">
                <a:latin typeface="Consolas" panose="020B0609020204030204" pitchFamily="49" charset="0"/>
              </a:rPr>
              <a:t> r){</a:t>
            </a:r>
          </a:p>
          <a:p>
            <a:pPr marL="0" indent="0">
              <a:buNone/>
            </a:pPr>
            <a:r>
              <a:rPr lang="en-IN" sz="1800">
                <a:solidFill>
                  <a:srgbClr val="C00000"/>
                </a:solidFill>
                <a:latin typeface="Consolas" panose="020B0609020204030204" pitchFamily="49" charset="0"/>
              </a:rPr>
              <a:t>     return (float) </a:t>
            </a:r>
            <a:r>
              <a:rPr lang="en-IN" sz="1800">
                <a:latin typeface="Consolas" panose="020B0609020204030204" pitchFamily="49" charset="0"/>
              </a:rPr>
              <a:t>(3.142*r*r); }</a:t>
            </a:r>
          </a:p>
          <a:p>
            <a:pPr marL="0" indent="0">
              <a:buNone/>
            </a:pPr>
            <a:r>
              <a:rPr lang="en-IN" sz="1800">
                <a:latin typeface="Consolas" panose="020B0609020204030204" pitchFamily="49" charset="0"/>
              </a:rPr>
              <a:t>}</a:t>
            </a:r>
          </a:p>
          <a:p>
            <a:pPr marL="0" indent="0">
              <a:buNone/>
            </a:pPr>
            <a:endParaRPr lang="en-IN" sz="1800">
              <a:latin typeface="Consolas" panose="020B0609020204030204" pitchFamily="49" charset="0"/>
            </a:endParaRPr>
          </a:p>
          <a:p>
            <a:pPr marL="0" indent="0">
              <a:buNone/>
            </a:pPr>
            <a:endParaRPr lang="en-IN" sz="1800">
              <a:latin typeface="Consolas" panose="020B0609020204030204" pitchFamily="49" charset="0"/>
            </a:endParaRPr>
          </a:p>
        </p:txBody>
      </p:sp>
      <p:sp>
        <p:nvSpPr>
          <p:cNvPr id="8" name="Content Placeholder 2">
            <a:extLst>
              <a:ext uri="{FF2B5EF4-FFF2-40B4-BE49-F238E27FC236}">
                <a16:creationId xmlns:a16="http://schemas.microsoft.com/office/drawing/2014/main" id="{43D2D075-E9B1-4912-9B7B-457520A097B7}"/>
              </a:ext>
            </a:extLst>
          </p:cNvPr>
          <p:cNvSpPr txBox="1">
            <a:spLocks/>
          </p:cNvSpPr>
          <p:nvPr/>
        </p:nvSpPr>
        <p:spPr>
          <a:xfrm>
            <a:off x="6110196" y="3168908"/>
            <a:ext cx="5751319" cy="3689092"/>
          </a:xfrm>
          <a:prstGeom prst="rect">
            <a:avLst/>
          </a:prstGeom>
          <a:ln>
            <a:solidFill>
              <a:srgbClr val="F93548"/>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800">
                <a:solidFill>
                  <a:srgbClr val="0070C0"/>
                </a:solidFill>
                <a:latin typeface="Consolas" panose="020B0609020204030204" pitchFamily="49" charset="0"/>
              </a:rPr>
              <a:t>Public class</a:t>
            </a:r>
            <a:r>
              <a:rPr lang="en-IN" sz="1800">
                <a:latin typeface="Consolas" panose="020B0609020204030204" pitchFamily="49" charset="0"/>
              </a:rPr>
              <a:t> </a:t>
            </a:r>
            <a:r>
              <a:rPr lang="en-IN" sz="1800" err="1">
                <a:latin typeface="Consolas" panose="020B0609020204030204" pitchFamily="49" charset="0"/>
              </a:rPr>
              <a:t>baseclass</a:t>
            </a:r>
            <a:r>
              <a:rPr lang="en-IN" sz="1800">
                <a:latin typeface="Consolas" panose="020B0609020204030204" pitchFamily="49" charset="0"/>
              </a:rPr>
              <a:t>{</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public static void main</a:t>
            </a:r>
            <a:r>
              <a:rPr lang="en-IN" sz="1800">
                <a:latin typeface="Consolas" panose="020B0609020204030204" pitchFamily="49" charset="0"/>
              </a:rPr>
              <a:t>(</a:t>
            </a:r>
            <a:r>
              <a:rPr lang="en-IN" sz="1800">
                <a:solidFill>
                  <a:srgbClr val="C00000"/>
                </a:solidFill>
                <a:latin typeface="Consolas" panose="020B0609020204030204" pitchFamily="49" charset="0"/>
              </a:rPr>
              <a:t>String[] </a:t>
            </a:r>
            <a:r>
              <a:rPr lang="en-IN" sz="1800" err="1">
                <a:latin typeface="Consolas" panose="020B0609020204030204" pitchFamily="49" charset="0"/>
              </a:rPr>
              <a:t>args</a:t>
            </a:r>
            <a:r>
              <a:rPr lang="en-IN" sz="1800">
                <a:latin typeface="Consolas" panose="020B0609020204030204" pitchFamily="49" charset="0"/>
              </a:rPr>
              <a:t>){</a:t>
            </a:r>
          </a:p>
          <a:p>
            <a:pPr marL="0" indent="0">
              <a:buNone/>
            </a:pPr>
            <a:r>
              <a:rPr lang="en-IN" sz="1800">
                <a:latin typeface="Consolas" panose="020B0609020204030204" pitchFamily="49" charset="0"/>
              </a:rPr>
              <a:t>  area obj1 = new area();</a:t>
            </a:r>
          </a:p>
          <a:p>
            <a:pPr marL="0" indent="0">
              <a:buNone/>
            </a:pPr>
            <a:r>
              <a:rPr lang="en-IN" sz="1800">
                <a:latin typeface="Consolas" panose="020B0609020204030204" pitchFamily="49" charset="0"/>
              </a:rPr>
              <a:t>  float result;</a:t>
            </a:r>
          </a:p>
          <a:p>
            <a:pPr marL="0" indent="0">
              <a:buNone/>
            </a:pPr>
            <a:r>
              <a:rPr lang="en-IN" sz="1800">
                <a:latin typeface="Consolas" panose="020B0609020204030204" pitchFamily="49" charset="0"/>
              </a:rPr>
              <a:t>  result = obj1.sum(10,20);</a:t>
            </a:r>
          </a:p>
          <a:p>
            <a:pPr marL="0" indent="0">
              <a:buNone/>
            </a:pPr>
            <a:r>
              <a:rPr lang="en-IN" sz="1800">
                <a:latin typeface="Consolas" panose="020B0609020204030204" pitchFamily="49" charset="0"/>
              </a:rPr>
              <a:t>  </a:t>
            </a:r>
            <a:r>
              <a:rPr lang="en-IN" sz="1800" err="1">
                <a:solidFill>
                  <a:srgbClr val="C00000"/>
                </a:solidFill>
                <a:latin typeface="Consolas" panose="020B0609020204030204" pitchFamily="49" charset="0"/>
              </a:rPr>
              <a:t>System.out.println</a:t>
            </a:r>
            <a:r>
              <a:rPr lang="en-IN" sz="1800">
                <a:latin typeface="Consolas" panose="020B0609020204030204" pitchFamily="49" charset="0"/>
              </a:rPr>
              <a:t>(“</a:t>
            </a:r>
            <a:r>
              <a:rPr lang="en-IN" sz="1800">
                <a:solidFill>
                  <a:srgbClr val="00B050"/>
                </a:solidFill>
                <a:latin typeface="Consolas" panose="020B0609020204030204" pitchFamily="49" charset="0"/>
              </a:rPr>
              <a:t>Sum:</a:t>
            </a:r>
            <a:r>
              <a:rPr lang="en-IN" sz="1800">
                <a:latin typeface="Consolas" panose="020B0609020204030204" pitchFamily="49" charset="0"/>
              </a:rPr>
              <a:t>”+ result);</a:t>
            </a:r>
          </a:p>
          <a:p>
            <a:pPr marL="0" indent="0">
              <a:buNone/>
            </a:pPr>
            <a:r>
              <a:rPr lang="en-IN" sz="1800">
                <a:latin typeface="Consolas" panose="020B0609020204030204" pitchFamily="49" charset="0"/>
              </a:rPr>
              <a:t>  --------------------------------</a:t>
            </a:r>
          </a:p>
          <a:p>
            <a:pPr marL="0" indent="0">
              <a:buNone/>
            </a:pPr>
            <a:r>
              <a:rPr lang="en-IN" sz="1800">
                <a:solidFill>
                  <a:srgbClr val="C00000"/>
                </a:solidFill>
                <a:latin typeface="Consolas" panose="020B0609020204030204" pitchFamily="49" charset="0"/>
              </a:rPr>
              <a:t>  </a:t>
            </a:r>
            <a:r>
              <a:rPr lang="en-IN" sz="1800">
                <a:latin typeface="Consolas" panose="020B0609020204030204" pitchFamily="49" charset="0"/>
              </a:rPr>
              <a:t>result = obj1.circle(4);</a:t>
            </a:r>
          </a:p>
          <a:p>
            <a:pPr marL="0" indent="0">
              <a:buNone/>
            </a:pPr>
            <a:r>
              <a:rPr lang="en-IN" sz="1800">
                <a:latin typeface="Consolas" panose="020B0609020204030204" pitchFamily="49" charset="0"/>
              </a:rPr>
              <a:t>  </a:t>
            </a:r>
            <a:r>
              <a:rPr lang="en-IN" sz="1800" err="1">
                <a:solidFill>
                  <a:srgbClr val="C00000"/>
                </a:solidFill>
                <a:latin typeface="Consolas" panose="020B0609020204030204" pitchFamily="49" charset="0"/>
              </a:rPr>
              <a:t>System.out.println</a:t>
            </a:r>
            <a:r>
              <a:rPr lang="en-IN" sz="1800">
                <a:latin typeface="Consolas" panose="020B0609020204030204" pitchFamily="49" charset="0"/>
              </a:rPr>
              <a:t>(“</a:t>
            </a:r>
            <a:r>
              <a:rPr lang="en-IN" sz="1800">
                <a:solidFill>
                  <a:srgbClr val="00B050"/>
                </a:solidFill>
                <a:latin typeface="Consolas" panose="020B0609020204030204" pitchFamily="49" charset="0"/>
              </a:rPr>
              <a:t>Circle </a:t>
            </a:r>
            <a:r>
              <a:rPr lang="en-IN" sz="1800" err="1">
                <a:solidFill>
                  <a:srgbClr val="00B050"/>
                </a:solidFill>
                <a:latin typeface="Consolas" panose="020B0609020204030204" pitchFamily="49" charset="0"/>
              </a:rPr>
              <a:t>Ar</a:t>
            </a:r>
            <a:r>
              <a:rPr lang="en-IN" sz="1800">
                <a:solidFill>
                  <a:srgbClr val="00B050"/>
                </a:solidFill>
                <a:latin typeface="Consolas" panose="020B0609020204030204" pitchFamily="49" charset="0"/>
              </a:rPr>
              <a:t>:</a:t>
            </a:r>
            <a:r>
              <a:rPr lang="en-IN" sz="1800">
                <a:latin typeface="Consolas" panose="020B0609020204030204" pitchFamily="49" charset="0"/>
              </a:rPr>
              <a:t>”+ result);</a:t>
            </a:r>
          </a:p>
          <a:p>
            <a:pPr marL="0" indent="0">
              <a:buNone/>
            </a:pPr>
            <a:r>
              <a:rPr lang="en-IN" sz="1800">
                <a:latin typeface="Consolas" panose="020B0609020204030204" pitchFamily="49" charset="0"/>
              </a:rPr>
              <a:t>}</a:t>
            </a:r>
          </a:p>
          <a:p>
            <a:pPr marL="0" indent="0">
              <a:buNone/>
            </a:pPr>
            <a:endParaRPr lang="en-IN" sz="1800">
              <a:latin typeface="Consolas" panose="020B0609020204030204" pitchFamily="49" charset="0"/>
            </a:endParaRPr>
          </a:p>
          <a:p>
            <a:pPr marL="0" indent="0">
              <a:buNone/>
            </a:pPr>
            <a:endParaRPr lang="en-IN" sz="1800">
              <a:latin typeface="Consolas" panose="020B0609020204030204" pitchFamily="49" charset="0"/>
            </a:endParaRPr>
          </a:p>
        </p:txBody>
      </p:sp>
    </p:spTree>
    <p:extLst>
      <p:ext uri="{BB962C8B-B14F-4D97-AF65-F5344CB8AC3E}">
        <p14:creationId xmlns:p14="http://schemas.microsoft.com/office/powerpoint/2010/main" val="188020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6">
                                            <p:bg/>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type="wd">
                                    <p:tmAbs val="500"/>
                                  </p:iterate>
                                  <p:childTnLst>
                                    <p:set>
                                      <p:cBhvr>
                                        <p:cTn id="6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type="wd">
                                    <p:tmAbs val="500"/>
                                  </p:iterate>
                                  <p:childTnLst>
                                    <p:set>
                                      <p:cBhvr>
                                        <p:cTn id="7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type="wd">
                                    <p:tmAbs val="500"/>
                                  </p:iterate>
                                  <p:childTnLst>
                                    <p:set>
                                      <p:cBhvr>
                                        <p:cTn id="7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type="wd">
                                    <p:tmAbs val="500"/>
                                  </p:iterate>
                                  <p:childTnLst>
                                    <p:set>
                                      <p:cBhvr>
                                        <p:cTn id="7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iterate type="wd">
                                    <p:tmAbs val="500"/>
                                  </p:iterate>
                                  <p:childTnLst>
                                    <p:set>
                                      <p:cBhvr>
                                        <p:cTn id="8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iterate type="wd">
                                    <p:tmAbs val="500"/>
                                  </p:iterate>
                                  <p:childTnLst>
                                    <p:set>
                                      <p:cBhvr>
                                        <p:cTn id="8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iterate type="wd">
                                    <p:tmAbs val="500"/>
                                  </p:iterate>
                                  <p:childTnLst>
                                    <p:set>
                                      <p:cBhvr>
                                        <p:cTn id="90" dur="1" fill="hold">
                                          <p:stCondLst>
                                            <p:cond delay="0"/>
                                          </p:stCondLst>
                                        </p:cTn>
                                        <p:tgtEl>
                                          <p:spTgt spid="7">
                                            <p:bg/>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iterate type="wd">
                                    <p:tmAbs val="500"/>
                                  </p:iterate>
                                  <p:childTnLst>
                                    <p:set>
                                      <p:cBhvr>
                                        <p:cTn id="9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iterate type="wd">
                                    <p:tmAbs val="500"/>
                                  </p:iterate>
                                  <p:childTnLst>
                                    <p:set>
                                      <p:cBhvr>
                                        <p:cTn id="9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iterate type="wd">
                                    <p:tmAbs val="500"/>
                                  </p:iterate>
                                  <p:childTnLst>
                                    <p:set>
                                      <p:cBhvr>
                                        <p:cTn id="10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iterate type="wd">
                                    <p:tmAbs val="500"/>
                                  </p:iterate>
                                  <p:childTnLst>
                                    <p:set>
                                      <p:cBhvr>
                                        <p:cTn id="10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iterate type="wd">
                                    <p:tmAbs val="500"/>
                                  </p:iterate>
                                  <p:childTnLst>
                                    <p:set>
                                      <p:cBhvr>
                                        <p:cTn id="1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iterate type="wd">
                                    <p:tmAbs val="500"/>
                                  </p:iterate>
                                  <p:childTnLst>
                                    <p:set>
                                      <p:cBhvr>
                                        <p:cTn id="1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iterate type="wd">
                                    <p:tmAbs val="500"/>
                                  </p:iterate>
                                  <p:childTnLst>
                                    <p:set>
                                      <p:cBhvr>
                                        <p:cTn id="1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iterate type="wd">
                                    <p:tmAbs val="500"/>
                                  </p:iterate>
                                  <p:childTnLst>
                                    <p:set>
                                      <p:cBhvr>
                                        <p:cTn id="1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iterate type="wd">
                                    <p:tmAbs val="500"/>
                                  </p:iterate>
                                  <p:childTnLst>
                                    <p:set>
                                      <p:cBhvr>
                                        <p:cTn id="126" dur="1" fill="hold">
                                          <p:stCondLst>
                                            <p:cond delay="0"/>
                                          </p:stCondLst>
                                        </p:cTn>
                                        <p:tgtEl>
                                          <p:spTgt spid="8">
                                            <p:bg/>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iterate type="wd">
                                    <p:tmAbs val="500"/>
                                  </p:iterate>
                                  <p:childTnLst>
                                    <p:set>
                                      <p:cBhvr>
                                        <p:cTn id="13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iterate type="wd">
                                    <p:tmAbs val="500"/>
                                  </p:iterate>
                                  <p:childTnLst>
                                    <p:set>
                                      <p:cBhvr>
                                        <p:cTn id="13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iterate type="wd">
                                    <p:tmAbs val="500"/>
                                  </p:iterate>
                                  <p:childTnLst>
                                    <p:set>
                                      <p:cBhvr>
                                        <p:cTn id="13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iterate type="wd">
                                    <p:tmAbs val="500"/>
                                  </p:iterate>
                                  <p:childTnLst>
                                    <p:set>
                                      <p:cBhvr>
                                        <p:cTn id="14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iterate type="wd">
                                    <p:tmAbs val="500"/>
                                  </p:iterate>
                                  <p:childTnLst>
                                    <p:set>
                                      <p:cBhvr>
                                        <p:cTn id="14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iterate type="wd">
                                    <p:tmAbs val="500"/>
                                  </p:iterate>
                                  <p:childTnLst>
                                    <p:set>
                                      <p:cBhvr>
                                        <p:cTn id="15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iterate type="wd">
                                    <p:tmAbs val="500"/>
                                  </p:iterate>
                                  <p:childTnLst>
                                    <p:set>
                                      <p:cBhvr>
                                        <p:cTn id="15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iterate type="wd">
                                    <p:tmAbs val="500"/>
                                  </p:iterate>
                                  <p:childTnLst>
                                    <p:set>
                                      <p:cBhvr>
                                        <p:cTn id="15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iterate type="wd">
                                    <p:tmAbs val="500"/>
                                  </p:iterate>
                                  <p:childTnLst>
                                    <p:set>
                                      <p:cBhvr>
                                        <p:cTn id="162"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iterate type="wd">
                                    <p:tmAbs val="500"/>
                                  </p:iterate>
                                  <p:childTnLst>
                                    <p:set>
                                      <p:cBhvr>
                                        <p:cTn id="166"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build="p" animBg="1"/>
      <p:bldP spid="7" grpId="0" build="p" animBg="1"/>
      <p:bldP spid="8" grpId="0" build="p"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7C6C2-4ED9-4A05-95E5-D3B8F60907D6}"/>
              </a:ext>
            </a:extLst>
          </p:cNvPr>
          <p:cNvSpPr>
            <a:spLocks noGrp="1"/>
          </p:cNvSpPr>
          <p:nvPr>
            <p:ph type="title"/>
          </p:nvPr>
        </p:nvSpPr>
        <p:spPr/>
        <p:txBody>
          <a:bodyPr>
            <a:normAutofit/>
          </a:bodyPr>
          <a:lstStyle/>
          <a:p>
            <a:r>
              <a:rPr lang="en-IN" b="1">
                <a:solidFill>
                  <a:srgbClr val="C00000"/>
                </a:solidFill>
                <a:latin typeface="Arial Rounded MT Bold" panose="020F0704030504030204" pitchFamily="34" charset="0"/>
              </a:rPr>
              <a:t>Example</a:t>
            </a:r>
          </a:p>
        </p:txBody>
      </p:sp>
      <p:sp>
        <p:nvSpPr>
          <p:cNvPr id="4" name="Slide Number Placeholder 3">
            <a:extLst>
              <a:ext uri="{FF2B5EF4-FFF2-40B4-BE49-F238E27FC236}">
                <a16:creationId xmlns:a16="http://schemas.microsoft.com/office/drawing/2014/main" id="{930CEEF0-9D4F-4F30-B72B-37127FA20EFF}"/>
              </a:ext>
            </a:extLst>
          </p:cNvPr>
          <p:cNvSpPr>
            <a:spLocks noGrp="1"/>
          </p:cNvSpPr>
          <p:nvPr>
            <p:ph type="sldNum" sz="quarter" idx="12"/>
          </p:nvPr>
        </p:nvSpPr>
        <p:spPr/>
        <p:txBody>
          <a:bodyPr/>
          <a:lstStyle/>
          <a:p>
            <a:fld id="{4DAC0951-10B0-4509-9BA5-FD8683A6F967}" type="slidenum">
              <a:rPr lang="en-IN" smtClean="0"/>
              <a:pPr/>
              <a:t>30</a:t>
            </a:fld>
            <a:endParaRPr lang="en-IN"/>
          </a:p>
        </p:txBody>
      </p:sp>
      <p:sp>
        <p:nvSpPr>
          <p:cNvPr id="5" name="Rectangle 4">
            <a:extLst>
              <a:ext uri="{FF2B5EF4-FFF2-40B4-BE49-F238E27FC236}">
                <a16:creationId xmlns:a16="http://schemas.microsoft.com/office/drawing/2014/main" id="{13F3F4AB-339C-45BE-8ED5-3F4FE7460328}"/>
              </a:ext>
            </a:extLst>
          </p:cNvPr>
          <p:cNvSpPr/>
          <p:nvPr/>
        </p:nvSpPr>
        <p:spPr>
          <a:xfrm>
            <a:off x="3581401" y="99654"/>
            <a:ext cx="3834580" cy="468975"/>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a:solidFill>
                  <a:schemeClr val="tx1"/>
                </a:solidFill>
                <a:latin typeface="Gill Sans MT" panose="020B0502020104020203" pitchFamily="34" charset="0"/>
              </a:rPr>
              <a:t>calculator</a:t>
            </a:r>
          </a:p>
        </p:txBody>
      </p:sp>
      <p:sp>
        <p:nvSpPr>
          <p:cNvPr id="6" name="Rectangle 5">
            <a:extLst>
              <a:ext uri="{FF2B5EF4-FFF2-40B4-BE49-F238E27FC236}">
                <a16:creationId xmlns:a16="http://schemas.microsoft.com/office/drawing/2014/main" id="{42438398-49C6-4ADF-A01E-4A7CC07AC46B}"/>
              </a:ext>
            </a:extLst>
          </p:cNvPr>
          <p:cNvSpPr/>
          <p:nvPr/>
        </p:nvSpPr>
        <p:spPr>
          <a:xfrm>
            <a:off x="3581401" y="568630"/>
            <a:ext cx="3834580" cy="381898"/>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600">
              <a:solidFill>
                <a:schemeClr val="tx1"/>
              </a:solidFill>
              <a:latin typeface="Consolas" panose="020B0609020204030204" pitchFamily="49" charset="0"/>
            </a:endParaRPr>
          </a:p>
        </p:txBody>
      </p:sp>
      <p:sp>
        <p:nvSpPr>
          <p:cNvPr id="7" name="Rectangle 6">
            <a:extLst>
              <a:ext uri="{FF2B5EF4-FFF2-40B4-BE49-F238E27FC236}">
                <a16:creationId xmlns:a16="http://schemas.microsoft.com/office/drawing/2014/main" id="{7CA2E14A-8B57-4056-9947-E44B9B7323F7}"/>
              </a:ext>
            </a:extLst>
          </p:cNvPr>
          <p:cNvSpPr/>
          <p:nvPr/>
        </p:nvSpPr>
        <p:spPr>
          <a:xfrm>
            <a:off x="3581401" y="922614"/>
            <a:ext cx="3834580" cy="1124339"/>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a:solidFill>
                  <a:schemeClr val="tx1"/>
                </a:solidFill>
                <a:latin typeface="Consolas" panose="020B0609020204030204" pitchFamily="49" charset="0"/>
              </a:rPr>
              <a:t>+float </a:t>
            </a:r>
            <a:r>
              <a:rPr lang="en-IN" sz="1600" err="1">
                <a:solidFill>
                  <a:schemeClr val="tx1"/>
                </a:solidFill>
                <a:latin typeface="Consolas" panose="020B0609020204030204" pitchFamily="49" charset="0"/>
              </a:rPr>
              <a:t>mul</a:t>
            </a:r>
            <a:r>
              <a:rPr lang="en-IN" sz="1600">
                <a:solidFill>
                  <a:schemeClr val="tx1"/>
                </a:solidFill>
                <a:latin typeface="Consolas" panose="020B0609020204030204" pitchFamily="49" charset="0"/>
              </a:rPr>
              <a:t> (float, float)</a:t>
            </a:r>
          </a:p>
          <a:p>
            <a:r>
              <a:rPr lang="en-IN" sz="1600">
                <a:solidFill>
                  <a:schemeClr val="tx1"/>
                </a:solidFill>
                <a:latin typeface="Consolas" panose="020B0609020204030204" pitchFamily="49" charset="0"/>
              </a:rPr>
              <a:t>+float sum (float, float)</a:t>
            </a:r>
          </a:p>
          <a:p>
            <a:r>
              <a:rPr lang="en-IN" sz="1600">
                <a:solidFill>
                  <a:schemeClr val="tx1"/>
                </a:solidFill>
                <a:latin typeface="Consolas" panose="020B0609020204030204" pitchFamily="49" charset="0"/>
              </a:rPr>
              <a:t>+float </a:t>
            </a:r>
            <a:r>
              <a:rPr lang="en-IN" sz="1600" err="1">
                <a:solidFill>
                  <a:schemeClr val="tx1"/>
                </a:solidFill>
                <a:latin typeface="Consolas" panose="020B0609020204030204" pitchFamily="49" charset="0"/>
              </a:rPr>
              <a:t>dif</a:t>
            </a:r>
            <a:r>
              <a:rPr lang="en-IN" sz="1600">
                <a:solidFill>
                  <a:schemeClr val="tx1"/>
                </a:solidFill>
                <a:latin typeface="Consolas" panose="020B0609020204030204" pitchFamily="49" charset="0"/>
              </a:rPr>
              <a:t> (float, float)</a:t>
            </a:r>
          </a:p>
          <a:p>
            <a:r>
              <a:rPr lang="en-IN" sz="1600">
                <a:solidFill>
                  <a:schemeClr val="tx1"/>
                </a:solidFill>
                <a:latin typeface="Consolas" panose="020B0609020204030204" pitchFamily="49" charset="0"/>
              </a:rPr>
              <a:t>+float div (float, float)</a:t>
            </a:r>
          </a:p>
        </p:txBody>
      </p:sp>
      <p:sp>
        <p:nvSpPr>
          <p:cNvPr id="8" name="Rectangle 7">
            <a:extLst>
              <a:ext uri="{FF2B5EF4-FFF2-40B4-BE49-F238E27FC236}">
                <a16:creationId xmlns:a16="http://schemas.microsoft.com/office/drawing/2014/main" id="{1EE7B36A-2546-4C84-A2A2-9EE91623CC26}"/>
              </a:ext>
            </a:extLst>
          </p:cNvPr>
          <p:cNvSpPr/>
          <p:nvPr/>
        </p:nvSpPr>
        <p:spPr>
          <a:xfrm>
            <a:off x="3581401" y="2694230"/>
            <a:ext cx="3834580" cy="468975"/>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a:solidFill>
                  <a:schemeClr val="tx1"/>
                </a:solidFill>
                <a:latin typeface="Gill Sans MT" panose="020B0502020104020203" pitchFamily="34" charset="0"/>
              </a:rPr>
              <a:t>advanced</a:t>
            </a:r>
          </a:p>
        </p:txBody>
      </p:sp>
      <p:sp>
        <p:nvSpPr>
          <p:cNvPr id="9" name="Rectangle 8">
            <a:extLst>
              <a:ext uri="{FF2B5EF4-FFF2-40B4-BE49-F238E27FC236}">
                <a16:creationId xmlns:a16="http://schemas.microsoft.com/office/drawing/2014/main" id="{9FB3D0F5-D57B-4E18-A80E-E05EFBD348BF}"/>
              </a:ext>
            </a:extLst>
          </p:cNvPr>
          <p:cNvSpPr/>
          <p:nvPr/>
        </p:nvSpPr>
        <p:spPr>
          <a:xfrm>
            <a:off x="3581401" y="3163206"/>
            <a:ext cx="3834580" cy="360666"/>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600">
              <a:solidFill>
                <a:schemeClr val="tx1"/>
              </a:solidFill>
              <a:latin typeface="Consolas" panose="020B0609020204030204" pitchFamily="49" charset="0"/>
            </a:endParaRPr>
          </a:p>
        </p:txBody>
      </p:sp>
      <p:sp>
        <p:nvSpPr>
          <p:cNvPr id="10" name="Rectangle 9">
            <a:extLst>
              <a:ext uri="{FF2B5EF4-FFF2-40B4-BE49-F238E27FC236}">
                <a16:creationId xmlns:a16="http://schemas.microsoft.com/office/drawing/2014/main" id="{1AD82D7D-E125-4B8F-A754-156C892B07F7}"/>
              </a:ext>
            </a:extLst>
          </p:cNvPr>
          <p:cNvSpPr/>
          <p:nvPr/>
        </p:nvSpPr>
        <p:spPr>
          <a:xfrm>
            <a:off x="3581401" y="3495099"/>
            <a:ext cx="3834580" cy="874197"/>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a:solidFill>
                  <a:schemeClr val="tx1"/>
                </a:solidFill>
                <a:latin typeface="Consolas" panose="020B0609020204030204" pitchFamily="49" charset="0"/>
              </a:rPr>
              <a:t>+float mod(float, float)</a:t>
            </a:r>
          </a:p>
          <a:p>
            <a:r>
              <a:rPr lang="en-IN" sz="1600">
                <a:solidFill>
                  <a:schemeClr val="tx1"/>
                </a:solidFill>
                <a:latin typeface="Consolas" panose="020B0609020204030204" pitchFamily="49" charset="0"/>
              </a:rPr>
              <a:t>+float </a:t>
            </a:r>
            <a:r>
              <a:rPr lang="en-IN" sz="1600" err="1">
                <a:solidFill>
                  <a:schemeClr val="tx1"/>
                </a:solidFill>
                <a:latin typeface="Consolas" panose="020B0609020204030204" pitchFamily="49" charset="0"/>
              </a:rPr>
              <a:t>sqr</a:t>
            </a:r>
            <a:r>
              <a:rPr lang="en-IN" sz="1600">
                <a:solidFill>
                  <a:schemeClr val="tx1"/>
                </a:solidFill>
                <a:latin typeface="Consolas" panose="020B0609020204030204" pitchFamily="49" charset="0"/>
              </a:rPr>
              <a:t>(float)</a:t>
            </a:r>
          </a:p>
          <a:p>
            <a:r>
              <a:rPr lang="en-IN" sz="1600">
                <a:solidFill>
                  <a:schemeClr val="tx1"/>
                </a:solidFill>
                <a:latin typeface="Consolas" panose="020B0609020204030204" pitchFamily="49" charset="0"/>
              </a:rPr>
              <a:t>+float sqrt(float)</a:t>
            </a:r>
          </a:p>
        </p:txBody>
      </p:sp>
      <p:cxnSp>
        <p:nvCxnSpPr>
          <p:cNvPr id="12" name="Straight Arrow Connector 11">
            <a:extLst>
              <a:ext uri="{FF2B5EF4-FFF2-40B4-BE49-F238E27FC236}">
                <a16:creationId xmlns:a16="http://schemas.microsoft.com/office/drawing/2014/main" id="{C18D447F-15A8-47C7-A9F1-F8816E72BB84}"/>
              </a:ext>
            </a:extLst>
          </p:cNvPr>
          <p:cNvCxnSpPr>
            <a:cxnSpLocks/>
            <a:stCxn id="8" idx="0"/>
            <a:endCxn id="7" idx="2"/>
          </p:cNvCxnSpPr>
          <p:nvPr/>
        </p:nvCxnSpPr>
        <p:spPr>
          <a:xfrm flipV="1">
            <a:off x="5498691" y="2046953"/>
            <a:ext cx="0" cy="647277"/>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EC56229-5ACF-4223-B77A-49B6564CA799}"/>
              </a:ext>
            </a:extLst>
          </p:cNvPr>
          <p:cNvSpPr txBox="1"/>
          <p:nvPr/>
        </p:nvSpPr>
        <p:spPr>
          <a:xfrm>
            <a:off x="7799452" y="2084527"/>
            <a:ext cx="3834555" cy="1323439"/>
          </a:xfrm>
          <a:prstGeom prst="rect">
            <a:avLst/>
          </a:prstGeom>
          <a:pattFill prst="pct5">
            <a:fgClr>
              <a:srgbClr val="FFFF87"/>
            </a:fgClr>
            <a:bgClr>
              <a:schemeClr val="bg1"/>
            </a:bgClr>
          </a:pattFill>
          <a:ln>
            <a:solidFill>
              <a:srgbClr val="00B050"/>
            </a:solidFill>
          </a:ln>
        </p:spPr>
        <p:txBody>
          <a:bodyPr wrap="square" rtlCol="0">
            <a:spAutoFit/>
          </a:bodyPr>
          <a:lstStyle/>
          <a:p>
            <a:pPr algn="just"/>
            <a:r>
              <a:rPr lang="en-IN" sz="2000">
                <a:latin typeface="Gill Sans MT" panose="020B0502020104020203" pitchFamily="34" charset="0"/>
              </a:rPr>
              <a:t>In another class : </a:t>
            </a:r>
            <a:r>
              <a:rPr lang="en-IN" sz="2000" err="1">
                <a:latin typeface="Gill Sans MT" panose="020B0502020104020203" pitchFamily="34" charset="0"/>
              </a:rPr>
              <a:t>baseclass</a:t>
            </a:r>
            <a:endParaRPr lang="en-IN" sz="2000">
              <a:latin typeface="Gill Sans MT" panose="020B0502020104020203" pitchFamily="34" charset="0"/>
            </a:endParaRPr>
          </a:p>
          <a:p>
            <a:pPr algn="just"/>
            <a:r>
              <a:rPr lang="en-IN" sz="2000">
                <a:latin typeface="Gill Sans MT" panose="020B0502020104020203" pitchFamily="34" charset="0"/>
              </a:rPr>
              <a:t>Create object for area and call all functions and print the output.</a:t>
            </a:r>
          </a:p>
          <a:p>
            <a:pPr algn="just"/>
            <a:endParaRPr lang="en-IN" sz="2000">
              <a:latin typeface="Gill Sans MT" panose="020B0502020104020203" pitchFamily="34" charset="0"/>
            </a:endParaRPr>
          </a:p>
        </p:txBody>
      </p:sp>
      <p:sp>
        <p:nvSpPr>
          <p:cNvPr id="17" name="Rectangle 16">
            <a:extLst>
              <a:ext uri="{FF2B5EF4-FFF2-40B4-BE49-F238E27FC236}">
                <a16:creationId xmlns:a16="http://schemas.microsoft.com/office/drawing/2014/main" id="{9B5D5C4F-BFA7-457E-98F2-D4641314EAC7}"/>
              </a:ext>
            </a:extLst>
          </p:cNvPr>
          <p:cNvSpPr/>
          <p:nvPr/>
        </p:nvSpPr>
        <p:spPr>
          <a:xfrm>
            <a:off x="3581401" y="4950351"/>
            <a:ext cx="3834580" cy="468975"/>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a:solidFill>
                  <a:schemeClr val="tx1"/>
                </a:solidFill>
                <a:latin typeface="Gill Sans MT" panose="020B0502020104020203" pitchFamily="34" charset="0"/>
              </a:rPr>
              <a:t>area</a:t>
            </a:r>
          </a:p>
        </p:txBody>
      </p:sp>
      <p:sp>
        <p:nvSpPr>
          <p:cNvPr id="18" name="Rectangle 17">
            <a:extLst>
              <a:ext uri="{FF2B5EF4-FFF2-40B4-BE49-F238E27FC236}">
                <a16:creationId xmlns:a16="http://schemas.microsoft.com/office/drawing/2014/main" id="{2482F6F6-AACE-4B5D-A311-D49B2A51B5F8}"/>
              </a:ext>
            </a:extLst>
          </p:cNvPr>
          <p:cNvSpPr/>
          <p:nvPr/>
        </p:nvSpPr>
        <p:spPr>
          <a:xfrm>
            <a:off x="3581401" y="5419326"/>
            <a:ext cx="3834580" cy="376449"/>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600">
              <a:solidFill>
                <a:schemeClr val="tx1"/>
              </a:solidFill>
              <a:latin typeface="Consolas" panose="020B0609020204030204" pitchFamily="49" charset="0"/>
            </a:endParaRPr>
          </a:p>
        </p:txBody>
      </p:sp>
      <p:sp>
        <p:nvSpPr>
          <p:cNvPr id="19" name="Rectangle 18">
            <a:extLst>
              <a:ext uri="{FF2B5EF4-FFF2-40B4-BE49-F238E27FC236}">
                <a16:creationId xmlns:a16="http://schemas.microsoft.com/office/drawing/2014/main" id="{7AD0C789-9EB2-4D44-AB81-A7B4DC2F273B}"/>
              </a:ext>
            </a:extLst>
          </p:cNvPr>
          <p:cNvSpPr/>
          <p:nvPr/>
        </p:nvSpPr>
        <p:spPr>
          <a:xfrm>
            <a:off x="3581401" y="5795775"/>
            <a:ext cx="3834580" cy="874197"/>
          </a:xfrm>
          <a:prstGeom prst="rect">
            <a:avLst/>
          </a:prstGeom>
          <a:solidFill>
            <a:srgbClr val="FFF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a:solidFill>
                  <a:schemeClr val="tx1"/>
                </a:solidFill>
                <a:latin typeface="Consolas" panose="020B0609020204030204" pitchFamily="49" charset="0"/>
              </a:rPr>
              <a:t>+float square(float)</a:t>
            </a:r>
          </a:p>
          <a:p>
            <a:r>
              <a:rPr lang="en-IN" sz="1600">
                <a:solidFill>
                  <a:schemeClr val="tx1"/>
                </a:solidFill>
                <a:latin typeface="Consolas" panose="020B0609020204030204" pitchFamily="49" charset="0"/>
              </a:rPr>
              <a:t>+float rectangle(float, float)</a:t>
            </a:r>
          </a:p>
          <a:p>
            <a:r>
              <a:rPr lang="en-IN" sz="1600">
                <a:solidFill>
                  <a:schemeClr val="tx1"/>
                </a:solidFill>
                <a:latin typeface="Consolas" panose="020B0609020204030204" pitchFamily="49" charset="0"/>
              </a:rPr>
              <a:t>+float circle (float)</a:t>
            </a:r>
          </a:p>
        </p:txBody>
      </p:sp>
      <p:cxnSp>
        <p:nvCxnSpPr>
          <p:cNvPr id="20" name="Straight Arrow Connector 19">
            <a:extLst>
              <a:ext uri="{FF2B5EF4-FFF2-40B4-BE49-F238E27FC236}">
                <a16:creationId xmlns:a16="http://schemas.microsoft.com/office/drawing/2014/main" id="{71391E4D-5BAC-4F00-8316-110D6C30E72C}"/>
              </a:ext>
            </a:extLst>
          </p:cNvPr>
          <p:cNvCxnSpPr>
            <a:cxnSpLocks/>
          </p:cNvCxnSpPr>
          <p:nvPr/>
        </p:nvCxnSpPr>
        <p:spPr>
          <a:xfrm flipV="1">
            <a:off x="5498691" y="4369296"/>
            <a:ext cx="0" cy="58105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5738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circle(in)">
                                      <p:cBhvr>
                                        <p:cTn id="31" dur="2000"/>
                                        <p:tgtEl>
                                          <p:spTgt spid="12"/>
                                        </p:tgtEl>
                                      </p:cBhvr>
                                    </p:animEffect>
                                  </p:childTnLst>
                                </p:cTn>
                              </p:par>
                              <p:par>
                                <p:cTn id="32" presetID="6" presetClass="entr" presetSubtype="16"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circle(in)">
                                      <p:cBhvr>
                                        <p:cTn id="34" dur="20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3" grpId="0" animBg="1"/>
      <p:bldP spid="17" grpId="0" animBg="1"/>
      <p:bldP spid="18" grpId="0" animBg="1"/>
      <p:bldP spid="1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F19C4-5808-4547-9AD9-9443A18331E3}"/>
              </a:ext>
            </a:extLst>
          </p:cNvPr>
          <p:cNvSpPr>
            <a:spLocks noGrp="1"/>
          </p:cNvSpPr>
          <p:nvPr>
            <p:ph type="title"/>
          </p:nvPr>
        </p:nvSpPr>
        <p:spPr/>
        <p:txBody>
          <a:bodyPr/>
          <a:lstStyle/>
          <a:p>
            <a:r>
              <a:rPr lang="en-IN" b="1">
                <a:solidFill>
                  <a:srgbClr val="C00000"/>
                </a:solidFill>
                <a:latin typeface="Arial Rounded MT Bold" panose="020F0704030504030204" pitchFamily="34" charset="0"/>
              </a:rPr>
              <a:t>Example</a:t>
            </a:r>
          </a:p>
        </p:txBody>
      </p:sp>
      <p:sp>
        <p:nvSpPr>
          <p:cNvPr id="4" name="Slide Number Placeholder 3">
            <a:extLst>
              <a:ext uri="{FF2B5EF4-FFF2-40B4-BE49-F238E27FC236}">
                <a16:creationId xmlns:a16="http://schemas.microsoft.com/office/drawing/2014/main" id="{D819E616-631B-4C56-B704-D0822AAC15BD}"/>
              </a:ext>
            </a:extLst>
          </p:cNvPr>
          <p:cNvSpPr>
            <a:spLocks noGrp="1"/>
          </p:cNvSpPr>
          <p:nvPr>
            <p:ph type="sldNum" sz="quarter" idx="12"/>
          </p:nvPr>
        </p:nvSpPr>
        <p:spPr/>
        <p:txBody>
          <a:bodyPr/>
          <a:lstStyle/>
          <a:p>
            <a:fld id="{4DAC0951-10B0-4509-9BA5-FD8683A6F967}" type="slidenum">
              <a:rPr lang="en-IN" smtClean="0"/>
              <a:pPr/>
              <a:t>31</a:t>
            </a:fld>
            <a:endParaRPr lang="en-IN"/>
          </a:p>
        </p:txBody>
      </p:sp>
      <p:sp>
        <p:nvSpPr>
          <p:cNvPr id="6" name="Content Placeholder 2">
            <a:extLst>
              <a:ext uri="{FF2B5EF4-FFF2-40B4-BE49-F238E27FC236}">
                <a16:creationId xmlns:a16="http://schemas.microsoft.com/office/drawing/2014/main" id="{C64729D0-D7A3-40D7-87DF-CCD993ED7BA4}"/>
              </a:ext>
            </a:extLst>
          </p:cNvPr>
          <p:cNvSpPr>
            <a:spLocks noGrp="1"/>
          </p:cNvSpPr>
          <p:nvPr>
            <p:ph idx="1"/>
          </p:nvPr>
        </p:nvSpPr>
        <p:spPr>
          <a:xfrm>
            <a:off x="525898" y="1534152"/>
            <a:ext cx="5168081" cy="4645932"/>
          </a:xfrm>
          <a:ln>
            <a:solidFill>
              <a:srgbClr val="F93548"/>
            </a:solidFill>
          </a:ln>
        </p:spPr>
        <p:txBody>
          <a:bodyPr>
            <a:noAutofit/>
          </a:bodyPr>
          <a:lstStyle/>
          <a:p>
            <a:pPr marL="0" indent="0">
              <a:buNone/>
            </a:pPr>
            <a:r>
              <a:rPr lang="en-IN" sz="1800">
                <a:solidFill>
                  <a:srgbClr val="0070C0"/>
                </a:solidFill>
                <a:latin typeface="Consolas" panose="020B0609020204030204" pitchFamily="49" charset="0"/>
              </a:rPr>
              <a:t>class</a:t>
            </a:r>
            <a:r>
              <a:rPr lang="en-IN" sz="1800">
                <a:latin typeface="Consolas" panose="020B0609020204030204" pitchFamily="49" charset="0"/>
              </a:rPr>
              <a:t> Animal{</a:t>
            </a:r>
          </a:p>
          <a:p>
            <a:pPr marL="0" indent="0">
              <a:buNone/>
            </a:pPr>
            <a:r>
              <a:rPr lang="en-IN" sz="1800">
                <a:solidFill>
                  <a:srgbClr val="0070C0"/>
                </a:solidFill>
                <a:latin typeface="Consolas" panose="020B0609020204030204" pitchFamily="49" charset="0"/>
              </a:rPr>
              <a:t>   void</a:t>
            </a:r>
            <a:r>
              <a:rPr lang="en-IN" sz="1800">
                <a:latin typeface="Consolas" panose="020B0609020204030204" pitchFamily="49" charset="0"/>
              </a:rPr>
              <a:t> eat(){  </a:t>
            </a:r>
          </a:p>
          <a:p>
            <a:pPr marL="0" indent="0">
              <a:buNone/>
            </a:pPr>
            <a:r>
              <a:rPr lang="en-IN" sz="1800">
                <a:latin typeface="Consolas" panose="020B0609020204030204" pitchFamily="49" charset="0"/>
              </a:rPr>
              <a:t>      </a:t>
            </a:r>
            <a:r>
              <a:rPr lang="en-IN" sz="1800" err="1">
                <a:solidFill>
                  <a:srgbClr val="C00000"/>
                </a:solidFill>
                <a:latin typeface="Consolas" panose="020B0609020204030204" pitchFamily="49" charset="0"/>
              </a:rPr>
              <a:t>System.out.println</a:t>
            </a:r>
            <a:r>
              <a:rPr lang="en-IN" sz="1800">
                <a:latin typeface="Consolas" panose="020B0609020204030204" pitchFamily="49" charset="0"/>
              </a:rPr>
              <a:t>(“</a:t>
            </a:r>
            <a:r>
              <a:rPr lang="en-IN" sz="1800">
                <a:solidFill>
                  <a:srgbClr val="00B050"/>
                </a:solidFill>
                <a:latin typeface="Consolas" panose="020B0609020204030204" pitchFamily="49" charset="0"/>
              </a:rPr>
              <a:t>eating</a:t>
            </a:r>
            <a:r>
              <a:rPr lang="en-IN" sz="1800">
                <a:latin typeface="Consolas" panose="020B0609020204030204" pitchFamily="49" charset="0"/>
              </a:rPr>
              <a:t>”);}</a:t>
            </a:r>
          </a:p>
          <a:p>
            <a:pPr marL="0" indent="0">
              <a:buNone/>
            </a:pPr>
            <a:r>
              <a:rPr lang="en-IN" sz="1800">
                <a:latin typeface="Consolas" panose="020B0609020204030204" pitchFamily="49" charset="0"/>
              </a:rPr>
              <a:t>}</a:t>
            </a:r>
          </a:p>
          <a:p>
            <a:pPr marL="0" indent="0">
              <a:buNone/>
            </a:pPr>
            <a:r>
              <a:rPr lang="en-IN" sz="1800">
                <a:solidFill>
                  <a:srgbClr val="0070C0"/>
                </a:solidFill>
                <a:latin typeface="Consolas" panose="020B0609020204030204" pitchFamily="49" charset="0"/>
              </a:rPr>
              <a:t>class</a:t>
            </a:r>
            <a:r>
              <a:rPr lang="en-IN" sz="1800">
                <a:latin typeface="Consolas" panose="020B0609020204030204" pitchFamily="49" charset="0"/>
              </a:rPr>
              <a:t> Dog </a:t>
            </a:r>
            <a:r>
              <a:rPr lang="en-IN" sz="1800">
                <a:solidFill>
                  <a:srgbClr val="C00000"/>
                </a:solidFill>
                <a:latin typeface="Consolas" panose="020B0609020204030204" pitchFamily="49" charset="0"/>
              </a:rPr>
              <a:t>extends</a:t>
            </a:r>
            <a:r>
              <a:rPr lang="en-IN" sz="1800">
                <a:latin typeface="Consolas" panose="020B0609020204030204" pitchFamily="49" charset="0"/>
              </a:rPr>
              <a:t> Animal{</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void</a:t>
            </a:r>
            <a:r>
              <a:rPr lang="en-IN" sz="1800">
                <a:latin typeface="Consolas" panose="020B0609020204030204" pitchFamily="49" charset="0"/>
              </a:rPr>
              <a:t> bark(){</a:t>
            </a:r>
          </a:p>
          <a:p>
            <a:pPr marL="0" indent="0">
              <a:buNone/>
            </a:pPr>
            <a:r>
              <a:rPr lang="en-IN" sz="1800">
                <a:latin typeface="Consolas" panose="020B0609020204030204" pitchFamily="49" charset="0"/>
              </a:rPr>
              <a:t>   </a:t>
            </a:r>
            <a:r>
              <a:rPr lang="en-IN" sz="1800" err="1">
                <a:solidFill>
                  <a:srgbClr val="C00000"/>
                </a:solidFill>
                <a:latin typeface="Consolas" panose="020B0609020204030204" pitchFamily="49" charset="0"/>
              </a:rPr>
              <a:t>System.out.println</a:t>
            </a:r>
            <a:r>
              <a:rPr lang="en-IN" sz="1800">
                <a:latin typeface="Consolas" panose="020B0609020204030204" pitchFamily="49" charset="0"/>
              </a:rPr>
              <a:t>(“</a:t>
            </a:r>
            <a:r>
              <a:rPr lang="en-IN" sz="1800">
                <a:solidFill>
                  <a:srgbClr val="00B050"/>
                </a:solidFill>
                <a:latin typeface="Consolas" panose="020B0609020204030204" pitchFamily="49" charset="0"/>
              </a:rPr>
              <a:t>barking</a:t>
            </a:r>
            <a:r>
              <a:rPr lang="en-IN" sz="1800">
                <a:latin typeface="Consolas" panose="020B0609020204030204" pitchFamily="49" charset="0"/>
              </a:rPr>
              <a:t>”);}</a:t>
            </a:r>
          </a:p>
          <a:p>
            <a:pPr marL="0" indent="0">
              <a:buNone/>
            </a:pPr>
            <a:r>
              <a:rPr lang="en-IN" sz="1800">
                <a:latin typeface="Consolas" panose="020B0609020204030204" pitchFamily="49" charset="0"/>
              </a:rPr>
              <a:t>}</a:t>
            </a:r>
          </a:p>
          <a:p>
            <a:pPr marL="0" indent="0">
              <a:buNone/>
            </a:pPr>
            <a:r>
              <a:rPr lang="en-IN" sz="1800">
                <a:solidFill>
                  <a:srgbClr val="0070C0"/>
                </a:solidFill>
                <a:latin typeface="Consolas" panose="020B0609020204030204" pitchFamily="49" charset="0"/>
              </a:rPr>
              <a:t>class</a:t>
            </a:r>
            <a:r>
              <a:rPr lang="en-IN" sz="1800">
                <a:latin typeface="Consolas" panose="020B0609020204030204" pitchFamily="49" charset="0"/>
              </a:rPr>
              <a:t> Cat </a:t>
            </a:r>
            <a:r>
              <a:rPr lang="en-IN" sz="1800">
                <a:solidFill>
                  <a:srgbClr val="C00000"/>
                </a:solidFill>
                <a:latin typeface="Consolas" panose="020B0609020204030204" pitchFamily="49" charset="0"/>
              </a:rPr>
              <a:t>extends</a:t>
            </a:r>
            <a:r>
              <a:rPr lang="en-IN" sz="1800">
                <a:latin typeface="Consolas" panose="020B0609020204030204" pitchFamily="49" charset="0"/>
              </a:rPr>
              <a:t> Animal{</a:t>
            </a:r>
          </a:p>
          <a:p>
            <a:pPr marL="0" indent="0">
              <a:buNone/>
            </a:pPr>
            <a:r>
              <a:rPr lang="en-IN" sz="1800">
                <a:latin typeface="Consolas" panose="020B0609020204030204" pitchFamily="49" charset="0"/>
              </a:rPr>
              <a:t>   </a:t>
            </a:r>
            <a:r>
              <a:rPr lang="en-IN" sz="1800">
                <a:solidFill>
                  <a:srgbClr val="0070C0"/>
                </a:solidFill>
                <a:latin typeface="Consolas" panose="020B0609020204030204" pitchFamily="49" charset="0"/>
              </a:rPr>
              <a:t>void</a:t>
            </a:r>
            <a:r>
              <a:rPr lang="en-IN" sz="1800">
                <a:latin typeface="Consolas" panose="020B0609020204030204" pitchFamily="49" charset="0"/>
              </a:rPr>
              <a:t> meow (){</a:t>
            </a:r>
          </a:p>
          <a:p>
            <a:pPr marL="0" indent="0">
              <a:buNone/>
            </a:pPr>
            <a:r>
              <a:rPr lang="en-IN" sz="1800">
                <a:latin typeface="Consolas" panose="020B0609020204030204" pitchFamily="49" charset="0"/>
              </a:rPr>
              <a:t>   </a:t>
            </a:r>
            <a:r>
              <a:rPr lang="en-IN" sz="1800" err="1">
                <a:solidFill>
                  <a:srgbClr val="C00000"/>
                </a:solidFill>
                <a:latin typeface="Consolas" panose="020B0609020204030204" pitchFamily="49" charset="0"/>
              </a:rPr>
              <a:t>System.out.println</a:t>
            </a:r>
            <a:r>
              <a:rPr lang="en-IN" sz="1800">
                <a:latin typeface="Consolas" panose="020B0609020204030204" pitchFamily="49" charset="0"/>
              </a:rPr>
              <a:t>(“</a:t>
            </a:r>
            <a:r>
              <a:rPr lang="en-IN" sz="1800">
                <a:solidFill>
                  <a:srgbClr val="00B050"/>
                </a:solidFill>
                <a:latin typeface="Consolas" panose="020B0609020204030204" pitchFamily="49" charset="0"/>
              </a:rPr>
              <a:t>meowing</a:t>
            </a:r>
            <a:r>
              <a:rPr lang="en-IN" sz="1800">
                <a:latin typeface="Consolas" panose="020B0609020204030204" pitchFamily="49" charset="0"/>
              </a:rPr>
              <a:t>”);}</a:t>
            </a:r>
          </a:p>
          <a:p>
            <a:pPr marL="0" indent="0">
              <a:buNone/>
            </a:pPr>
            <a:r>
              <a:rPr lang="en-IN" sz="1800">
                <a:latin typeface="Consolas" panose="020B0609020204030204" pitchFamily="49" charset="0"/>
              </a:rPr>
              <a:t>}</a:t>
            </a:r>
          </a:p>
          <a:p>
            <a:pPr marL="0" indent="0">
              <a:buNone/>
            </a:pPr>
            <a:endParaRPr lang="en-IN" sz="1800">
              <a:latin typeface="Consolas" panose="020B0609020204030204" pitchFamily="49" charset="0"/>
            </a:endParaRPr>
          </a:p>
        </p:txBody>
      </p:sp>
      <p:sp>
        <p:nvSpPr>
          <p:cNvPr id="7" name="Content Placeholder 2">
            <a:extLst>
              <a:ext uri="{FF2B5EF4-FFF2-40B4-BE49-F238E27FC236}">
                <a16:creationId xmlns:a16="http://schemas.microsoft.com/office/drawing/2014/main" id="{CEC65AA3-BCA3-423E-9590-7053A6F731B9}"/>
              </a:ext>
            </a:extLst>
          </p:cNvPr>
          <p:cNvSpPr txBox="1">
            <a:spLocks/>
          </p:cNvSpPr>
          <p:nvPr/>
        </p:nvSpPr>
        <p:spPr>
          <a:xfrm>
            <a:off x="6185719" y="1534152"/>
            <a:ext cx="5168081" cy="4645932"/>
          </a:xfrm>
          <a:prstGeom prst="rect">
            <a:avLst/>
          </a:prstGeom>
          <a:ln>
            <a:solidFill>
              <a:srgbClr val="F93548"/>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800">
                <a:solidFill>
                  <a:srgbClr val="0070C0"/>
                </a:solidFill>
                <a:latin typeface="Consolas" panose="020B0609020204030204" pitchFamily="49" charset="0"/>
              </a:rPr>
              <a:t>clas</a:t>
            </a:r>
            <a:r>
              <a:rPr lang="en-IN" sz="1800">
                <a:latin typeface="Consolas" panose="020B0609020204030204" pitchFamily="49" charset="0"/>
              </a:rPr>
              <a:t>s </a:t>
            </a:r>
            <a:r>
              <a:rPr lang="en-IN" sz="1800" err="1">
                <a:latin typeface="Consolas" panose="020B0609020204030204" pitchFamily="49" charset="0"/>
              </a:rPr>
              <a:t>TestInheritance</a:t>
            </a:r>
            <a:r>
              <a:rPr lang="en-IN" sz="1800">
                <a:latin typeface="Consolas" panose="020B0609020204030204" pitchFamily="49" charset="0"/>
              </a:rPr>
              <a:t>{</a:t>
            </a:r>
          </a:p>
          <a:p>
            <a:pPr marL="0" indent="0">
              <a:buFont typeface="Arial" panose="020B0604020202020204" pitchFamily="34" charset="0"/>
              <a:buNone/>
            </a:pPr>
            <a:r>
              <a:rPr lang="en-IN" sz="1800">
                <a:solidFill>
                  <a:srgbClr val="0070C0"/>
                </a:solidFill>
                <a:latin typeface="Consolas" panose="020B0609020204030204" pitchFamily="49" charset="0"/>
              </a:rPr>
              <a:t>    public static void </a:t>
            </a:r>
            <a:r>
              <a:rPr lang="en-IN" sz="1800">
                <a:latin typeface="Consolas" panose="020B0609020204030204" pitchFamily="49" charset="0"/>
              </a:rPr>
              <a:t>main(</a:t>
            </a:r>
            <a:r>
              <a:rPr lang="en-IN" sz="1800">
                <a:solidFill>
                  <a:srgbClr val="C00000"/>
                </a:solidFill>
                <a:latin typeface="Consolas" panose="020B0609020204030204" pitchFamily="49" charset="0"/>
              </a:rPr>
              <a:t>String</a:t>
            </a:r>
            <a:r>
              <a:rPr lang="en-IN" sz="1800">
                <a:latin typeface="Consolas" panose="020B0609020204030204" pitchFamily="49" charset="0"/>
              </a:rPr>
              <a:t> </a:t>
            </a:r>
            <a:r>
              <a:rPr lang="en-IN" sz="1800" err="1">
                <a:latin typeface="Consolas" panose="020B0609020204030204" pitchFamily="49" charset="0"/>
              </a:rPr>
              <a:t>args</a:t>
            </a:r>
            <a:r>
              <a:rPr lang="en-IN" sz="1800">
                <a:latin typeface="Consolas" panose="020B0609020204030204" pitchFamily="49" charset="0"/>
              </a:rPr>
              <a:t>[]){</a:t>
            </a:r>
          </a:p>
          <a:p>
            <a:pPr marL="0" indent="0">
              <a:buFont typeface="Arial" panose="020B0604020202020204" pitchFamily="34" charset="0"/>
              <a:buNone/>
            </a:pPr>
            <a:r>
              <a:rPr lang="en-IN" sz="1800">
                <a:latin typeface="Consolas" panose="020B0609020204030204" pitchFamily="49" charset="0"/>
              </a:rPr>
              <a:t>       Dog d=</a:t>
            </a:r>
            <a:r>
              <a:rPr lang="en-IN" sz="1800">
                <a:solidFill>
                  <a:srgbClr val="0070C0"/>
                </a:solidFill>
                <a:latin typeface="Consolas" panose="020B0609020204030204" pitchFamily="49" charset="0"/>
              </a:rPr>
              <a:t>new</a:t>
            </a:r>
            <a:r>
              <a:rPr lang="en-IN" sz="1800">
                <a:latin typeface="Consolas" panose="020B0609020204030204" pitchFamily="49" charset="0"/>
              </a:rPr>
              <a:t> Dog();</a:t>
            </a:r>
          </a:p>
          <a:p>
            <a:pPr marL="0" indent="0">
              <a:buFont typeface="Arial" panose="020B0604020202020204" pitchFamily="34" charset="0"/>
              <a:buNone/>
            </a:pPr>
            <a:r>
              <a:rPr lang="en-IN" sz="1800">
                <a:latin typeface="Consolas" panose="020B0609020204030204" pitchFamily="49" charset="0"/>
              </a:rPr>
              <a:t>       </a:t>
            </a:r>
            <a:r>
              <a:rPr lang="en-IN" sz="1800" err="1">
                <a:latin typeface="Consolas" panose="020B0609020204030204" pitchFamily="49" charset="0"/>
              </a:rPr>
              <a:t>d.bark</a:t>
            </a:r>
            <a:r>
              <a:rPr lang="en-IN" sz="1800">
                <a:latin typeface="Consolas" panose="020B0609020204030204" pitchFamily="49" charset="0"/>
              </a:rPr>
              <a:t>();</a:t>
            </a:r>
          </a:p>
          <a:p>
            <a:pPr marL="0" indent="0">
              <a:buFont typeface="Arial" panose="020B0604020202020204" pitchFamily="34" charset="0"/>
              <a:buNone/>
            </a:pPr>
            <a:r>
              <a:rPr lang="en-IN" sz="1800">
                <a:latin typeface="Consolas" panose="020B0609020204030204" pitchFamily="49" charset="0"/>
              </a:rPr>
              <a:t>       </a:t>
            </a:r>
            <a:r>
              <a:rPr lang="en-IN" sz="1800" err="1">
                <a:latin typeface="Consolas" panose="020B0609020204030204" pitchFamily="49" charset="0"/>
              </a:rPr>
              <a:t>d.eat</a:t>
            </a:r>
            <a:r>
              <a:rPr lang="en-IN" sz="1800">
                <a:latin typeface="Consolas" panose="020B0609020204030204" pitchFamily="49" charset="0"/>
              </a:rPr>
              <a:t>();</a:t>
            </a:r>
          </a:p>
          <a:p>
            <a:pPr marL="0" indent="0">
              <a:buNone/>
            </a:pPr>
            <a:r>
              <a:rPr lang="en-IN" sz="1800">
                <a:latin typeface="Consolas" panose="020B0609020204030204" pitchFamily="49" charset="0"/>
              </a:rPr>
              <a:t>       Cat c=</a:t>
            </a:r>
            <a:r>
              <a:rPr lang="en-IN" sz="1800">
                <a:solidFill>
                  <a:srgbClr val="0070C0"/>
                </a:solidFill>
                <a:latin typeface="Consolas" panose="020B0609020204030204" pitchFamily="49" charset="0"/>
              </a:rPr>
              <a:t>new</a:t>
            </a:r>
            <a:r>
              <a:rPr lang="en-IN" sz="1800">
                <a:latin typeface="Consolas" panose="020B0609020204030204" pitchFamily="49" charset="0"/>
              </a:rPr>
              <a:t> Cat();</a:t>
            </a:r>
          </a:p>
          <a:p>
            <a:pPr marL="0" indent="0">
              <a:buNone/>
            </a:pPr>
            <a:r>
              <a:rPr lang="en-IN" sz="1800">
                <a:latin typeface="Consolas" panose="020B0609020204030204" pitchFamily="49" charset="0"/>
              </a:rPr>
              <a:t>       </a:t>
            </a:r>
            <a:r>
              <a:rPr lang="en-IN" sz="1800" err="1">
                <a:latin typeface="Consolas" panose="020B0609020204030204" pitchFamily="49" charset="0"/>
              </a:rPr>
              <a:t>c.meow</a:t>
            </a:r>
            <a:r>
              <a:rPr lang="en-IN" sz="1800">
                <a:latin typeface="Consolas" panose="020B0609020204030204" pitchFamily="49" charset="0"/>
              </a:rPr>
              <a:t>();</a:t>
            </a:r>
          </a:p>
          <a:p>
            <a:pPr marL="0" indent="0">
              <a:buNone/>
            </a:pPr>
            <a:r>
              <a:rPr lang="en-IN" sz="1800">
                <a:latin typeface="Consolas" panose="020B0609020204030204" pitchFamily="49" charset="0"/>
              </a:rPr>
              <a:t>       </a:t>
            </a:r>
            <a:r>
              <a:rPr lang="en-IN" sz="1800" err="1">
                <a:latin typeface="Consolas" panose="020B0609020204030204" pitchFamily="49" charset="0"/>
              </a:rPr>
              <a:t>c.eat</a:t>
            </a:r>
            <a:r>
              <a:rPr lang="en-IN" sz="1800">
                <a:latin typeface="Consolas" panose="020B0609020204030204" pitchFamily="49" charset="0"/>
              </a:rPr>
              <a:t>();</a:t>
            </a:r>
          </a:p>
          <a:p>
            <a:pPr marL="0" indent="0">
              <a:buFont typeface="Arial" panose="020B0604020202020204" pitchFamily="34" charset="0"/>
              <a:buNone/>
            </a:pPr>
            <a:r>
              <a:rPr lang="en-IN" sz="1800">
                <a:latin typeface="Consolas" panose="020B0609020204030204" pitchFamily="49" charset="0"/>
              </a:rPr>
              <a:t>    }</a:t>
            </a:r>
          </a:p>
          <a:p>
            <a:pPr marL="0" indent="0">
              <a:buFont typeface="Arial" panose="020B0604020202020204" pitchFamily="34" charset="0"/>
              <a:buNone/>
            </a:pPr>
            <a:r>
              <a:rPr lang="en-IN" sz="1800">
                <a:latin typeface="Consolas" panose="020B0609020204030204" pitchFamily="49" charset="0"/>
              </a:rPr>
              <a:t>}</a:t>
            </a:r>
          </a:p>
        </p:txBody>
      </p:sp>
    </p:spTree>
    <p:extLst>
      <p:ext uri="{BB962C8B-B14F-4D97-AF65-F5344CB8AC3E}">
        <p14:creationId xmlns:p14="http://schemas.microsoft.com/office/powerpoint/2010/main" val="466218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7">
                                            <p:bg/>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type="wd">
                                    <p:tmAbs val="500"/>
                                  </p:iterate>
                                  <p:childTnLst>
                                    <p:set>
                                      <p:cBhvr>
                                        <p:cTn id="6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type="wd">
                                    <p:tmAbs val="500"/>
                                  </p:iterate>
                                  <p:childTnLst>
                                    <p:set>
                                      <p:cBhvr>
                                        <p:cTn id="7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type="wd">
                                    <p:tmAbs val="500"/>
                                  </p:iterate>
                                  <p:childTnLst>
                                    <p:set>
                                      <p:cBhvr>
                                        <p:cTn id="7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type="wd">
                                    <p:tmAbs val="500"/>
                                  </p:iterate>
                                  <p:childTnLst>
                                    <p:set>
                                      <p:cBhvr>
                                        <p:cTn id="7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iterate type="wd">
                                    <p:tmAbs val="500"/>
                                  </p:iterate>
                                  <p:childTnLst>
                                    <p:set>
                                      <p:cBhvr>
                                        <p:cTn id="8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iterate type="wd">
                                    <p:tmAbs val="500"/>
                                  </p:iterate>
                                  <p:childTnLst>
                                    <p:set>
                                      <p:cBhvr>
                                        <p:cTn id="8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iterate type="wd">
                                    <p:tmAbs val="500"/>
                                  </p:iterate>
                                  <p:childTnLst>
                                    <p:set>
                                      <p:cBhvr>
                                        <p:cTn id="9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iterate type="wd">
                                    <p:tmAbs val="500"/>
                                  </p:iterate>
                                  <p:childTnLst>
                                    <p:set>
                                      <p:cBhvr>
                                        <p:cTn id="9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iterate type="wd">
                                    <p:tmAbs val="500"/>
                                  </p:iterate>
                                  <p:childTnLst>
                                    <p:set>
                                      <p:cBhvr>
                                        <p:cTn id="9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7" grpId="0" build="p"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F7217-AA5A-4AB9-99CA-A640DA0D1281}"/>
              </a:ext>
            </a:extLst>
          </p:cNvPr>
          <p:cNvSpPr>
            <a:spLocks noGrp="1"/>
          </p:cNvSpPr>
          <p:nvPr>
            <p:ph type="title"/>
          </p:nvPr>
        </p:nvSpPr>
        <p:spPr/>
        <p:txBody>
          <a:bodyPr/>
          <a:lstStyle/>
          <a:p>
            <a:r>
              <a:rPr lang="en-IN" b="1">
                <a:solidFill>
                  <a:srgbClr val="C00000"/>
                </a:solidFill>
                <a:latin typeface="Arial Rounded MT Bold" panose="020F0704030504030204" pitchFamily="34" charset="0"/>
              </a:rPr>
              <a:t>Hybrid Inheritance</a:t>
            </a:r>
          </a:p>
        </p:txBody>
      </p:sp>
      <p:sp>
        <p:nvSpPr>
          <p:cNvPr id="4" name="Slide Number Placeholder 3">
            <a:extLst>
              <a:ext uri="{FF2B5EF4-FFF2-40B4-BE49-F238E27FC236}">
                <a16:creationId xmlns:a16="http://schemas.microsoft.com/office/drawing/2014/main" id="{6AB053C2-28B5-40A2-8B27-3325C9D346B0}"/>
              </a:ext>
            </a:extLst>
          </p:cNvPr>
          <p:cNvSpPr>
            <a:spLocks noGrp="1"/>
          </p:cNvSpPr>
          <p:nvPr>
            <p:ph type="sldNum" sz="quarter" idx="12"/>
          </p:nvPr>
        </p:nvSpPr>
        <p:spPr/>
        <p:txBody>
          <a:bodyPr/>
          <a:lstStyle/>
          <a:p>
            <a:fld id="{4DAC0951-10B0-4509-9BA5-FD8683A6F967}" type="slidenum">
              <a:rPr lang="en-IN" smtClean="0"/>
              <a:pPr/>
              <a:t>32</a:t>
            </a:fld>
            <a:endParaRPr lang="en-IN"/>
          </a:p>
        </p:txBody>
      </p:sp>
      <p:sp>
        <p:nvSpPr>
          <p:cNvPr id="14" name="Rectangle 13">
            <a:extLst>
              <a:ext uri="{FF2B5EF4-FFF2-40B4-BE49-F238E27FC236}">
                <a16:creationId xmlns:a16="http://schemas.microsoft.com/office/drawing/2014/main" id="{6EFDAD43-EE4A-4D71-BC7A-F67C825A766D}"/>
              </a:ext>
            </a:extLst>
          </p:cNvPr>
          <p:cNvSpPr/>
          <p:nvPr/>
        </p:nvSpPr>
        <p:spPr>
          <a:xfrm>
            <a:off x="3010044" y="1555839"/>
            <a:ext cx="1641949"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A</a:t>
            </a:r>
          </a:p>
        </p:txBody>
      </p:sp>
      <p:sp>
        <p:nvSpPr>
          <p:cNvPr id="15" name="Rectangle 14">
            <a:extLst>
              <a:ext uri="{FF2B5EF4-FFF2-40B4-BE49-F238E27FC236}">
                <a16:creationId xmlns:a16="http://schemas.microsoft.com/office/drawing/2014/main" id="{79ED7984-2D11-4173-AC61-6A3A3E00211A}"/>
              </a:ext>
            </a:extLst>
          </p:cNvPr>
          <p:cNvSpPr/>
          <p:nvPr/>
        </p:nvSpPr>
        <p:spPr>
          <a:xfrm>
            <a:off x="715684" y="3020621"/>
            <a:ext cx="1357075"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B</a:t>
            </a:r>
          </a:p>
        </p:txBody>
      </p:sp>
      <p:sp>
        <p:nvSpPr>
          <p:cNvPr id="18" name="Rectangle 17">
            <a:extLst>
              <a:ext uri="{FF2B5EF4-FFF2-40B4-BE49-F238E27FC236}">
                <a16:creationId xmlns:a16="http://schemas.microsoft.com/office/drawing/2014/main" id="{04B07DDF-E415-4FD6-93A8-03DC1B9A4A79}"/>
              </a:ext>
            </a:extLst>
          </p:cNvPr>
          <p:cNvSpPr/>
          <p:nvPr/>
        </p:nvSpPr>
        <p:spPr>
          <a:xfrm>
            <a:off x="5123936" y="3020621"/>
            <a:ext cx="1418607"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C</a:t>
            </a:r>
          </a:p>
        </p:txBody>
      </p:sp>
      <p:cxnSp>
        <p:nvCxnSpPr>
          <p:cNvPr id="19" name="Straight Arrow Connector 18">
            <a:extLst>
              <a:ext uri="{FF2B5EF4-FFF2-40B4-BE49-F238E27FC236}">
                <a16:creationId xmlns:a16="http://schemas.microsoft.com/office/drawing/2014/main" id="{FA47AE49-DD1C-4731-9422-942D2A2BF318}"/>
              </a:ext>
            </a:extLst>
          </p:cNvPr>
          <p:cNvCxnSpPr>
            <a:cxnSpLocks/>
            <a:stCxn id="18" idx="0"/>
            <a:endCxn id="14" idx="2"/>
          </p:cNvCxnSpPr>
          <p:nvPr/>
        </p:nvCxnSpPr>
        <p:spPr>
          <a:xfrm flipH="1" flipV="1">
            <a:off x="3831019" y="1999555"/>
            <a:ext cx="2002221" cy="102106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96B273F-9ABE-41FD-83A1-EEB9D16CB974}"/>
              </a:ext>
            </a:extLst>
          </p:cNvPr>
          <p:cNvSpPr txBox="1"/>
          <p:nvPr/>
        </p:nvSpPr>
        <p:spPr>
          <a:xfrm>
            <a:off x="5188684" y="1537890"/>
            <a:ext cx="6344598" cy="461665"/>
          </a:xfrm>
          <a:prstGeom prst="rect">
            <a:avLst/>
          </a:prstGeom>
          <a:noFill/>
          <a:ln>
            <a:solidFill>
              <a:srgbClr val="00B050"/>
            </a:solidFill>
          </a:ln>
        </p:spPr>
        <p:txBody>
          <a:bodyPr wrap="square" rtlCol="0">
            <a:spAutoFit/>
          </a:bodyPr>
          <a:lstStyle/>
          <a:p>
            <a:pPr algn="just"/>
            <a:r>
              <a:rPr lang="en-IN" sz="2400">
                <a:latin typeface="Gill Sans MT" panose="020B0502020104020203" pitchFamily="34" charset="0"/>
              </a:rPr>
              <a:t>Combination of one or more inheritances.</a:t>
            </a:r>
          </a:p>
        </p:txBody>
      </p:sp>
      <p:sp>
        <p:nvSpPr>
          <p:cNvPr id="13" name="Rectangle 12">
            <a:extLst>
              <a:ext uri="{FF2B5EF4-FFF2-40B4-BE49-F238E27FC236}">
                <a16:creationId xmlns:a16="http://schemas.microsoft.com/office/drawing/2014/main" id="{4D8A9EA5-0ADD-45F2-A4C1-6EAE99B12834}"/>
              </a:ext>
            </a:extLst>
          </p:cNvPr>
          <p:cNvSpPr/>
          <p:nvPr/>
        </p:nvSpPr>
        <p:spPr>
          <a:xfrm>
            <a:off x="684917" y="4263545"/>
            <a:ext cx="1418607"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D</a:t>
            </a:r>
          </a:p>
        </p:txBody>
      </p:sp>
      <p:cxnSp>
        <p:nvCxnSpPr>
          <p:cNvPr id="17" name="Straight Arrow Connector 16">
            <a:extLst>
              <a:ext uri="{FF2B5EF4-FFF2-40B4-BE49-F238E27FC236}">
                <a16:creationId xmlns:a16="http://schemas.microsoft.com/office/drawing/2014/main" id="{608A2B01-F78F-4D1D-9D90-0F802BDB9706}"/>
              </a:ext>
            </a:extLst>
          </p:cNvPr>
          <p:cNvCxnSpPr>
            <a:cxnSpLocks/>
            <a:stCxn id="15" idx="0"/>
            <a:endCxn id="14" idx="2"/>
          </p:cNvCxnSpPr>
          <p:nvPr/>
        </p:nvCxnSpPr>
        <p:spPr>
          <a:xfrm flipV="1">
            <a:off x="1394222" y="1999555"/>
            <a:ext cx="2436797" cy="102106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67B20E6-F439-408E-8AAA-2F24D563C00E}"/>
              </a:ext>
            </a:extLst>
          </p:cNvPr>
          <p:cNvCxnSpPr>
            <a:cxnSpLocks/>
            <a:stCxn id="13" idx="0"/>
          </p:cNvCxnSpPr>
          <p:nvPr/>
        </p:nvCxnSpPr>
        <p:spPr>
          <a:xfrm flipV="1">
            <a:off x="1394221" y="3464339"/>
            <a:ext cx="0" cy="79920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11FEFD13-0F1C-4E26-AEBF-D5F30F5042AB}"/>
              </a:ext>
            </a:extLst>
          </p:cNvPr>
          <p:cNvSpPr/>
          <p:nvPr/>
        </p:nvSpPr>
        <p:spPr>
          <a:xfrm>
            <a:off x="684917" y="5506469"/>
            <a:ext cx="1418607"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E</a:t>
            </a:r>
          </a:p>
        </p:txBody>
      </p:sp>
      <p:cxnSp>
        <p:nvCxnSpPr>
          <p:cNvPr id="23" name="Straight Arrow Connector 22">
            <a:extLst>
              <a:ext uri="{FF2B5EF4-FFF2-40B4-BE49-F238E27FC236}">
                <a16:creationId xmlns:a16="http://schemas.microsoft.com/office/drawing/2014/main" id="{02704166-6D61-4F96-86B3-E6EB639BBD4A}"/>
              </a:ext>
            </a:extLst>
          </p:cNvPr>
          <p:cNvCxnSpPr>
            <a:cxnSpLocks/>
            <a:stCxn id="20" idx="0"/>
          </p:cNvCxnSpPr>
          <p:nvPr/>
        </p:nvCxnSpPr>
        <p:spPr>
          <a:xfrm flipV="1">
            <a:off x="1394221" y="4707263"/>
            <a:ext cx="0" cy="79920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56CDEB7-EBC4-402A-BC16-B7BB3257316F}"/>
              </a:ext>
            </a:extLst>
          </p:cNvPr>
          <p:cNvSpPr txBox="1"/>
          <p:nvPr/>
        </p:nvSpPr>
        <p:spPr>
          <a:xfrm>
            <a:off x="7945817" y="3157099"/>
            <a:ext cx="3620449" cy="461665"/>
          </a:xfrm>
          <a:prstGeom prst="rect">
            <a:avLst/>
          </a:prstGeom>
          <a:noFill/>
          <a:ln>
            <a:solidFill>
              <a:srgbClr val="00B050"/>
            </a:solidFill>
          </a:ln>
        </p:spPr>
        <p:txBody>
          <a:bodyPr wrap="square" rtlCol="0">
            <a:spAutoFit/>
          </a:bodyPr>
          <a:lstStyle/>
          <a:p>
            <a:pPr algn="just"/>
            <a:r>
              <a:rPr lang="en-IN" sz="2400">
                <a:latin typeface="Gill Sans MT" panose="020B0502020104020203" pitchFamily="34" charset="0"/>
              </a:rPr>
              <a:t>Multi level Inheritance</a:t>
            </a:r>
          </a:p>
        </p:txBody>
      </p:sp>
      <p:sp>
        <p:nvSpPr>
          <p:cNvPr id="25" name="TextBox 24">
            <a:extLst>
              <a:ext uri="{FF2B5EF4-FFF2-40B4-BE49-F238E27FC236}">
                <a16:creationId xmlns:a16="http://schemas.microsoft.com/office/drawing/2014/main" id="{1E4CBBB7-52E4-45EF-8911-151CCB1EA5E4}"/>
              </a:ext>
            </a:extLst>
          </p:cNvPr>
          <p:cNvSpPr txBox="1"/>
          <p:nvPr/>
        </p:nvSpPr>
        <p:spPr>
          <a:xfrm>
            <a:off x="7945815" y="4070873"/>
            <a:ext cx="3662050" cy="461665"/>
          </a:xfrm>
          <a:prstGeom prst="rect">
            <a:avLst/>
          </a:prstGeom>
          <a:noFill/>
          <a:ln>
            <a:solidFill>
              <a:srgbClr val="00B050"/>
            </a:solidFill>
          </a:ln>
        </p:spPr>
        <p:txBody>
          <a:bodyPr wrap="square" rtlCol="0">
            <a:spAutoFit/>
          </a:bodyPr>
          <a:lstStyle/>
          <a:p>
            <a:pPr algn="just"/>
            <a:r>
              <a:rPr lang="en-IN" sz="2400">
                <a:latin typeface="Gill Sans MT" panose="020B0502020104020203" pitchFamily="34" charset="0"/>
              </a:rPr>
              <a:t>Hierarchical Inheritance</a:t>
            </a:r>
          </a:p>
        </p:txBody>
      </p:sp>
    </p:spTree>
    <p:extLst>
      <p:ext uri="{BB962C8B-B14F-4D97-AF65-F5344CB8AC3E}">
        <p14:creationId xmlns:p14="http://schemas.microsoft.com/office/powerpoint/2010/main" val="160681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ircle(in)">
                                      <p:cBhvr>
                                        <p:cTn id="7" dur="2000"/>
                                        <p:tgtEl>
                                          <p:spTgt spid="14"/>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circle(in)">
                                      <p:cBhvr>
                                        <p:cTn id="10" dur="2000"/>
                                        <p:tgtEl>
                                          <p:spTgt spid="15"/>
                                        </p:tgtEl>
                                      </p:cBhvr>
                                    </p:animEffect>
                                  </p:childTnLst>
                                </p:cTn>
                              </p:par>
                              <p:par>
                                <p:cTn id="11" presetID="6" presetClass="entr" presetSubtype="16"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circle(in)">
                                      <p:cBhvr>
                                        <p:cTn id="13" dur="2000"/>
                                        <p:tgtEl>
                                          <p:spTgt spid="19"/>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circle(in)">
                                      <p:cBhvr>
                                        <p:cTn id="16" dur="2000"/>
                                        <p:tgtEl>
                                          <p:spTgt spid="18"/>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circle(in)">
                                      <p:cBhvr>
                                        <p:cTn id="19" dur="2000"/>
                                        <p:tgtEl>
                                          <p:spTgt spid="13"/>
                                        </p:tgtEl>
                                      </p:cBhvr>
                                    </p:animEffect>
                                  </p:childTnLst>
                                </p:cTn>
                              </p:par>
                              <p:par>
                                <p:cTn id="20" presetID="6" presetClass="entr" presetSubtype="16"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circle(in)">
                                      <p:cBhvr>
                                        <p:cTn id="22" dur="2000"/>
                                        <p:tgtEl>
                                          <p:spTgt spid="17"/>
                                        </p:tgtEl>
                                      </p:cBhvr>
                                    </p:animEffect>
                                  </p:childTnLst>
                                </p:cTn>
                              </p:par>
                              <p:par>
                                <p:cTn id="23" presetID="6" presetClass="entr" presetSubtype="16"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circle(in)">
                                      <p:cBhvr>
                                        <p:cTn id="25" dur="2000"/>
                                        <p:tgtEl>
                                          <p:spTgt spid="16"/>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circle(in)">
                                      <p:cBhvr>
                                        <p:cTn id="28" dur="2000"/>
                                        <p:tgtEl>
                                          <p:spTgt spid="20"/>
                                        </p:tgtEl>
                                      </p:cBhvr>
                                    </p:animEffect>
                                  </p:childTnLst>
                                </p:cTn>
                              </p:par>
                              <p:par>
                                <p:cTn id="29" presetID="6" presetClass="entr" presetSubtype="16"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circle(in)">
                                      <p:cBhvr>
                                        <p:cTn id="31" dur="20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8" grpId="0" animBg="1"/>
      <p:bldP spid="12" grpId="0" animBg="1"/>
      <p:bldP spid="13" grpId="0" animBg="1"/>
      <p:bldP spid="20" grpId="0" animBg="1"/>
      <p:bldP spid="24" grpId="0" animBg="1"/>
      <p:bldP spid="2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35A96-AAF9-47D5-878D-12A902CC3EFD}"/>
              </a:ext>
            </a:extLst>
          </p:cNvPr>
          <p:cNvSpPr>
            <a:spLocks noGrp="1"/>
          </p:cNvSpPr>
          <p:nvPr>
            <p:ph type="title"/>
          </p:nvPr>
        </p:nvSpPr>
        <p:spPr/>
        <p:txBody>
          <a:bodyPr/>
          <a:lstStyle/>
          <a:p>
            <a:r>
              <a:rPr lang="en-IN" b="1">
                <a:solidFill>
                  <a:srgbClr val="C00000"/>
                </a:solidFill>
                <a:latin typeface="Arial Rounded MT Bold" panose="020F0704030504030204" pitchFamily="34" charset="0"/>
              </a:rPr>
              <a:t>Rules of Inheritance in JAVA</a:t>
            </a:r>
          </a:p>
        </p:txBody>
      </p:sp>
      <p:sp>
        <p:nvSpPr>
          <p:cNvPr id="3" name="Content Placeholder 2">
            <a:extLst>
              <a:ext uri="{FF2B5EF4-FFF2-40B4-BE49-F238E27FC236}">
                <a16:creationId xmlns:a16="http://schemas.microsoft.com/office/drawing/2014/main" id="{92072E76-6C73-464C-8A93-3014B2389E2A}"/>
              </a:ext>
            </a:extLst>
          </p:cNvPr>
          <p:cNvSpPr>
            <a:spLocks noGrp="1"/>
          </p:cNvSpPr>
          <p:nvPr>
            <p:ph idx="1"/>
          </p:nvPr>
        </p:nvSpPr>
        <p:spPr>
          <a:xfrm>
            <a:off x="838199" y="1825625"/>
            <a:ext cx="10765221" cy="3581948"/>
          </a:xfrm>
        </p:spPr>
        <p:txBody>
          <a:bodyPr/>
          <a:lstStyle/>
          <a:p>
            <a:pPr marL="0" indent="0" algn="just">
              <a:buNone/>
            </a:pPr>
            <a:r>
              <a:rPr lang="en-US" b="1" i="0">
                <a:solidFill>
                  <a:srgbClr val="4A4A4A"/>
                </a:solidFill>
                <a:effectLst/>
                <a:latin typeface="Gill Sans MT" panose="020B0502020104020203" pitchFamily="34" charset="0"/>
              </a:rPr>
              <a:t>RULE 1: Multiple Inheritance is NOT permitted in Java.</a:t>
            </a:r>
          </a:p>
          <a:p>
            <a:pPr marL="0" indent="0" algn="just">
              <a:buNone/>
            </a:pPr>
            <a:r>
              <a:rPr lang="en-US" sz="2800" b="1" i="0">
                <a:solidFill>
                  <a:srgbClr val="4A4A4A"/>
                </a:solidFill>
                <a:effectLst/>
                <a:latin typeface="Gill Sans MT" panose="020B0502020104020203" pitchFamily="34" charset="0"/>
              </a:rPr>
              <a:t>RULE 2: Cyclic Inheritance is NOT permitted in Java.</a:t>
            </a:r>
          </a:p>
          <a:p>
            <a:pPr marL="0" indent="0" algn="just">
              <a:buNone/>
            </a:pPr>
            <a:r>
              <a:rPr lang="en-US" sz="2800" b="1" i="0">
                <a:solidFill>
                  <a:srgbClr val="4A4A4A"/>
                </a:solidFill>
                <a:effectLst/>
                <a:latin typeface="Gill Sans MT" panose="020B0502020104020203" pitchFamily="34" charset="0"/>
              </a:rPr>
              <a:t>RULE 3: Private members do NOT get inherited.</a:t>
            </a:r>
          </a:p>
          <a:p>
            <a:pPr marL="0" indent="0" algn="just">
              <a:buNone/>
            </a:pPr>
            <a:r>
              <a:rPr lang="en-US" sz="2800" b="1" i="0">
                <a:solidFill>
                  <a:srgbClr val="4A4A4A"/>
                </a:solidFill>
                <a:effectLst/>
                <a:latin typeface="Gill Sans MT" panose="020B0502020104020203" pitchFamily="34" charset="0"/>
              </a:rPr>
              <a:t>RULE 4: Constructors cannot be Inherited in Java.</a:t>
            </a:r>
          </a:p>
          <a:p>
            <a:pPr marL="0" indent="0" algn="just">
              <a:buNone/>
            </a:pPr>
            <a:r>
              <a:rPr lang="en-US" sz="2800" b="1" i="0">
                <a:solidFill>
                  <a:srgbClr val="4A4A4A"/>
                </a:solidFill>
                <a:effectLst/>
                <a:latin typeface="Gill Sans MT" panose="020B0502020104020203" pitchFamily="34" charset="0"/>
              </a:rPr>
              <a:t>RULE 5: In Java, we assign parent reference to child objects.</a:t>
            </a:r>
          </a:p>
          <a:p>
            <a:pPr marL="0" indent="0" algn="just">
              <a:buNone/>
            </a:pPr>
            <a:r>
              <a:rPr lang="en-US" sz="2800" b="1" i="0">
                <a:solidFill>
                  <a:srgbClr val="4A4A4A"/>
                </a:solidFill>
                <a:effectLst/>
                <a:latin typeface="Gill Sans MT" panose="020B0502020104020203" pitchFamily="34" charset="0"/>
              </a:rPr>
              <a:t>RULE 6: Constructors get executed because of super() present in the constructor.</a:t>
            </a:r>
            <a:endParaRPr lang="en-US" b="1" i="0">
              <a:solidFill>
                <a:srgbClr val="4A4A4A"/>
              </a:solidFill>
              <a:effectLst/>
              <a:latin typeface="Gill Sans MT" panose="020B0502020104020203" pitchFamily="34" charset="0"/>
            </a:endParaRPr>
          </a:p>
          <a:p>
            <a:pPr marL="0" indent="0" algn="just">
              <a:buNone/>
            </a:pPr>
            <a:endParaRPr lang="en-US" b="0" i="0">
              <a:solidFill>
                <a:srgbClr val="4A4A4A"/>
              </a:solidFill>
              <a:effectLst/>
              <a:latin typeface="Gill Sans MT" panose="020B0502020104020203" pitchFamily="34" charset="0"/>
            </a:endParaRPr>
          </a:p>
        </p:txBody>
      </p:sp>
      <p:sp>
        <p:nvSpPr>
          <p:cNvPr id="4" name="Slide Number Placeholder 3">
            <a:extLst>
              <a:ext uri="{FF2B5EF4-FFF2-40B4-BE49-F238E27FC236}">
                <a16:creationId xmlns:a16="http://schemas.microsoft.com/office/drawing/2014/main" id="{62BAC0CC-620F-409C-A0B3-0C24C7B3C988}"/>
              </a:ext>
            </a:extLst>
          </p:cNvPr>
          <p:cNvSpPr>
            <a:spLocks noGrp="1"/>
          </p:cNvSpPr>
          <p:nvPr>
            <p:ph type="sldNum" sz="quarter" idx="12"/>
          </p:nvPr>
        </p:nvSpPr>
        <p:spPr/>
        <p:txBody>
          <a:bodyPr/>
          <a:lstStyle/>
          <a:p>
            <a:fld id="{4DAC0951-10B0-4509-9BA5-FD8683A6F967}" type="slidenum">
              <a:rPr lang="en-IN" smtClean="0"/>
              <a:pPr/>
              <a:t>33</a:t>
            </a:fld>
            <a:endParaRPr lang="en-IN"/>
          </a:p>
        </p:txBody>
      </p:sp>
    </p:spTree>
    <p:extLst>
      <p:ext uri="{BB962C8B-B14F-4D97-AF65-F5344CB8AC3E}">
        <p14:creationId xmlns:p14="http://schemas.microsoft.com/office/powerpoint/2010/main" val="2307250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7747B-FC93-444C-AD15-FF2FFBB7A7B4}"/>
              </a:ext>
            </a:extLst>
          </p:cNvPr>
          <p:cNvSpPr>
            <a:spLocks noGrp="1"/>
          </p:cNvSpPr>
          <p:nvPr>
            <p:ph idx="1"/>
          </p:nvPr>
        </p:nvSpPr>
        <p:spPr>
          <a:xfrm>
            <a:off x="2984938" y="2288190"/>
            <a:ext cx="5625662" cy="1650671"/>
          </a:xfrm>
        </p:spPr>
        <p:txBody>
          <a:bodyPr>
            <a:normAutofit/>
          </a:bodyPr>
          <a:lstStyle/>
          <a:p>
            <a:pPr marL="0" indent="0">
              <a:buNone/>
            </a:pPr>
            <a:r>
              <a:rPr lang="en-IN" sz="6000">
                <a:solidFill>
                  <a:srgbClr val="C00000"/>
                </a:solidFill>
                <a:latin typeface="Gill Sans MT" panose="020B0502020104020203" pitchFamily="34" charset="0"/>
              </a:rPr>
              <a:t>THANK YOU….</a:t>
            </a:r>
          </a:p>
        </p:txBody>
      </p:sp>
      <p:sp>
        <p:nvSpPr>
          <p:cNvPr id="4" name="Slide Number Placeholder 3">
            <a:extLst>
              <a:ext uri="{FF2B5EF4-FFF2-40B4-BE49-F238E27FC236}">
                <a16:creationId xmlns:a16="http://schemas.microsoft.com/office/drawing/2014/main" id="{F0764523-E918-4897-9A82-4D30A10A59DA}"/>
              </a:ext>
            </a:extLst>
          </p:cNvPr>
          <p:cNvSpPr>
            <a:spLocks noGrp="1"/>
          </p:cNvSpPr>
          <p:nvPr>
            <p:ph type="sldNum" sz="quarter" idx="12"/>
          </p:nvPr>
        </p:nvSpPr>
        <p:spPr/>
        <p:txBody>
          <a:bodyPr/>
          <a:lstStyle/>
          <a:p>
            <a:fld id="{4DAC0951-10B0-4509-9BA5-FD8683A6F967}" type="slidenum">
              <a:rPr lang="en-IN" smtClean="0"/>
              <a:pPr/>
              <a:t>34</a:t>
            </a:fld>
            <a:endParaRPr lang="en-IN"/>
          </a:p>
        </p:txBody>
      </p:sp>
    </p:spTree>
    <p:extLst>
      <p:ext uri="{BB962C8B-B14F-4D97-AF65-F5344CB8AC3E}">
        <p14:creationId xmlns:p14="http://schemas.microsoft.com/office/powerpoint/2010/main" val="2373491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44f19b1-23d1-4256-85b7-751a04667b80" xsi:nil="true"/>
    <lcf76f155ced4ddcb4097134ff3c332f xmlns="1ff8b294-f911-4921-bab2-b129d30999a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1F024F883C1EB439D9CEBB07B391432" ma:contentTypeVersion="15" ma:contentTypeDescription="Create a new document." ma:contentTypeScope="" ma:versionID="6f22b1dbeecc3e7de865b1be03530839">
  <xsd:schema xmlns:xsd="http://www.w3.org/2001/XMLSchema" xmlns:xs="http://www.w3.org/2001/XMLSchema" xmlns:p="http://schemas.microsoft.com/office/2006/metadata/properties" xmlns:ns2="1ff8b294-f911-4921-bab2-b129d30999ae" xmlns:ns3="e44f19b1-23d1-4256-85b7-751a04667b80" targetNamespace="http://schemas.microsoft.com/office/2006/metadata/properties" ma:root="true" ma:fieldsID="75f53b8d75ebd5e719e62bb1ec10ff60" ns2:_="" ns3:_="">
    <xsd:import namespace="1ff8b294-f911-4921-bab2-b129d30999ae"/>
    <xsd:import namespace="e44f19b1-23d1-4256-85b7-751a04667b8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8b294-f911-4921-bab2-b129d30999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2c9b6d1-cdd5-49c1-8e2f-edd4e44511e5"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44f19b1-23d1-4256-85b7-751a04667b8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729088f-7ac0-41da-9388-edb58686ae28}" ma:internalName="TaxCatchAll" ma:showField="CatchAllData" ma:web="e44f19b1-23d1-4256-85b7-751a04667b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16268A-E3FE-439E-9915-34FF9084B9E8}">
  <ds:schemaRefs>
    <ds:schemaRef ds:uri="1ff8b294-f911-4921-bab2-b129d30999ae"/>
    <ds:schemaRef ds:uri="e44f19b1-23d1-4256-85b7-751a04667b80"/>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D993ABF-674A-43E8-9820-4E98486AE0C5}">
  <ds:schemaRefs>
    <ds:schemaRef ds:uri="http://schemas.microsoft.com/sharepoint/v3/contenttype/forms"/>
  </ds:schemaRefs>
</ds:datastoreItem>
</file>

<file path=customXml/itemProps3.xml><?xml version="1.0" encoding="utf-8"?>
<ds:datastoreItem xmlns:ds="http://schemas.openxmlformats.org/officeDocument/2006/customXml" ds:itemID="{C59A403E-32CA-4C32-A537-2E314F8C87EF}">
  <ds:schemaRefs>
    <ds:schemaRef ds:uri="1ff8b294-f911-4921-bab2-b129d30999ae"/>
    <ds:schemaRef ds:uri="e44f19b1-23d1-4256-85b7-751a04667b8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Ion</Template>
  <TotalTime>166</TotalTime>
  <Words>2378</Words>
  <Application>Microsoft Office PowerPoint</Application>
  <PresentationFormat>Widescreen</PresentationFormat>
  <Paragraphs>504</Paragraphs>
  <Slides>34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Arial Rounded MT Bold</vt:lpstr>
      <vt:lpstr>Baskerville Old Face</vt:lpstr>
      <vt:lpstr>Calibri</vt:lpstr>
      <vt:lpstr>Calibri Light</vt:lpstr>
      <vt:lpstr>Consolas</vt:lpstr>
      <vt:lpstr>Courier New</vt:lpstr>
      <vt:lpstr>Gill Sans MT</vt:lpstr>
      <vt:lpstr>Office Theme</vt:lpstr>
      <vt:lpstr>Object Oriented Paradigm</vt:lpstr>
      <vt:lpstr>Why do we need Inheritance?</vt:lpstr>
      <vt:lpstr>Why do we need Inheritance?</vt:lpstr>
      <vt:lpstr>Why do we need Inheritance?</vt:lpstr>
      <vt:lpstr>Why do we need Inheritance?</vt:lpstr>
      <vt:lpstr>JAVA Inheritance </vt:lpstr>
      <vt:lpstr>PowerPoint Presentation</vt:lpstr>
      <vt:lpstr>Constructors are not inherited by subclasses</vt:lpstr>
      <vt:lpstr>The constructor of the superclass can be invoked from the subclass</vt:lpstr>
      <vt:lpstr>Contents - Inheritance</vt:lpstr>
      <vt:lpstr>IS-A Relationship</vt:lpstr>
      <vt:lpstr>HAS-A Relationship</vt:lpstr>
      <vt:lpstr>IS-A Relationship</vt:lpstr>
      <vt:lpstr>Proof: We can assure that Mammal is actually an Animal with the use of the instance operator.</vt:lpstr>
      <vt:lpstr>PowerPoint Presentation</vt:lpstr>
      <vt:lpstr>PowerPoint Presentation</vt:lpstr>
      <vt:lpstr>HAS – A Relationship</vt:lpstr>
      <vt:lpstr>Types of Inheritance</vt:lpstr>
      <vt:lpstr>Single Inheritance</vt:lpstr>
      <vt:lpstr>TestInheritance.java</vt:lpstr>
      <vt:lpstr>Example</vt:lpstr>
      <vt:lpstr>PowerPoint Presentation</vt:lpstr>
      <vt:lpstr>PowerPoint Presentation</vt:lpstr>
      <vt:lpstr>PowerPoint Presentation</vt:lpstr>
      <vt:lpstr>PowerPoint Presentation</vt:lpstr>
      <vt:lpstr>Multi level Inheritance</vt:lpstr>
      <vt:lpstr>Hierarchical Inheritance</vt:lpstr>
      <vt:lpstr>PowerPoint Presentation</vt:lpstr>
      <vt:lpstr>PowerPoint Presentation</vt:lpstr>
      <vt:lpstr>Example</vt:lpstr>
      <vt:lpstr>Example</vt:lpstr>
      <vt:lpstr>Hybrid Inheritance</vt:lpstr>
      <vt:lpstr>Rules of Inheritance in JAVA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Sreedevi - A. G [CSE]</dc:creator>
  <cp:lastModifiedBy>priyankahpi7@outlook.com</cp:lastModifiedBy>
  <cp:revision>12</cp:revision>
  <dcterms:created xsi:type="dcterms:W3CDTF">2020-07-16T06:46:11Z</dcterms:created>
  <dcterms:modified xsi:type="dcterms:W3CDTF">2026-01-29T03:46:25Z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0x010100C1F024F883C1EB439D9CEBB07B391432</vt:lpwstr>
  </property>
  <property fmtid="{D5CDD505-2E9C-101B-9397-08002B2CF9AE}" pid="3" name="MediaServiceImageTags">
    <vt:lpwstr/>
  </property>
</Properties>
</file>